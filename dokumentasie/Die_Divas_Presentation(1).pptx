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  <p:sldMasterId id="214748369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Inknut Antiqua"/>
      <p:regular r:id="rId45"/>
      <p:bold r:id="rId46"/>
    </p:embeddedFont>
    <p:embeddedFont>
      <p:font typeface="Work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InknutAntiqua-bold.fntdata"/><Relationship Id="rId45" Type="http://schemas.openxmlformats.org/officeDocument/2006/relationships/font" Target="fonts/InknutAntiqu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WorkSans-bold.fntdata"/><Relationship Id="rId47" Type="http://schemas.openxmlformats.org/officeDocument/2006/relationships/font" Target="fonts/WorkSans-regular.fntdata"/><Relationship Id="rId49" Type="http://schemas.openxmlformats.org/officeDocument/2006/relationships/font" Target="fonts/Work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Work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62f8d54ab_1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f62f8d54ab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62f8d54ab_1_4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f62f8d54ab_1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62f8d54ab_1_5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f62f8d54ab_1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62f8d54ab_1_5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f62f8d54ab_1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62f8d54ab_1_5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f62f8d54ab_1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f62f8d54ab_1_7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g3f62f8d54ab_1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62f8d54ab_1_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g3f62f8d54ab_1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f62f8d54ab_1_9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3f62f8d54ab_1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f62f8d54ab_1_5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g3f62f8d54ab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f62f8d54ab_1_1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2" name="Google Shape;1182;g3f62f8d54ab_1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f62f8d54ab_1_1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1" name="Google Shape;1221;g3f62f8d54ab_1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f62f8d54ab_1_5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g3f62f8d54ab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f62f8d54ab_1_13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7" name="Google Shape;1407;g3f62f8d54ab_1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f62f8d54ab_1_1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4" name="Google Shape;1414;g3f62f8d54ab_1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3f62f8d54ab_1_15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1" name="Google Shape;1591;g3f62f8d54ab_1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f62f8d54ab_1_15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8" name="Google Shape;1598;g3f62f8d54ab_1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3f62f8d54ab_1_15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g3f62f8d54ab_1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3f62f8d54ab_1_17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2" name="Google Shape;1832;g3f62f8d54ab_1_1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3f62f8d54ab_1_17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7" name="Google Shape;1837;g3f62f8d54ab_1_1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3f62f8d54ab_1_17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6" name="Google Shape;1856;g3f62f8d54ab_1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3f4149757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3f4149757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3f62f8d54ab_1_18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8" name="Google Shape;1888;g3f62f8d54ab_1_1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3f62f8d54ab_1_19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7" name="Google Shape;2067;g3f62f8d54ab_1_1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3f62f8d54ab_1_2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4" name="Google Shape;2244;g3f62f8d54ab_1_2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g3f62f8d54ab_1_2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2" name="Google Shape;2422;g3f62f8d54ab_1_2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Google Shape;2482;g3f62f8d54ab_1_23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3" name="Google Shape;2483;g3f62f8d54ab_1_2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g3f62f8d54ab_1_2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g3f62f8d54ab_1_25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7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g3f62f8d54ab_1_25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9" name="Google Shape;2669;g3f62f8d54ab_1_2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g3f62f8d54ab_1_25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1" name="Google Shape;2681;g3f62f8d54ab_1_2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g3f62f8d54ab_1_25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9" name="Google Shape;2689;g3f62f8d54ab_1_2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3f62f8d54ab_1_26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7" name="Google Shape;2697;g3f62f8d54ab_1_2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g3f62f8d54ab_1_26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5" name="Google Shape;2705;g3f62f8d54ab_1_2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g3f62f8d54ab_1_26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3" name="Google Shape;2713;g3f62f8d54ab_1_2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g3f62f8d54ab_1_26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1" name="Google Shape;2721;g3f62f8d54ab_1_2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g3f62f8d54ab_1_26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9" name="Google Shape;2729;g3f62f8d54ab_1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g3f9b5ecc9a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7" name="Google Shape;2907;g3f9b5ecc9a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g3f62f8d54ab_1_28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4" name="Google Shape;2934;g3f62f8d54ab_1_2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7" name="Shape 2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3f62f8d54ab_1_28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9" name="Google Shape;2939;g3f62f8d54ab_1_2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Relationship Id="rId8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7750" y="2363542"/>
            <a:ext cx="3696874" cy="36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773834">
            <a:off x="5174663" y="3339309"/>
            <a:ext cx="6063351" cy="392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 rot="3">
            <a:off x="320322" y="-1604954"/>
            <a:ext cx="4224734" cy="273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 rot="283620">
            <a:off x="2289433" y="566808"/>
            <a:ext cx="8629217" cy="5589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98052" y="-476298"/>
            <a:ext cx="2757475" cy="27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ctrTitle"/>
          </p:nvPr>
        </p:nvSpPr>
        <p:spPr>
          <a:xfrm>
            <a:off x="720000" y="1301025"/>
            <a:ext cx="58254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720000" y="3717468"/>
            <a:ext cx="434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29465">
            <a:off x="3839879" y="-2796082"/>
            <a:ext cx="8314291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1325" y="746075"/>
            <a:ext cx="1951151" cy="192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302706">
            <a:off x="-203096" y="2387369"/>
            <a:ext cx="8314292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750" y="2850725"/>
            <a:ext cx="2005799" cy="1975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5"/>
          <p:cNvGrpSpPr/>
          <p:nvPr/>
        </p:nvGrpSpPr>
        <p:grpSpPr>
          <a:xfrm>
            <a:off x="5395096" y="376359"/>
            <a:ext cx="1435199" cy="1435215"/>
            <a:chOff x="694450" y="472050"/>
            <a:chExt cx="2259800" cy="2259825"/>
          </a:xfrm>
        </p:grpSpPr>
        <p:sp>
          <p:nvSpPr>
            <p:cNvPr id="69" name="Google Shape;69;p15"/>
            <p:cNvSpPr/>
            <p:nvPr/>
          </p:nvSpPr>
          <p:spPr>
            <a:xfrm>
              <a:off x="694450" y="472050"/>
              <a:ext cx="2259800" cy="2259825"/>
            </a:xfrm>
            <a:custGeom>
              <a:rect b="b" l="l" r="r" t="t"/>
              <a:pathLst>
                <a:path extrusionOk="0" h="90393" w="90392">
                  <a:moveTo>
                    <a:pt x="46347" y="146"/>
                  </a:moveTo>
                  <a:lnTo>
                    <a:pt x="47517" y="183"/>
                  </a:lnTo>
                  <a:lnTo>
                    <a:pt x="48650" y="256"/>
                  </a:lnTo>
                  <a:lnTo>
                    <a:pt x="49783" y="366"/>
                  </a:lnTo>
                  <a:lnTo>
                    <a:pt x="50916" y="512"/>
                  </a:lnTo>
                  <a:lnTo>
                    <a:pt x="52049" y="658"/>
                  </a:lnTo>
                  <a:lnTo>
                    <a:pt x="53182" y="841"/>
                  </a:lnTo>
                  <a:lnTo>
                    <a:pt x="54279" y="1060"/>
                  </a:lnTo>
                  <a:lnTo>
                    <a:pt x="55375" y="1280"/>
                  </a:lnTo>
                  <a:lnTo>
                    <a:pt x="56435" y="1572"/>
                  </a:lnTo>
                  <a:lnTo>
                    <a:pt x="57532" y="1864"/>
                  </a:lnTo>
                  <a:lnTo>
                    <a:pt x="58592" y="2157"/>
                  </a:lnTo>
                  <a:lnTo>
                    <a:pt x="59652" y="2522"/>
                  </a:lnTo>
                  <a:lnTo>
                    <a:pt x="60675" y="2888"/>
                  </a:lnTo>
                  <a:lnTo>
                    <a:pt x="61699" y="3253"/>
                  </a:lnTo>
                  <a:lnTo>
                    <a:pt x="62722" y="3692"/>
                  </a:lnTo>
                  <a:lnTo>
                    <a:pt x="63709" y="4131"/>
                  </a:lnTo>
                  <a:lnTo>
                    <a:pt x="64733" y="4606"/>
                  </a:lnTo>
                  <a:lnTo>
                    <a:pt x="65683" y="5081"/>
                  </a:lnTo>
                  <a:lnTo>
                    <a:pt x="66670" y="5593"/>
                  </a:lnTo>
                  <a:lnTo>
                    <a:pt x="67620" y="6104"/>
                  </a:lnTo>
                  <a:lnTo>
                    <a:pt x="68534" y="6689"/>
                  </a:lnTo>
                  <a:lnTo>
                    <a:pt x="69448" y="7237"/>
                  </a:lnTo>
                  <a:lnTo>
                    <a:pt x="70361" y="7859"/>
                  </a:lnTo>
                  <a:lnTo>
                    <a:pt x="71275" y="8480"/>
                  </a:lnTo>
                  <a:lnTo>
                    <a:pt x="72152" y="9102"/>
                  </a:lnTo>
                  <a:lnTo>
                    <a:pt x="72993" y="9759"/>
                  </a:lnTo>
                  <a:lnTo>
                    <a:pt x="73834" y="10454"/>
                  </a:lnTo>
                  <a:lnTo>
                    <a:pt x="74675" y="11148"/>
                  </a:lnTo>
                  <a:lnTo>
                    <a:pt x="75479" y="11843"/>
                  </a:lnTo>
                  <a:lnTo>
                    <a:pt x="76283" y="12610"/>
                  </a:lnTo>
                  <a:lnTo>
                    <a:pt x="77050" y="13342"/>
                  </a:lnTo>
                  <a:lnTo>
                    <a:pt x="77781" y="14109"/>
                  </a:lnTo>
                  <a:lnTo>
                    <a:pt x="78549" y="14913"/>
                  </a:lnTo>
                  <a:lnTo>
                    <a:pt x="79243" y="15717"/>
                  </a:lnTo>
                  <a:lnTo>
                    <a:pt x="79938" y="16558"/>
                  </a:lnTo>
                  <a:lnTo>
                    <a:pt x="80632" y="17399"/>
                  </a:lnTo>
                  <a:lnTo>
                    <a:pt x="81290" y="18239"/>
                  </a:lnTo>
                  <a:lnTo>
                    <a:pt x="81912" y="19117"/>
                  </a:lnTo>
                  <a:lnTo>
                    <a:pt x="82533" y="20030"/>
                  </a:lnTo>
                  <a:lnTo>
                    <a:pt x="83154" y="20944"/>
                  </a:lnTo>
                  <a:lnTo>
                    <a:pt x="83703" y="21858"/>
                  </a:lnTo>
                  <a:lnTo>
                    <a:pt x="84288" y="22772"/>
                  </a:lnTo>
                  <a:lnTo>
                    <a:pt x="84799" y="23722"/>
                  </a:lnTo>
                  <a:lnTo>
                    <a:pt x="85311" y="24709"/>
                  </a:lnTo>
                  <a:lnTo>
                    <a:pt x="85786" y="25696"/>
                  </a:lnTo>
                  <a:lnTo>
                    <a:pt x="86261" y="26683"/>
                  </a:lnTo>
                  <a:lnTo>
                    <a:pt x="86700" y="27670"/>
                  </a:lnTo>
                  <a:lnTo>
                    <a:pt x="87139" y="28693"/>
                  </a:lnTo>
                  <a:lnTo>
                    <a:pt x="87504" y="29717"/>
                  </a:lnTo>
                  <a:lnTo>
                    <a:pt x="87870" y="30777"/>
                  </a:lnTo>
                  <a:lnTo>
                    <a:pt x="88235" y="31800"/>
                  </a:lnTo>
                  <a:lnTo>
                    <a:pt x="88527" y="32860"/>
                  </a:lnTo>
                  <a:lnTo>
                    <a:pt x="88820" y="33957"/>
                  </a:lnTo>
                  <a:lnTo>
                    <a:pt x="89112" y="35017"/>
                  </a:lnTo>
                  <a:lnTo>
                    <a:pt x="89332" y="36113"/>
                  </a:lnTo>
                  <a:lnTo>
                    <a:pt x="89551" y="37246"/>
                  </a:lnTo>
                  <a:lnTo>
                    <a:pt x="89734" y="38343"/>
                  </a:lnTo>
                  <a:lnTo>
                    <a:pt x="89880" y="39476"/>
                  </a:lnTo>
                  <a:lnTo>
                    <a:pt x="90026" y="40609"/>
                  </a:lnTo>
                  <a:lnTo>
                    <a:pt x="90136" y="41742"/>
                  </a:lnTo>
                  <a:lnTo>
                    <a:pt x="90209" y="42875"/>
                  </a:lnTo>
                  <a:lnTo>
                    <a:pt x="90245" y="44045"/>
                  </a:lnTo>
                  <a:lnTo>
                    <a:pt x="90245" y="45178"/>
                  </a:lnTo>
                  <a:lnTo>
                    <a:pt x="90245" y="46348"/>
                  </a:lnTo>
                  <a:lnTo>
                    <a:pt x="90209" y="47517"/>
                  </a:lnTo>
                  <a:lnTo>
                    <a:pt x="90136" y="48650"/>
                  </a:lnTo>
                  <a:lnTo>
                    <a:pt x="90026" y="49783"/>
                  </a:lnTo>
                  <a:lnTo>
                    <a:pt x="89880" y="50916"/>
                  </a:lnTo>
                  <a:lnTo>
                    <a:pt x="89734" y="52050"/>
                  </a:lnTo>
                  <a:lnTo>
                    <a:pt x="89551" y="53146"/>
                  </a:lnTo>
                  <a:lnTo>
                    <a:pt x="89332" y="54279"/>
                  </a:lnTo>
                  <a:lnTo>
                    <a:pt x="89112" y="55339"/>
                  </a:lnTo>
                  <a:lnTo>
                    <a:pt x="88820" y="56436"/>
                  </a:lnTo>
                  <a:lnTo>
                    <a:pt x="88527" y="57496"/>
                  </a:lnTo>
                  <a:lnTo>
                    <a:pt x="88235" y="58592"/>
                  </a:lnTo>
                  <a:lnTo>
                    <a:pt x="87870" y="59616"/>
                  </a:lnTo>
                  <a:lnTo>
                    <a:pt x="87504" y="60676"/>
                  </a:lnTo>
                  <a:lnTo>
                    <a:pt x="87139" y="61699"/>
                  </a:lnTo>
                  <a:lnTo>
                    <a:pt x="86700" y="62723"/>
                  </a:lnTo>
                  <a:lnTo>
                    <a:pt x="86261" y="63710"/>
                  </a:lnTo>
                  <a:lnTo>
                    <a:pt x="85786" y="64696"/>
                  </a:lnTo>
                  <a:lnTo>
                    <a:pt x="85311" y="65683"/>
                  </a:lnTo>
                  <a:lnTo>
                    <a:pt x="84799" y="66634"/>
                  </a:lnTo>
                  <a:lnTo>
                    <a:pt x="84288" y="67584"/>
                  </a:lnTo>
                  <a:lnTo>
                    <a:pt x="83703" y="68534"/>
                  </a:lnTo>
                  <a:lnTo>
                    <a:pt x="83154" y="69448"/>
                  </a:lnTo>
                  <a:lnTo>
                    <a:pt x="82533" y="70362"/>
                  </a:lnTo>
                  <a:lnTo>
                    <a:pt x="81912" y="71276"/>
                  </a:lnTo>
                  <a:lnTo>
                    <a:pt x="81290" y="72116"/>
                  </a:lnTo>
                  <a:lnTo>
                    <a:pt x="80632" y="72994"/>
                  </a:lnTo>
                  <a:lnTo>
                    <a:pt x="79938" y="73834"/>
                  </a:lnTo>
                  <a:lnTo>
                    <a:pt x="79243" y="74675"/>
                  </a:lnTo>
                  <a:lnTo>
                    <a:pt x="78549" y="75479"/>
                  </a:lnTo>
                  <a:lnTo>
                    <a:pt x="77781" y="76247"/>
                  </a:lnTo>
                  <a:lnTo>
                    <a:pt x="77050" y="77051"/>
                  </a:lnTo>
                  <a:lnTo>
                    <a:pt x="76283" y="77782"/>
                  </a:lnTo>
                  <a:lnTo>
                    <a:pt x="75479" y="78513"/>
                  </a:lnTo>
                  <a:lnTo>
                    <a:pt x="74675" y="79244"/>
                  </a:lnTo>
                  <a:lnTo>
                    <a:pt x="73834" y="79938"/>
                  </a:lnTo>
                  <a:lnTo>
                    <a:pt x="72993" y="80633"/>
                  </a:lnTo>
                  <a:lnTo>
                    <a:pt x="72152" y="81291"/>
                  </a:lnTo>
                  <a:lnTo>
                    <a:pt x="71275" y="81912"/>
                  </a:lnTo>
                  <a:lnTo>
                    <a:pt x="70361" y="82534"/>
                  </a:lnTo>
                  <a:lnTo>
                    <a:pt x="69448" y="83155"/>
                  </a:lnTo>
                  <a:lnTo>
                    <a:pt x="68534" y="83703"/>
                  </a:lnTo>
                  <a:lnTo>
                    <a:pt x="67620" y="84252"/>
                  </a:lnTo>
                  <a:lnTo>
                    <a:pt x="66670" y="84800"/>
                  </a:lnTo>
                  <a:lnTo>
                    <a:pt x="65683" y="85312"/>
                  </a:lnTo>
                  <a:lnTo>
                    <a:pt x="64733" y="85787"/>
                  </a:lnTo>
                  <a:lnTo>
                    <a:pt x="63709" y="86262"/>
                  </a:lnTo>
                  <a:lnTo>
                    <a:pt x="62722" y="86700"/>
                  </a:lnTo>
                  <a:lnTo>
                    <a:pt x="61699" y="87103"/>
                  </a:lnTo>
                  <a:lnTo>
                    <a:pt x="60675" y="87505"/>
                  </a:lnTo>
                  <a:lnTo>
                    <a:pt x="59652" y="87870"/>
                  </a:lnTo>
                  <a:lnTo>
                    <a:pt x="58592" y="88236"/>
                  </a:lnTo>
                  <a:lnTo>
                    <a:pt x="57532" y="88528"/>
                  </a:lnTo>
                  <a:lnTo>
                    <a:pt x="56435" y="88820"/>
                  </a:lnTo>
                  <a:lnTo>
                    <a:pt x="55375" y="89076"/>
                  </a:lnTo>
                  <a:lnTo>
                    <a:pt x="54279" y="89332"/>
                  </a:lnTo>
                  <a:lnTo>
                    <a:pt x="53182" y="89551"/>
                  </a:lnTo>
                  <a:lnTo>
                    <a:pt x="52049" y="89734"/>
                  </a:lnTo>
                  <a:lnTo>
                    <a:pt x="50916" y="89880"/>
                  </a:lnTo>
                  <a:lnTo>
                    <a:pt x="49783" y="90027"/>
                  </a:lnTo>
                  <a:lnTo>
                    <a:pt x="48650" y="90100"/>
                  </a:lnTo>
                  <a:lnTo>
                    <a:pt x="47517" y="90173"/>
                  </a:lnTo>
                  <a:lnTo>
                    <a:pt x="46347" y="90246"/>
                  </a:lnTo>
                  <a:lnTo>
                    <a:pt x="44044" y="90246"/>
                  </a:lnTo>
                  <a:lnTo>
                    <a:pt x="42875" y="90173"/>
                  </a:lnTo>
                  <a:lnTo>
                    <a:pt x="41742" y="90100"/>
                  </a:lnTo>
                  <a:lnTo>
                    <a:pt x="40609" y="90027"/>
                  </a:lnTo>
                  <a:lnTo>
                    <a:pt x="39476" y="89880"/>
                  </a:lnTo>
                  <a:lnTo>
                    <a:pt x="38342" y="89734"/>
                  </a:lnTo>
                  <a:lnTo>
                    <a:pt x="37246" y="89551"/>
                  </a:lnTo>
                  <a:lnTo>
                    <a:pt x="36113" y="89332"/>
                  </a:lnTo>
                  <a:lnTo>
                    <a:pt x="35053" y="89076"/>
                  </a:lnTo>
                  <a:lnTo>
                    <a:pt x="33956" y="88820"/>
                  </a:lnTo>
                  <a:lnTo>
                    <a:pt x="32896" y="88528"/>
                  </a:lnTo>
                  <a:lnTo>
                    <a:pt x="31800" y="88236"/>
                  </a:lnTo>
                  <a:lnTo>
                    <a:pt x="30776" y="87870"/>
                  </a:lnTo>
                  <a:lnTo>
                    <a:pt x="29716" y="87505"/>
                  </a:lnTo>
                  <a:lnTo>
                    <a:pt x="28693" y="87103"/>
                  </a:lnTo>
                  <a:lnTo>
                    <a:pt x="27669" y="86700"/>
                  </a:lnTo>
                  <a:lnTo>
                    <a:pt x="26683" y="86262"/>
                  </a:lnTo>
                  <a:lnTo>
                    <a:pt x="25696" y="85787"/>
                  </a:lnTo>
                  <a:lnTo>
                    <a:pt x="24709" y="85312"/>
                  </a:lnTo>
                  <a:lnTo>
                    <a:pt x="23758" y="84800"/>
                  </a:lnTo>
                  <a:lnTo>
                    <a:pt x="22808" y="84252"/>
                  </a:lnTo>
                  <a:lnTo>
                    <a:pt x="21858" y="83703"/>
                  </a:lnTo>
                  <a:lnTo>
                    <a:pt x="20944" y="83155"/>
                  </a:lnTo>
                  <a:lnTo>
                    <a:pt x="20030" y="82534"/>
                  </a:lnTo>
                  <a:lnTo>
                    <a:pt x="19153" y="81912"/>
                  </a:lnTo>
                  <a:lnTo>
                    <a:pt x="18276" y="81291"/>
                  </a:lnTo>
                  <a:lnTo>
                    <a:pt x="17398" y="80633"/>
                  </a:lnTo>
                  <a:lnTo>
                    <a:pt x="16558" y="79938"/>
                  </a:lnTo>
                  <a:lnTo>
                    <a:pt x="15717" y="79244"/>
                  </a:lnTo>
                  <a:lnTo>
                    <a:pt x="14913" y="78513"/>
                  </a:lnTo>
                  <a:lnTo>
                    <a:pt x="14145" y="77782"/>
                  </a:lnTo>
                  <a:lnTo>
                    <a:pt x="13341" y="77051"/>
                  </a:lnTo>
                  <a:lnTo>
                    <a:pt x="12610" y="76247"/>
                  </a:lnTo>
                  <a:lnTo>
                    <a:pt x="11879" y="75479"/>
                  </a:lnTo>
                  <a:lnTo>
                    <a:pt x="11148" y="74675"/>
                  </a:lnTo>
                  <a:lnTo>
                    <a:pt x="10454" y="73834"/>
                  </a:lnTo>
                  <a:lnTo>
                    <a:pt x="9759" y="72994"/>
                  </a:lnTo>
                  <a:lnTo>
                    <a:pt x="9101" y="72116"/>
                  </a:lnTo>
                  <a:lnTo>
                    <a:pt x="8480" y="71276"/>
                  </a:lnTo>
                  <a:lnTo>
                    <a:pt x="7859" y="70362"/>
                  </a:lnTo>
                  <a:lnTo>
                    <a:pt x="7237" y="69448"/>
                  </a:lnTo>
                  <a:lnTo>
                    <a:pt x="6689" y="68534"/>
                  </a:lnTo>
                  <a:lnTo>
                    <a:pt x="6141" y="67584"/>
                  </a:lnTo>
                  <a:lnTo>
                    <a:pt x="5592" y="66634"/>
                  </a:lnTo>
                  <a:lnTo>
                    <a:pt x="5081" y="65683"/>
                  </a:lnTo>
                  <a:lnTo>
                    <a:pt x="4605" y="64696"/>
                  </a:lnTo>
                  <a:lnTo>
                    <a:pt x="4130" y="63710"/>
                  </a:lnTo>
                  <a:lnTo>
                    <a:pt x="3692" y="62723"/>
                  </a:lnTo>
                  <a:lnTo>
                    <a:pt x="3290" y="61699"/>
                  </a:lnTo>
                  <a:lnTo>
                    <a:pt x="2888" y="60676"/>
                  </a:lnTo>
                  <a:lnTo>
                    <a:pt x="2522" y="59616"/>
                  </a:lnTo>
                  <a:lnTo>
                    <a:pt x="2157" y="58592"/>
                  </a:lnTo>
                  <a:lnTo>
                    <a:pt x="1864" y="57496"/>
                  </a:lnTo>
                  <a:lnTo>
                    <a:pt x="1572" y="56436"/>
                  </a:lnTo>
                  <a:lnTo>
                    <a:pt x="1316" y="55339"/>
                  </a:lnTo>
                  <a:lnTo>
                    <a:pt x="1060" y="54279"/>
                  </a:lnTo>
                  <a:lnTo>
                    <a:pt x="841" y="53146"/>
                  </a:lnTo>
                  <a:lnTo>
                    <a:pt x="658" y="52050"/>
                  </a:lnTo>
                  <a:lnTo>
                    <a:pt x="512" y="50916"/>
                  </a:lnTo>
                  <a:lnTo>
                    <a:pt x="366" y="49783"/>
                  </a:lnTo>
                  <a:lnTo>
                    <a:pt x="292" y="48650"/>
                  </a:lnTo>
                  <a:lnTo>
                    <a:pt x="219" y="47517"/>
                  </a:lnTo>
                  <a:lnTo>
                    <a:pt x="146" y="46348"/>
                  </a:lnTo>
                  <a:lnTo>
                    <a:pt x="146" y="45178"/>
                  </a:lnTo>
                  <a:lnTo>
                    <a:pt x="146" y="44045"/>
                  </a:lnTo>
                  <a:lnTo>
                    <a:pt x="219" y="42875"/>
                  </a:lnTo>
                  <a:lnTo>
                    <a:pt x="292" y="41742"/>
                  </a:lnTo>
                  <a:lnTo>
                    <a:pt x="366" y="40609"/>
                  </a:lnTo>
                  <a:lnTo>
                    <a:pt x="512" y="39476"/>
                  </a:lnTo>
                  <a:lnTo>
                    <a:pt x="658" y="38343"/>
                  </a:lnTo>
                  <a:lnTo>
                    <a:pt x="841" y="37246"/>
                  </a:lnTo>
                  <a:lnTo>
                    <a:pt x="1060" y="36113"/>
                  </a:lnTo>
                  <a:lnTo>
                    <a:pt x="1316" y="35017"/>
                  </a:lnTo>
                  <a:lnTo>
                    <a:pt x="1572" y="33957"/>
                  </a:lnTo>
                  <a:lnTo>
                    <a:pt x="1864" y="32860"/>
                  </a:lnTo>
                  <a:lnTo>
                    <a:pt x="2157" y="31800"/>
                  </a:lnTo>
                  <a:lnTo>
                    <a:pt x="2522" y="30777"/>
                  </a:lnTo>
                  <a:lnTo>
                    <a:pt x="2888" y="29717"/>
                  </a:lnTo>
                  <a:lnTo>
                    <a:pt x="3290" y="28693"/>
                  </a:lnTo>
                  <a:lnTo>
                    <a:pt x="3692" y="27670"/>
                  </a:lnTo>
                  <a:lnTo>
                    <a:pt x="4130" y="26683"/>
                  </a:lnTo>
                  <a:lnTo>
                    <a:pt x="4605" y="25696"/>
                  </a:lnTo>
                  <a:lnTo>
                    <a:pt x="5081" y="24709"/>
                  </a:lnTo>
                  <a:lnTo>
                    <a:pt x="5592" y="23722"/>
                  </a:lnTo>
                  <a:lnTo>
                    <a:pt x="6141" y="22772"/>
                  </a:lnTo>
                  <a:lnTo>
                    <a:pt x="6689" y="21858"/>
                  </a:lnTo>
                  <a:lnTo>
                    <a:pt x="7237" y="20944"/>
                  </a:lnTo>
                  <a:lnTo>
                    <a:pt x="7859" y="20030"/>
                  </a:lnTo>
                  <a:lnTo>
                    <a:pt x="8480" y="19117"/>
                  </a:lnTo>
                  <a:lnTo>
                    <a:pt x="9101" y="18239"/>
                  </a:lnTo>
                  <a:lnTo>
                    <a:pt x="9759" y="17399"/>
                  </a:lnTo>
                  <a:lnTo>
                    <a:pt x="10454" y="16558"/>
                  </a:lnTo>
                  <a:lnTo>
                    <a:pt x="11148" y="15717"/>
                  </a:lnTo>
                  <a:lnTo>
                    <a:pt x="11879" y="14913"/>
                  </a:lnTo>
                  <a:lnTo>
                    <a:pt x="12610" y="14109"/>
                  </a:lnTo>
                  <a:lnTo>
                    <a:pt x="13341" y="13342"/>
                  </a:lnTo>
                  <a:lnTo>
                    <a:pt x="14145" y="12610"/>
                  </a:lnTo>
                  <a:lnTo>
                    <a:pt x="14913" y="11843"/>
                  </a:lnTo>
                  <a:lnTo>
                    <a:pt x="15717" y="11148"/>
                  </a:lnTo>
                  <a:lnTo>
                    <a:pt x="16558" y="10454"/>
                  </a:lnTo>
                  <a:lnTo>
                    <a:pt x="17398" y="9759"/>
                  </a:lnTo>
                  <a:lnTo>
                    <a:pt x="18276" y="9102"/>
                  </a:lnTo>
                  <a:lnTo>
                    <a:pt x="19153" y="8480"/>
                  </a:lnTo>
                  <a:lnTo>
                    <a:pt x="20030" y="7859"/>
                  </a:lnTo>
                  <a:lnTo>
                    <a:pt x="20944" y="7237"/>
                  </a:lnTo>
                  <a:lnTo>
                    <a:pt x="21858" y="6689"/>
                  </a:lnTo>
                  <a:lnTo>
                    <a:pt x="22808" y="6104"/>
                  </a:lnTo>
                  <a:lnTo>
                    <a:pt x="23758" y="5593"/>
                  </a:lnTo>
                  <a:lnTo>
                    <a:pt x="24709" y="5081"/>
                  </a:lnTo>
                  <a:lnTo>
                    <a:pt x="25696" y="4606"/>
                  </a:lnTo>
                  <a:lnTo>
                    <a:pt x="26683" y="4131"/>
                  </a:lnTo>
                  <a:lnTo>
                    <a:pt x="27669" y="3692"/>
                  </a:lnTo>
                  <a:lnTo>
                    <a:pt x="28693" y="3253"/>
                  </a:lnTo>
                  <a:lnTo>
                    <a:pt x="29716" y="2888"/>
                  </a:lnTo>
                  <a:lnTo>
                    <a:pt x="30776" y="2522"/>
                  </a:lnTo>
                  <a:lnTo>
                    <a:pt x="31800" y="2157"/>
                  </a:lnTo>
                  <a:lnTo>
                    <a:pt x="32896" y="1864"/>
                  </a:lnTo>
                  <a:lnTo>
                    <a:pt x="33956" y="1572"/>
                  </a:lnTo>
                  <a:lnTo>
                    <a:pt x="35053" y="1280"/>
                  </a:lnTo>
                  <a:lnTo>
                    <a:pt x="36113" y="1060"/>
                  </a:lnTo>
                  <a:lnTo>
                    <a:pt x="37246" y="841"/>
                  </a:lnTo>
                  <a:lnTo>
                    <a:pt x="38342" y="658"/>
                  </a:lnTo>
                  <a:lnTo>
                    <a:pt x="39476" y="512"/>
                  </a:lnTo>
                  <a:lnTo>
                    <a:pt x="40609" y="366"/>
                  </a:lnTo>
                  <a:lnTo>
                    <a:pt x="41742" y="256"/>
                  </a:lnTo>
                  <a:lnTo>
                    <a:pt x="42875" y="183"/>
                  </a:lnTo>
                  <a:lnTo>
                    <a:pt x="44044" y="146"/>
                  </a:lnTo>
                  <a:close/>
                  <a:moveTo>
                    <a:pt x="44081" y="0"/>
                  </a:moveTo>
                  <a:lnTo>
                    <a:pt x="42948" y="37"/>
                  </a:lnTo>
                  <a:lnTo>
                    <a:pt x="41815" y="110"/>
                  </a:lnTo>
                  <a:lnTo>
                    <a:pt x="40718" y="220"/>
                  </a:lnTo>
                  <a:lnTo>
                    <a:pt x="39585" y="329"/>
                  </a:lnTo>
                  <a:lnTo>
                    <a:pt x="38489" y="475"/>
                  </a:lnTo>
                  <a:lnTo>
                    <a:pt x="37392" y="658"/>
                  </a:lnTo>
                  <a:lnTo>
                    <a:pt x="36296" y="877"/>
                  </a:lnTo>
                  <a:lnTo>
                    <a:pt x="35236" y="1097"/>
                  </a:lnTo>
                  <a:lnTo>
                    <a:pt x="34139" y="1353"/>
                  </a:lnTo>
                  <a:lnTo>
                    <a:pt x="33079" y="1645"/>
                  </a:lnTo>
                  <a:lnTo>
                    <a:pt x="32019" y="1937"/>
                  </a:lnTo>
                  <a:lnTo>
                    <a:pt x="30959" y="2266"/>
                  </a:lnTo>
                  <a:lnTo>
                    <a:pt x="29936" y="2632"/>
                  </a:lnTo>
                  <a:lnTo>
                    <a:pt x="28912" y="2997"/>
                  </a:lnTo>
                  <a:lnTo>
                    <a:pt x="27889" y="3399"/>
                  </a:lnTo>
                  <a:lnTo>
                    <a:pt x="26865" y="3838"/>
                  </a:lnTo>
                  <a:lnTo>
                    <a:pt x="25878" y="4313"/>
                  </a:lnTo>
                  <a:lnTo>
                    <a:pt x="24892" y="4788"/>
                  </a:lnTo>
                  <a:lnTo>
                    <a:pt x="23905" y="5300"/>
                  </a:lnTo>
                  <a:lnTo>
                    <a:pt x="22954" y="5812"/>
                  </a:lnTo>
                  <a:lnTo>
                    <a:pt x="22004" y="6397"/>
                  </a:lnTo>
                  <a:lnTo>
                    <a:pt x="21054" y="6945"/>
                  </a:lnTo>
                  <a:lnTo>
                    <a:pt x="20140" y="7566"/>
                  </a:lnTo>
                  <a:lnTo>
                    <a:pt x="19226" y="8188"/>
                  </a:lnTo>
                  <a:lnTo>
                    <a:pt x="18312" y="8846"/>
                  </a:lnTo>
                  <a:lnTo>
                    <a:pt x="17435" y="9504"/>
                  </a:lnTo>
                  <a:lnTo>
                    <a:pt x="16558" y="10198"/>
                  </a:lnTo>
                  <a:lnTo>
                    <a:pt x="15717" y="10929"/>
                  </a:lnTo>
                  <a:lnTo>
                    <a:pt x="14876" y="11660"/>
                  </a:lnTo>
                  <a:lnTo>
                    <a:pt x="14036" y="12428"/>
                  </a:lnTo>
                  <a:lnTo>
                    <a:pt x="13232" y="13232"/>
                  </a:lnTo>
                  <a:lnTo>
                    <a:pt x="12427" y="14036"/>
                  </a:lnTo>
                  <a:lnTo>
                    <a:pt x="11696" y="14877"/>
                  </a:lnTo>
                  <a:lnTo>
                    <a:pt x="10929" y="15717"/>
                  </a:lnTo>
                  <a:lnTo>
                    <a:pt x="10198" y="16558"/>
                  </a:lnTo>
                  <a:lnTo>
                    <a:pt x="9503" y="17435"/>
                  </a:lnTo>
                  <a:lnTo>
                    <a:pt x="8845" y="18313"/>
                  </a:lnTo>
                  <a:lnTo>
                    <a:pt x="8188" y="19226"/>
                  </a:lnTo>
                  <a:lnTo>
                    <a:pt x="7566" y="20140"/>
                  </a:lnTo>
                  <a:lnTo>
                    <a:pt x="6981" y="21054"/>
                  </a:lnTo>
                  <a:lnTo>
                    <a:pt x="6396" y="22004"/>
                  </a:lnTo>
                  <a:lnTo>
                    <a:pt x="5812" y="22955"/>
                  </a:lnTo>
                  <a:lnTo>
                    <a:pt x="5300" y="23905"/>
                  </a:lnTo>
                  <a:lnTo>
                    <a:pt x="4788" y="24892"/>
                  </a:lnTo>
                  <a:lnTo>
                    <a:pt x="4313" y="25879"/>
                  </a:lnTo>
                  <a:lnTo>
                    <a:pt x="3838" y="26866"/>
                  </a:lnTo>
                  <a:lnTo>
                    <a:pt x="3436" y="27889"/>
                  </a:lnTo>
                  <a:lnTo>
                    <a:pt x="2997" y="28912"/>
                  </a:lnTo>
                  <a:lnTo>
                    <a:pt x="2632" y="29936"/>
                  </a:lnTo>
                  <a:lnTo>
                    <a:pt x="2266" y="30959"/>
                  </a:lnTo>
                  <a:lnTo>
                    <a:pt x="1937" y="32019"/>
                  </a:lnTo>
                  <a:lnTo>
                    <a:pt x="1645" y="33079"/>
                  </a:lnTo>
                  <a:lnTo>
                    <a:pt x="1352" y="34139"/>
                  </a:lnTo>
                  <a:lnTo>
                    <a:pt x="1097" y="35236"/>
                  </a:lnTo>
                  <a:lnTo>
                    <a:pt x="877" y="36296"/>
                  </a:lnTo>
                  <a:lnTo>
                    <a:pt x="658" y="37392"/>
                  </a:lnTo>
                  <a:lnTo>
                    <a:pt x="475" y="38489"/>
                  </a:lnTo>
                  <a:lnTo>
                    <a:pt x="329" y="39586"/>
                  </a:lnTo>
                  <a:lnTo>
                    <a:pt x="219" y="40719"/>
                  </a:lnTo>
                  <a:lnTo>
                    <a:pt x="110" y="41815"/>
                  </a:lnTo>
                  <a:lnTo>
                    <a:pt x="73" y="42948"/>
                  </a:lnTo>
                  <a:lnTo>
                    <a:pt x="0" y="44081"/>
                  </a:lnTo>
                  <a:lnTo>
                    <a:pt x="0" y="45178"/>
                  </a:lnTo>
                  <a:lnTo>
                    <a:pt x="0" y="46311"/>
                  </a:lnTo>
                  <a:lnTo>
                    <a:pt x="73" y="47444"/>
                  </a:lnTo>
                  <a:lnTo>
                    <a:pt x="110" y="48577"/>
                  </a:lnTo>
                  <a:lnTo>
                    <a:pt x="219" y="49674"/>
                  </a:lnTo>
                  <a:lnTo>
                    <a:pt x="329" y="50807"/>
                  </a:lnTo>
                  <a:lnTo>
                    <a:pt x="475" y="51903"/>
                  </a:lnTo>
                  <a:lnTo>
                    <a:pt x="658" y="53000"/>
                  </a:lnTo>
                  <a:lnTo>
                    <a:pt x="877" y="54096"/>
                  </a:lnTo>
                  <a:lnTo>
                    <a:pt x="1097" y="55156"/>
                  </a:lnTo>
                  <a:lnTo>
                    <a:pt x="1352" y="56253"/>
                  </a:lnTo>
                  <a:lnTo>
                    <a:pt x="1645" y="57313"/>
                  </a:lnTo>
                  <a:lnTo>
                    <a:pt x="1937" y="58373"/>
                  </a:lnTo>
                  <a:lnTo>
                    <a:pt x="2266" y="59433"/>
                  </a:lnTo>
                  <a:lnTo>
                    <a:pt x="2632" y="60456"/>
                  </a:lnTo>
                  <a:lnTo>
                    <a:pt x="2997" y="61480"/>
                  </a:lnTo>
                  <a:lnTo>
                    <a:pt x="3436" y="62503"/>
                  </a:lnTo>
                  <a:lnTo>
                    <a:pt x="3838" y="63527"/>
                  </a:lnTo>
                  <a:lnTo>
                    <a:pt x="4313" y="64514"/>
                  </a:lnTo>
                  <a:lnTo>
                    <a:pt x="4788" y="65501"/>
                  </a:lnTo>
                  <a:lnTo>
                    <a:pt x="5300" y="66487"/>
                  </a:lnTo>
                  <a:lnTo>
                    <a:pt x="5812" y="67438"/>
                  </a:lnTo>
                  <a:lnTo>
                    <a:pt x="6396" y="68388"/>
                  </a:lnTo>
                  <a:lnTo>
                    <a:pt x="6981" y="69338"/>
                  </a:lnTo>
                  <a:lnTo>
                    <a:pt x="7566" y="70252"/>
                  </a:lnTo>
                  <a:lnTo>
                    <a:pt x="8188" y="71166"/>
                  </a:lnTo>
                  <a:lnTo>
                    <a:pt x="8845" y="72080"/>
                  </a:lnTo>
                  <a:lnTo>
                    <a:pt x="9503" y="72957"/>
                  </a:lnTo>
                  <a:lnTo>
                    <a:pt x="10198" y="73834"/>
                  </a:lnTo>
                  <a:lnTo>
                    <a:pt x="10929" y="74675"/>
                  </a:lnTo>
                  <a:lnTo>
                    <a:pt x="11696" y="75516"/>
                  </a:lnTo>
                  <a:lnTo>
                    <a:pt x="12427" y="76356"/>
                  </a:lnTo>
                  <a:lnTo>
                    <a:pt x="13232" y="77161"/>
                  </a:lnTo>
                  <a:lnTo>
                    <a:pt x="14036" y="77965"/>
                  </a:lnTo>
                  <a:lnTo>
                    <a:pt x="14876" y="78732"/>
                  </a:lnTo>
                  <a:lnTo>
                    <a:pt x="15717" y="79463"/>
                  </a:lnTo>
                  <a:lnTo>
                    <a:pt x="16558" y="80194"/>
                  </a:lnTo>
                  <a:lnTo>
                    <a:pt x="17435" y="80889"/>
                  </a:lnTo>
                  <a:lnTo>
                    <a:pt x="18312" y="81547"/>
                  </a:lnTo>
                  <a:lnTo>
                    <a:pt x="19226" y="82205"/>
                  </a:lnTo>
                  <a:lnTo>
                    <a:pt x="20140" y="82826"/>
                  </a:lnTo>
                  <a:lnTo>
                    <a:pt x="21054" y="83447"/>
                  </a:lnTo>
                  <a:lnTo>
                    <a:pt x="22004" y="83996"/>
                  </a:lnTo>
                  <a:lnTo>
                    <a:pt x="22954" y="84580"/>
                  </a:lnTo>
                  <a:lnTo>
                    <a:pt x="23905" y="85092"/>
                  </a:lnTo>
                  <a:lnTo>
                    <a:pt x="24892" y="85604"/>
                  </a:lnTo>
                  <a:lnTo>
                    <a:pt x="25878" y="86079"/>
                  </a:lnTo>
                  <a:lnTo>
                    <a:pt x="26865" y="86554"/>
                  </a:lnTo>
                  <a:lnTo>
                    <a:pt x="27889" y="86956"/>
                  </a:lnTo>
                  <a:lnTo>
                    <a:pt x="28912" y="87395"/>
                  </a:lnTo>
                  <a:lnTo>
                    <a:pt x="29936" y="87760"/>
                  </a:lnTo>
                  <a:lnTo>
                    <a:pt x="30959" y="88126"/>
                  </a:lnTo>
                  <a:lnTo>
                    <a:pt x="32019" y="88455"/>
                  </a:lnTo>
                  <a:lnTo>
                    <a:pt x="33079" y="88747"/>
                  </a:lnTo>
                  <a:lnTo>
                    <a:pt x="34139" y="89040"/>
                  </a:lnTo>
                  <a:lnTo>
                    <a:pt x="35236" y="89296"/>
                  </a:lnTo>
                  <a:lnTo>
                    <a:pt x="36296" y="89515"/>
                  </a:lnTo>
                  <a:lnTo>
                    <a:pt x="37392" y="89734"/>
                  </a:lnTo>
                  <a:lnTo>
                    <a:pt x="38489" y="89917"/>
                  </a:lnTo>
                  <a:lnTo>
                    <a:pt x="39585" y="90063"/>
                  </a:lnTo>
                  <a:lnTo>
                    <a:pt x="40718" y="90173"/>
                  </a:lnTo>
                  <a:lnTo>
                    <a:pt x="41815" y="90283"/>
                  </a:lnTo>
                  <a:lnTo>
                    <a:pt x="42948" y="90319"/>
                  </a:lnTo>
                  <a:lnTo>
                    <a:pt x="44081" y="90392"/>
                  </a:lnTo>
                  <a:lnTo>
                    <a:pt x="46347" y="90392"/>
                  </a:lnTo>
                  <a:lnTo>
                    <a:pt x="47444" y="90319"/>
                  </a:lnTo>
                  <a:lnTo>
                    <a:pt x="48577" y="90283"/>
                  </a:lnTo>
                  <a:lnTo>
                    <a:pt x="49710" y="90173"/>
                  </a:lnTo>
                  <a:lnTo>
                    <a:pt x="50806" y="90063"/>
                  </a:lnTo>
                  <a:lnTo>
                    <a:pt x="51903" y="89917"/>
                  </a:lnTo>
                  <a:lnTo>
                    <a:pt x="53000" y="89734"/>
                  </a:lnTo>
                  <a:lnTo>
                    <a:pt x="54096" y="89515"/>
                  </a:lnTo>
                  <a:lnTo>
                    <a:pt x="55156" y="89296"/>
                  </a:lnTo>
                  <a:lnTo>
                    <a:pt x="56253" y="89040"/>
                  </a:lnTo>
                  <a:lnTo>
                    <a:pt x="57313" y="88747"/>
                  </a:lnTo>
                  <a:lnTo>
                    <a:pt x="58373" y="88455"/>
                  </a:lnTo>
                  <a:lnTo>
                    <a:pt x="59433" y="88126"/>
                  </a:lnTo>
                  <a:lnTo>
                    <a:pt x="60456" y="87760"/>
                  </a:lnTo>
                  <a:lnTo>
                    <a:pt x="61479" y="87395"/>
                  </a:lnTo>
                  <a:lnTo>
                    <a:pt x="62503" y="86956"/>
                  </a:lnTo>
                  <a:lnTo>
                    <a:pt x="63526" y="86554"/>
                  </a:lnTo>
                  <a:lnTo>
                    <a:pt x="64513" y="86079"/>
                  </a:lnTo>
                  <a:lnTo>
                    <a:pt x="65500" y="85604"/>
                  </a:lnTo>
                  <a:lnTo>
                    <a:pt x="66487" y="85092"/>
                  </a:lnTo>
                  <a:lnTo>
                    <a:pt x="67437" y="84580"/>
                  </a:lnTo>
                  <a:lnTo>
                    <a:pt x="68388" y="83996"/>
                  </a:lnTo>
                  <a:lnTo>
                    <a:pt x="69338" y="83447"/>
                  </a:lnTo>
                  <a:lnTo>
                    <a:pt x="70288" y="82826"/>
                  </a:lnTo>
                  <a:lnTo>
                    <a:pt x="71166" y="82205"/>
                  </a:lnTo>
                  <a:lnTo>
                    <a:pt x="72079" y="81547"/>
                  </a:lnTo>
                  <a:lnTo>
                    <a:pt x="72957" y="80889"/>
                  </a:lnTo>
                  <a:lnTo>
                    <a:pt x="73834" y="80194"/>
                  </a:lnTo>
                  <a:lnTo>
                    <a:pt x="74711" y="79463"/>
                  </a:lnTo>
                  <a:lnTo>
                    <a:pt x="75515" y="78732"/>
                  </a:lnTo>
                  <a:lnTo>
                    <a:pt x="76356" y="77965"/>
                  </a:lnTo>
                  <a:lnTo>
                    <a:pt x="77160" y="77161"/>
                  </a:lnTo>
                  <a:lnTo>
                    <a:pt x="77964" y="76356"/>
                  </a:lnTo>
                  <a:lnTo>
                    <a:pt x="78732" y="75516"/>
                  </a:lnTo>
                  <a:lnTo>
                    <a:pt x="79463" y="74675"/>
                  </a:lnTo>
                  <a:lnTo>
                    <a:pt x="80194" y="73834"/>
                  </a:lnTo>
                  <a:lnTo>
                    <a:pt x="80888" y="72957"/>
                  </a:lnTo>
                  <a:lnTo>
                    <a:pt x="81546" y="72080"/>
                  </a:lnTo>
                  <a:lnTo>
                    <a:pt x="82204" y="71166"/>
                  </a:lnTo>
                  <a:lnTo>
                    <a:pt x="82825" y="70252"/>
                  </a:lnTo>
                  <a:lnTo>
                    <a:pt x="83447" y="69338"/>
                  </a:lnTo>
                  <a:lnTo>
                    <a:pt x="84032" y="68388"/>
                  </a:lnTo>
                  <a:lnTo>
                    <a:pt x="84580" y="67438"/>
                  </a:lnTo>
                  <a:lnTo>
                    <a:pt x="85092" y="66487"/>
                  </a:lnTo>
                  <a:lnTo>
                    <a:pt x="85603" y="65501"/>
                  </a:lnTo>
                  <a:lnTo>
                    <a:pt x="86079" y="64514"/>
                  </a:lnTo>
                  <a:lnTo>
                    <a:pt x="86554" y="63527"/>
                  </a:lnTo>
                  <a:lnTo>
                    <a:pt x="86992" y="62503"/>
                  </a:lnTo>
                  <a:lnTo>
                    <a:pt x="87394" y="61480"/>
                  </a:lnTo>
                  <a:lnTo>
                    <a:pt x="87760" y="60456"/>
                  </a:lnTo>
                  <a:lnTo>
                    <a:pt x="88125" y="59433"/>
                  </a:lnTo>
                  <a:lnTo>
                    <a:pt x="88454" y="58373"/>
                  </a:lnTo>
                  <a:lnTo>
                    <a:pt x="88747" y="57313"/>
                  </a:lnTo>
                  <a:lnTo>
                    <a:pt x="89039" y="56253"/>
                  </a:lnTo>
                  <a:lnTo>
                    <a:pt x="89295" y="55156"/>
                  </a:lnTo>
                  <a:lnTo>
                    <a:pt x="89514" y="54096"/>
                  </a:lnTo>
                  <a:lnTo>
                    <a:pt x="89734" y="53000"/>
                  </a:lnTo>
                  <a:lnTo>
                    <a:pt x="89916" y="51903"/>
                  </a:lnTo>
                  <a:lnTo>
                    <a:pt x="90063" y="50807"/>
                  </a:lnTo>
                  <a:lnTo>
                    <a:pt x="90172" y="49674"/>
                  </a:lnTo>
                  <a:lnTo>
                    <a:pt x="90282" y="48577"/>
                  </a:lnTo>
                  <a:lnTo>
                    <a:pt x="90355" y="47444"/>
                  </a:lnTo>
                  <a:lnTo>
                    <a:pt x="90392" y="46311"/>
                  </a:lnTo>
                  <a:lnTo>
                    <a:pt x="90392" y="45178"/>
                  </a:lnTo>
                  <a:lnTo>
                    <a:pt x="90392" y="44081"/>
                  </a:lnTo>
                  <a:lnTo>
                    <a:pt x="90355" y="42948"/>
                  </a:lnTo>
                  <a:lnTo>
                    <a:pt x="90282" y="41815"/>
                  </a:lnTo>
                  <a:lnTo>
                    <a:pt x="90172" y="40719"/>
                  </a:lnTo>
                  <a:lnTo>
                    <a:pt x="90063" y="39586"/>
                  </a:lnTo>
                  <a:lnTo>
                    <a:pt x="89916" y="38489"/>
                  </a:lnTo>
                  <a:lnTo>
                    <a:pt x="89734" y="37392"/>
                  </a:lnTo>
                  <a:lnTo>
                    <a:pt x="89514" y="36296"/>
                  </a:lnTo>
                  <a:lnTo>
                    <a:pt x="89295" y="35236"/>
                  </a:lnTo>
                  <a:lnTo>
                    <a:pt x="89039" y="34139"/>
                  </a:lnTo>
                  <a:lnTo>
                    <a:pt x="88747" y="33079"/>
                  </a:lnTo>
                  <a:lnTo>
                    <a:pt x="88454" y="32019"/>
                  </a:lnTo>
                  <a:lnTo>
                    <a:pt x="88125" y="30959"/>
                  </a:lnTo>
                  <a:lnTo>
                    <a:pt x="87760" y="29936"/>
                  </a:lnTo>
                  <a:lnTo>
                    <a:pt x="87394" y="28912"/>
                  </a:lnTo>
                  <a:lnTo>
                    <a:pt x="86992" y="27889"/>
                  </a:lnTo>
                  <a:lnTo>
                    <a:pt x="86554" y="26866"/>
                  </a:lnTo>
                  <a:lnTo>
                    <a:pt x="86079" y="25879"/>
                  </a:lnTo>
                  <a:lnTo>
                    <a:pt x="85603" y="24892"/>
                  </a:lnTo>
                  <a:lnTo>
                    <a:pt x="85092" y="23905"/>
                  </a:lnTo>
                  <a:lnTo>
                    <a:pt x="84580" y="22955"/>
                  </a:lnTo>
                  <a:lnTo>
                    <a:pt x="84032" y="22004"/>
                  </a:lnTo>
                  <a:lnTo>
                    <a:pt x="83447" y="21054"/>
                  </a:lnTo>
                  <a:lnTo>
                    <a:pt x="82825" y="20140"/>
                  </a:lnTo>
                  <a:lnTo>
                    <a:pt x="82204" y="19226"/>
                  </a:lnTo>
                  <a:lnTo>
                    <a:pt x="81546" y="18313"/>
                  </a:lnTo>
                  <a:lnTo>
                    <a:pt x="80888" y="17435"/>
                  </a:lnTo>
                  <a:lnTo>
                    <a:pt x="80194" y="16558"/>
                  </a:lnTo>
                  <a:lnTo>
                    <a:pt x="79463" y="15717"/>
                  </a:lnTo>
                  <a:lnTo>
                    <a:pt x="78732" y="14877"/>
                  </a:lnTo>
                  <a:lnTo>
                    <a:pt x="77964" y="14036"/>
                  </a:lnTo>
                  <a:lnTo>
                    <a:pt x="77160" y="13232"/>
                  </a:lnTo>
                  <a:lnTo>
                    <a:pt x="76356" y="12428"/>
                  </a:lnTo>
                  <a:lnTo>
                    <a:pt x="75515" y="11660"/>
                  </a:lnTo>
                  <a:lnTo>
                    <a:pt x="74711" y="10929"/>
                  </a:lnTo>
                  <a:lnTo>
                    <a:pt x="73834" y="10198"/>
                  </a:lnTo>
                  <a:lnTo>
                    <a:pt x="72957" y="9504"/>
                  </a:lnTo>
                  <a:lnTo>
                    <a:pt x="72079" y="8846"/>
                  </a:lnTo>
                  <a:lnTo>
                    <a:pt x="71166" y="8188"/>
                  </a:lnTo>
                  <a:lnTo>
                    <a:pt x="70288" y="7566"/>
                  </a:lnTo>
                  <a:lnTo>
                    <a:pt x="69338" y="6945"/>
                  </a:lnTo>
                  <a:lnTo>
                    <a:pt x="68388" y="6397"/>
                  </a:lnTo>
                  <a:lnTo>
                    <a:pt x="67437" y="5812"/>
                  </a:lnTo>
                  <a:lnTo>
                    <a:pt x="66487" y="5300"/>
                  </a:lnTo>
                  <a:lnTo>
                    <a:pt x="65500" y="4788"/>
                  </a:lnTo>
                  <a:lnTo>
                    <a:pt x="64513" y="4313"/>
                  </a:lnTo>
                  <a:lnTo>
                    <a:pt x="63526" y="3838"/>
                  </a:lnTo>
                  <a:lnTo>
                    <a:pt x="62503" y="3399"/>
                  </a:lnTo>
                  <a:lnTo>
                    <a:pt x="61479" y="2997"/>
                  </a:lnTo>
                  <a:lnTo>
                    <a:pt x="60456" y="2632"/>
                  </a:lnTo>
                  <a:lnTo>
                    <a:pt x="59433" y="2266"/>
                  </a:lnTo>
                  <a:lnTo>
                    <a:pt x="58373" y="1937"/>
                  </a:lnTo>
                  <a:lnTo>
                    <a:pt x="57313" y="1645"/>
                  </a:lnTo>
                  <a:lnTo>
                    <a:pt x="56253" y="1353"/>
                  </a:lnTo>
                  <a:lnTo>
                    <a:pt x="55156" y="1097"/>
                  </a:lnTo>
                  <a:lnTo>
                    <a:pt x="54096" y="877"/>
                  </a:lnTo>
                  <a:lnTo>
                    <a:pt x="53000" y="658"/>
                  </a:lnTo>
                  <a:lnTo>
                    <a:pt x="51903" y="475"/>
                  </a:lnTo>
                  <a:lnTo>
                    <a:pt x="50806" y="329"/>
                  </a:lnTo>
                  <a:lnTo>
                    <a:pt x="49710" y="220"/>
                  </a:lnTo>
                  <a:lnTo>
                    <a:pt x="48577" y="110"/>
                  </a:lnTo>
                  <a:lnTo>
                    <a:pt x="47444" y="37"/>
                  </a:lnTo>
                  <a:lnTo>
                    <a:pt x="463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82675" y="660275"/>
              <a:ext cx="1883350" cy="1883350"/>
            </a:xfrm>
            <a:custGeom>
              <a:rect b="b" l="l" r="r" t="t"/>
              <a:pathLst>
                <a:path extrusionOk="0" h="75334" w="75334">
                  <a:moveTo>
                    <a:pt x="38635" y="147"/>
                  </a:moveTo>
                  <a:lnTo>
                    <a:pt x="39586" y="184"/>
                  </a:lnTo>
                  <a:lnTo>
                    <a:pt x="40536" y="257"/>
                  </a:lnTo>
                  <a:lnTo>
                    <a:pt x="41486" y="330"/>
                  </a:lnTo>
                  <a:lnTo>
                    <a:pt x="42437" y="439"/>
                  </a:lnTo>
                  <a:lnTo>
                    <a:pt x="43387" y="549"/>
                  </a:lnTo>
                  <a:lnTo>
                    <a:pt x="44301" y="732"/>
                  </a:lnTo>
                  <a:lnTo>
                    <a:pt x="45215" y="878"/>
                  </a:lnTo>
                  <a:lnTo>
                    <a:pt x="46128" y="1097"/>
                  </a:lnTo>
                  <a:lnTo>
                    <a:pt x="47042" y="1317"/>
                  </a:lnTo>
                  <a:lnTo>
                    <a:pt x="47919" y="1573"/>
                  </a:lnTo>
                  <a:lnTo>
                    <a:pt x="48833" y="1828"/>
                  </a:lnTo>
                  <a:lnTo>
                    <a:pt x="49710" y="2121"/>
                  </a:lnTo>
                  <a:lnTo>
                    <a:pt x="50551" y="2413"/>
                  </a:lnTo>
                  <a:lnTo>
                    <a:pt x="51428" y="2742"/>
                  </a:lnTo>
                  <a:lnTo>
                    <a:pt x="52269" y="3071"/>
                  </a:lnTo>
                  <a:lnTo>
                    <a:pt x="53110" y="3437"/>
                  </a:lnTo>
                  <a:lnTo>
                    <a:pt x="53914" y="3839"/>
                  </a:lnTo>
                  <a:lnTo>
                    <a:pt x="54755" y="4241"/>
                  </a:lnTo>
                  <a:lnTo>
                    <a:pt x="55559" y="4679"/>
                  </a:lnTo>
                  <a:lnTo>
                    <a:pt x="56326" y="5118"/>
                  </a:lnTo>
                  <a:lnTo>
                    <a:pt x="57130" y="5557"/>
                  </a:lnTo>
                  <a:lnTo>
                    <a:pt x="58629" y="6544"/>
                  </a:lnTo>
                  <a:lnTo>
                    <a:pt x="60128" y="7604"/>
                  </a:lnTo>
                  <a:lnTo>
                    <a:pt x="61517" y="8700"/>
                  </a:lnTo>
                  <a:lnTo>
                    <a:pt x="62906" y="9906"/>
                  </a:lnTo>
                  <a:lnTo>
                    <a:pt x="64185" y="11149"/>
                  </a:lnTo>
                  <a:lnTo>
                    <a:pt x="65428" y="12428"/>
                  </a:lnTo>
                  <a:lnTo>
                    <a:pt x="66634" y="13817"/>
                  </a:lnTo>
                  <a:lnTo>
                    <a:pt x="67730" y="15206"/>
                  </a:lnTo>
                  <a:lnTo>
                    <a:pt x="68790" y="16705"/>
                  </a:lnTo>
                  <a:lnTo>
                    <a:pt x="69777" y="18203"/>
                  </a:lnTo>
                  <a:lnTo>
                    <a:pt x="70216" y="19008"/>
                  </a:lnTo>
                  <a:lnTo>
                    <a:pt x="70654" y="19775"/>
                  </a:lnTo>
                  <a:lnTo>
                    <a:pt x="71093" y="20579"/>
                  </a:lnTo>
                  <a:lnTo>
                    <a:pt x="71495" y="21420"/>
                  </a:lnTo>
                  <a:lnTo>
                    <a:pt x="71897" y="22224"/>
                  </a:lnTo>
                  <a:lnTo>
                    <a:pt x="72263" y="23065"/>
                  </a:lnTo>
                  <a:lnTo>
                    <a:pt x="72592" y="23906"/>
                  </a:lnTo>
                  <a:lnTo>
                    <a:pt x="72921" y="24783"/>
                  </a:lnTo>
                  <a:lnTo>
                    <a:pt x="73213" y="25623"/>
                  </a:lnTo>
                  <a:lnTo>
                    <a:pt x="73505" y="26501"/>
                  </a:lnTo>
                  <a:lnTo>
                    <a:pt x="73761" y="27414"/>
                  </a:lnTo>
                  <a:lnTo>
                    <a:pt x="74017" y="28292"/>
                  </a:lnTo>
                  <a:lnTo>
                    <a:pt x="74236" y="29205"/>
                  </a:lnTo>
                  <a:lnTo>
                    <a:pt x="74456" y="30119"/>
                  </a:lnTo>
                  <a:lnTo>
                    <a:pt x="74602" y="31033"/>
                  </a:lnTo>
                  <a:lnTo>
                    <a:pt x="74785" y="31947"/>
                  </a:lnTo>
                  <a:lnTo>
                    <a:pt x="74894" y="32897"/>
                  </a:lnTo>
                  <a:lnTo>
                    <a:pt x="75004" y="33848"/>
                  </a:lnTo>
                  <a:lnTo>
                    <a:pt x="75077" y="34798"/>
                  </a:lnTo>
                  <a:lnTo>
                    <a:pt x="75150" y="35748"/>
                  </a:lnTo>
                  <a:lnTo>
                    <a:pt x="75187" y="36699"/>
                  </a:lnTo>
                  <a:lnTo>
                    <a:pt x="75187" y="37649"/>
                  </a:lnTo>
                  <a:lnTo>
                    <a:pt x="75187" y="38636"/>
                  </a:lnTo>
                  <a:lnTo>
                    <a:pt x="75150" y="39586"/>
                  </a:lnTo>
                  <a:lnTo>
                    <a:pt x="75077" y="40536"/>
                  </a:lnTo>
                  <a:lnTo>
                    <a:pt x="75004" y="41487"/>
                  </a:lnTo>
                  <a:lnTo>
                    <a:pt x="74894" y="42437"/>
                  </a:lnTo>
                  <a:lnTo>
                    <a:pt x="74785" y="43387"/>
                  </a:lnTo>
                  <a:lnTo>
                    <a:pt x="74602" y="44301"/>
                  </a:lnTo>
                  <a:lnTo>
                    <a:pt x="74456" y="45215"/>
                  </a:lnTo>
                  <a:lnTo>
                    <a:pt x="74236" y="46129"/>
                  </a:lnTo>
                  <a:lnTo>
                    <a:pt x="74017" y="47043"/>
                  </a:lnTo>
                  <a:lnTo>
                    <a:pt x="73761" y="47920"/>
                  </a:lnTo>
                  <a:lnTo>
                    <a:pt x="73505" y="48797"/>
                  </a:lnTo>
                  <a:lnTo>
                    <a:pt x="73213" y="49674"/>
                  </a:lnTo>
                  <a:lnTo>
                    <a:pt x="72921" y="50552"/>
                  </a:lnTo>
                  <a:lnTo>
                    <a:pt x="72592" y="51429"/>
                  </a:lnTo>
                  <a:lnTo>
                    <a:pt x="72263" y="52270"/>
                  </a:lnTo>
                  <a:lnTo>
                    <a:pt x="71897" y="53110"/>
                  </a:lnTo>
                  <a:lnTo>
                    <a:pt x="71495" y="53914"/>
                  </a:lnTo>
                  <a:lnTo>
                    <a:pt x="71093" y="54755"/>
                  </a:lnTo>
                  <a:lnTo>
                    <a:pt x="70654" y="55523"/>
                  </a:lnTo>
                  <a:lnTo>
                    <a:pt x="70216" y="56327"/>
                  </a:lnTo>
                  <a:lnTo>
                    <a:pt x="69777" y="57094"/>
                  </a:lnTo>
                  <a:lnTo>
                    <a:pt x="68790" y="58629"/>
                  </a:lnTo>
                  <a:lnTo>
                    <a:pt x="67730" y="60092"/>
                  </a:lnTo>
                  <a:lnTo>
                    <a:pt x="66634" y="61517"/>
                  </a:lnTo>
                  <a:lnTo>
                    <a:pt x="65428" y="62906"/>
                  </a:lnTo>
                  <a:lnTo>
                    <a:pt x="64185" y="64185"/>
                  </a:lnTo>
                  <a:lnTo>
                    <a:pt x="62906" y="65428"/>
                  </a:lnTo>
                  <a:lnTo>
                    <a:pt x="61517" y="66634"/>
                  </a:lnTo>
                  <a:lnTo>
                    <a:pt x="60128" y="67731"/>
                  </a:lnTo>
                  <a:lnTo>
                    <a:pt x="58629" y="68791"/>
                  </a:lnTo>
                  <a:lnTo>
                    <a:pt x="57130" y="69741"/>
                  </a:lnTo>
                  <a:lnTo>
                    <a:pt x="56326" y="70216"/>
                  </a:lnTo>
                  <a:lnTo>
                    <a:pt x="55559" y="70655"/>
                  </a:lnTo>
                  <a:lnTo>
                    <a:pt x="54755" y="71094"/>
                  </a:lnTo>
                  <a:lnTo>
                    <a:pt x="53914" y="71496"/>
                  </a:lnTo>
                  <a:lnTo>
                    <a:pt x="53110" y="71861"/>
                  </a:lnTo>
                  <a:lnTo>
                    <a:pt x="52269" y="72227"/>
                  </a:lnTo>
                  <a:lnTo>
                    <a:pt x="51428" y="72592"/>
                  </a:lnTo>
                  <a:lnTo>
                    <a:pt x="50551" y="72921"/>
                  </a:lnTo>
                  <a:lnTo>
                    <a:pt x="49710" y="73214"/>
                  </a:lnTo>
                  <a:lnTo>
                    <a:pt x="48833" y="73506"/>
                  </a:lnTo>
                  <a:lnTo>
                    <a:pt x="47919" y="73762"/>
                  </a:lnTo>
                  <a:lnTo>
                    <a:pt x="47042" y="74018"/>
                  </a:lnTo>
                  <a:lnTo>
                    <a:pt x="46128" y="74237"/>
                  </a:lnTo>
                  <a:lnTo>
                    <a:pt x="45215" y="74420"/>
                  </a:lnTo>
                  <a:lnTo>
                    <a:pt x="44301" y="74603"/>
                  </a:lnTo>
                  <a:lnTo>
                    <a:pt x="43387" y="74749"/>
                  </a:lnTo>
                  <a:lnTo>
                    <a:pt x="42437" y="74895"/>
                  </a:lnTo>
                  <a:lnTo>
                    <a:pt x="41486" y="75005"/>
                  </a:lnTo>
                  <a:lnTo>
                    <a:pt x="40536" y="75078"/>
                  </a:lnTo>
                  <a:lnTo>
                    <a:pt x="39586" y="75151"/>
                  </a:lnTo>
                  <a:lnTo>
                    <a:pt x="38635" y="75187"/>
                  </a:lnTo>
                  <a:lnTo>
                    <a:pt x="36698" y="75187"/>
                  </a:lnTo>
                  <a:lnTo>
                    <a:pt x="35748" y="75151"/>
                  </a:lnTo>
                  <a:lnTo>
                    <a:pt x="34798" y="75078"/>
                  </a:lnTo>
                  <a:lnTo>
                    <a:pt x="33847" y="75005"/>
                  </a:lnTo>
                  <a:lnTo>
                    <a:pt x="32897" y="74895"/>
                  </a:lnTo>
                  <a:lnTo>
                    <a:pt x="31947" y="74749"/>
                  </a:lnTo>
                  <a:lnTo>
                    <a:pt x="31033" y="74603"/>
                  </a:lnTo>
                  <a:lnTo>
                    <a:pt x="30119" y="74420"/>
                  </a:lnTo>
                  <a:lnTo>
                    <a:pt x="29205" y="74237"/>
                  </a:lnTo>
                  <a:lnTo>
                    <a:pt x="28291" y="74018"/>
                  </a:lnTo>
                  <a:lnTo>
                    <a:pt x="27414" y="73762"/>
                  </a:lnTo>
                  <a:lnTo>
                    <a:pt x="26537" y="73506"/>
                  </a:lnTo>
                  <a:lnTo>
                    <a:pt x="25660" y="73214"/>
                  </a:lnTo>
                  <a:lnTo>
                    <a:pt x="24782" y="72921"/>
                  </a:lnTo>
                  <a:lnTo>
                    <a:pt x="23905" y="72592"/>
                  </a:lnTo>
                  <a:lnTo>
                    <a:pt x="23065" y="72227"/>
                  </a:lnTo>
                  <a:lnTo>
                    <a:pt x="22224" y="71861"/>
                  </a:lnTo>
                  <a:lnTo>
                    <a:pt x="21420" y="71496"/>
                  </a:lnTo>
                  <a:lnTo>
                    <a:pt x="20616" y="71094"/>
                  </a:lnTo>
                  <a:lnTo>
                    <a:pt x="19811" y="70655"/>
                  </a:lnTo>
                  <a:lnTo>
                    <a:pt x="19007" y="70216"/>
                  </a:lnTo>
                  <a:lnTo>
                    <a:pt x="18240" y="69741"/>
                  </a:lnTo>
                  <a:lnTo>
                    <a:pt x="16705" y="68791"/>
                  </a:lnTo>
                  <a:lnTo>
                    <a:pt x="15243" y="67731"/>
                  </a:lnTo>
                  <a:lnTo>
                    <a:pt x="13817" y="66634"/>
                  </a:lnTo>
                  <a:lnTo>
                    <a:pt x="12465" y="65428"/>
                  </a:lnTo>
                  <a:lnTo>
                    <a:pt x="11149" y="64185"/>
                  </a:lnTo>
                  <a:lnTo>
                    <a:pt x="9906" y="62906"/>
                  </a:lnTo>
                  <a:lnTo>
                    <a:pt x="8736" y="61517"/>
                  </a:lnTo>
                  <a:lnTo>
                    <a:pt x="7603" y="60092"/>
                  </a:lnTo>
                  <a:lnTo>
                    <a:pt x="6543" y="58629"/>
                  </a:lnTo>
                  <a:lnTo>
                    <a:pt x="5593" y="57094"/>
                  </a:lnTo>
                  <a:lnTo>
                    <a:pt x="5118" y="56327"/>
                  </a:lnTo>
                  <a:lnTo>
                    <a:pt x="4679" y="55523"/>
                  </a:lnTo>
                  <a:lnTo>
                    <a:pt x="4241" y="54755"/>
                  </a:lnTo>
                  <a:lnTo>
                    <a:pt x="3838" y="53914"/>
                  </a:lnTo>
                  <a:lnTo>
                    <a:pt x="3473" y="53110"/>
                  </a:lnTo>
                  <a:lnTo>
                    <a:pt x="3107" y="52270"/>
                  </a:lnTo>
                  <a:lnTo>
                    <a:pt x="2742" y="51429"/>
                  </a:lnTo>
                  <a:lnTo>
                    <a:pt x="2413" y="50552"/>
                  </a:lnTo>
                  <a:lnTo>
                    <a:pt x="2121" y="49674"/>
                  </a:lnTo>
                  <a:lnTo>
                    <a:pt x="1828" y="48797"/>
                  </a:lnTo>
                  <a:lnTo>
                    <a:pt x="1572" y="47920"/>
                  </a:lnTo>
                  <a:lnTo>
                    <a:pt x="1316" y="47043"/>
                  </a:lnTo>
                  <a:lnTo>
                    <a:pt x="1097" y="46129"/>
                  </a:lnTo>
                  <a:lnTo>
                    <a:pt x="914" y="45215"/>
                  </a:lnTo>
                  <a:lnTo>
                    <a:pt x="732" y="44301"/>
                  </a:lnTo>
                  <a:lnTo>
                    <a:pt x="585" y="43387"/>
                  </a:lnTo>
                  <a:lnTo>
                    <a:pt x="439" y="42437"/>
                  </a:lnTo>
                  <a:lnTo>
                    <a:pt x="330" y="41487"/>
                  </a:lnTo>
                  <a:lnTo>
                    <a:pt x="256" y="40536"/>
                  </a:lnTo>
                  <a:lnTo>
                    <a:pt x="183" y="39586"/>
                  </a:lnTo>
                  <a:lnTo>
                    <a:pt x="147" y="38636"/>
                  </a:lnTo>
                  <a:lnTo>
                    <a:pt x="147" y="37649"/>
                  </a:lnTo>
                  <a:lnTo>
                    <a:pt x="147" y="36699"/>
                  </a:lnTo>
                  <a:lnTo>
                    <a:pt x="183" y="35748"/>
                  </a:lnTo>
                  <a:lnTo>
                    <a:pt x="256" y="34798"/>
                  </a:lnTo>
                  <a:lnTo>
                    <a:pt x="330" y="33848"/>
                  </a:lnTo>
                  <a:lnTo>
                    <a:pt x="439" y="32897"/>
                  </a:lnTo>
                  <a:lnTo>
                    <a:pt x="585" y="31947"/>
                  </a:lnTo>
                  <a:lnTo>
                    <a:pt x="732" y="31033"/>
                  </a:lnTo>
                  <a:lnTo>
                    <a:pt x="914" y="30119"/>
                  </a:lnTo>
                  <a:lnTo>
                    <a:pt x="1097" y="29205"/>
                  </a:lnTo>
                  <a:lnTo>
                    <a:pt x="1316" y="28292"/>
                  </a:lnTo>
                  <a:lnTo>
                    <a:pt x="1572" y="27414"/>
                  </a:lnTo>
                  <a:lnTo>
                    <a:pt x="1828" y="26501"/>
                  </a:lnTo>
                  <a:lnTo>
                    <a:pt x="2121" y="25623"/>
                  </a:lnTo>
                  <a:lnTo>
                    <a:pt x="2413" y="24783"/>
                  </a:lnTo>
                  <a:lnTo>
                    <a:pt x="2742" y="23906"/>
                  </a:lnTo>
                  <a:lnTo>
                    <a:pt x="3107" y="23065"/>
                  </a:lnTo>
                  <a:lnTo>
                    <a:pt x="3473" y="22224"/>
                  </a:lnTo>
                  <a:lnTo>
                    <a:pt x="3838" y="21420"/>
                  </a:lnTo>
                  <a:lnTo>
                    <a:pt x="4241" y="20579"/>
                  </a:lnTo>
                  <a:lnTo>
                    <a:pt x="4679" y="19775"/>
                  </a:lnTo>
                  <a:lnTo>
                    <a:pt x="5118" y="19008"/>
                  </a:lnTo>
                  <a:lnTo>
                    <a:pt x="5593" y="18203"/>
                  </a:lnTo>
                  <a:lnTo>
                    <a:pt x="6543" y="16705"/>
                  </a:lnTo>
                  <a:lnTo>
                    <a:pt x="7603" y="15206"/>
                  </a:lnTo>
                  <a:lnTo>
                    <a:pt x="8736" y="13817"/>
                  </a:lnTo>
                  <a:lnTo>
                    <a:pt x="9906" y="12428"/>
                  </a:lnTo>
                  <a:lnTo>
                    <a:pt x="11149" y="11149"/>
                  </a:lnTo>
                  <a:lnTo>
                    <a:pt x="12465" y="9906"/>
                  </a:lnTo>
                  <a:lnTo>
                    <a:pt x="13817" y="8700"/>
                  </a:lnTo>
                  <a:lnTo>
                    <a:pt x="15243" y="7604"/>
                  </a:lnTo>
                  <a:lnTo>
                    <a:pt x="16705" y="6544"/>
                  </a:lnTo>
                  <a:lnTo>
                    <a:pt x="18240" y="5557"/>
                  </a:lnTo>
                  <a:lnTo>
                    <a:pt x="19007" y="5118"/>
                  </a:lnTo>
                  <a:lnTo>
                    <a:pt x="19811" y="4679"/>
                  </a:lnTo>
                  <a:lnTo>
                    <a:pt x="20616" y="4241"/>
                  </a:lnTo>
                  <a:lnTo>
                    <a:pt x="21420" y="3839"/>
                  </a:lnTo>
                  <a:lnTo>
                    <a:pt x="22224" y="3437"/>
                  </a:lnTo>
                  <a:lnTo>
                    <a:pt x="23065" y="3071"/>
                  </a:lnTo>
                  <a:lnTo>
                    <a:pt x="23905" y="2742"/>
                  </a:lnTo>
                  <a:lnTo>
                    <a:pt x="24782" y="2413"/>
                  </a:lnTo>
                  <a:lnTo>
                    <a:pt x="25660" y="2121"/>
                  </a:lnTo>
                  <a:lnTo>
                    <a:pt x="26537" y="1828"/>
                  </a:lnTo>
                  <a:lnTo>
                    <a:pt x="27414" y="1573"/>
                  </a:lnTo>
                  <a:lnTo>
                    <a:pt x="28291" y="1317"/>
                  </a:lnTo>
                  <a:lnTo>
                    <a:pt x="29205" y="1097"/>
                  </a:lnTo>
                  <a:lnTo>
                    <a:pt x="30119" y="878"/>
                  </a:lnTo>
                  <a:lnTo>
                    <a:pt x="31033" y="732"/>
                  </a:lnTo>
                  <a:lnTo>
                    <a:pt x="31947" y="549"/>
                  </a:lnTo>
                  <a:lnTo>
                    <a:pt x="32897" y="439"/>
                  </a:lnTo>
                  <a:lnTo>
                    <a:pt x="33847" y="330"/>
                  </a:lnTo>
                  <a:lnTo>
                    <a:pt x="34798" y="257"/>
                  </a:lnTo>
                  <a:lnTo>
                    <a:pt x="35748" y="184"/>
                  </a:lnTo>
                  <a:lnTo>
                    <a:pt x="36698" y="147"/>
                  </a:lnTo>
                  <a:close/>
                  <a:moveTo>
                    <a:pt x="36735" y="1"/>
                  </a:moveTo>
                  <a:lnTo>
                    <a:pt x="35784" y="37"/>
                  </a:lnTo>
                  <a:lnTo>
                    <a:pt x="34871" y="110"/>
                  </a:lnTo>
                  <a:lnTo>
                    <a:pt x="33920" y="184"/>
                  </a:lnTo>
                  <a:lnTo>
                    <a:pt x="33007" y="257"/>
                  </a:lnTo>
                  <a:lnTo>
                    <a:pt x="32093" y="403"/>
                  </a:lnTo>
                  <a:lnTo>
                    <a:pt x="31179" y="549"/>
                  </a:lnTo>
                  <a:lnTo>
                    <a:pt x="30265" y="695"/>
                  </a:lnTo>
                  <a:lnTo>
                    <a:pt x="29351" y="915"/>
                  </a:lnTo>
                  <a:lnTo>
                    <a:pt x="28474" y="1097"/>
                  </a:lnTo>
                  <a:lnTo>
                    <a:pt x="27560" y="1353"/>
                  </a:lnTo>
                  <a:lnTo>
                    <a:pt x="26683" y="1609"/>
                  </a:lnTo>
                  <a:lnTo>
                    <a:pt x="25806" y="1865"/>
                  </a:lnTo>
                  <a:lnTo>
                    <a:pt x="24929" y="2194"/>
                  </a:lnTo>
                  <a:lnTo>
                    <a:pt x="24088" y="2486"/>
                  </a:lnTo>
                  <a:lnTo>
                    <a:pt x="23247" y="2852"/>
                  </a:lnTo>
                  <a:lnTo>
                    <a:pt x="22407" y="3181"/>
                  </a:lnTo>
                  <a:lnTo>
                    <a:pt x="21566" y="3583"/>
                  </a:lnTo>
                  <a:lnTo>
                    <a:pt x="20725" y="3985"/>
                  </a:lnTo>
                  <a:lnTo>
                    <a:pt x="19921" y="4387"/>
                  </a:lnTo>
                  <a:lnTo>
                    <a:pt x="19117" y="4862"/>
                  </a:lnTo>
                  <a:lnTo>
                    <a:pt x="18313" y="5301"/>
                  </a:lnTo>
                  <a:lnTo>
                    <a:pt x="17545" y="5776"/>
                  </a:lnTo>
                  <a:lnTo>
                    <a:pt x="16778" y="6288"/>
                  </a:lnTo>
                  <a:lnTo>
                    <a:pt x="16010" y="6799"/>
                  </a:lnTo>
                  <a:lnTo>
                    <a:pt x="15243" y="7348"/>
                  </a:lnTo>
                  <a:lnTo>
                    <a:pt x="14511" y="7933"/>
                  </a:lnTo>
                  <a:lnTo>
                    <a:pt x="13780" y="8517"/>
                  </a:lnTo>
                  <a:lnTo>
                    <a:pt x="13086" y="9102"/>
                  </a:lnTo>
                  <a:lnTo>
                    <a:pt x="12392" y="9724"/>
                  </a:lnTo>
                  <a:lnTo>
                    <a:pt x="11697" y="10345"/>
                  </a:lnTo>
                  <a:lnTo>
                    <a:pt x="11039" y="11003"/>
                  </a:lnTo>
                  <a:lnTo>
                    <a:pt x="10381" y="11697"/>
                  </a:lnTo>
                  <a:lnTo>
                    <a:pt x="9723" y="12392"/>
                  </a:lnTo>
                  <a:lnTo>
                    <a:pt x="9102" y="13086"/>
                  </a:lnTo>
                  <a:lnTo>
                    <a:pt x="8517" y="13781"/>
                  </a:lnTo>
                  <a:lnTo>
                    <a:pt x="7932" y="14512"/>
                  </a:lnTo>
                  <a:lnTo>
                    <a:pt x="7347" y="15243"/>
                  </a:lnTo>
                  <a:lnTo>
                    <a:pt x="6836" y="16010"/>
                  </a:lnTo>
                  <a:lnTo>
                    <a:pt x="6287" y="16778"/>
                  </a:lnTo>
                  <a:lnTo>
                    <a:pt x="5812" y="17546"/>
                  </a:lnTo>
                  <a:lnTo>
                    <a:pt x="5301" y="18313"/>
                  </a:lnTo>
                  <a:lnTo>
                    <a:pt x="4862" y="19117"/>
                  </a:lnTo>
                  <a:lnTo>
                    <a:pt x="4423" y="19921"/>
                  </a:lnTo>
                  <a:lnTo>
                    <a:pt x="3985" y="20726"/>
                  </a:lnTo>
                  <a:lnTo>
                    <a:pt x="3583" y="21566"/>
                  </a:lnTo>
                  <a:lnTo>
                    <a:pt x="3217" y="22407"/>
                  </a:lnTo>
                  <a:lnTo>
                    <a:pt x="2852" y="23248"/>
                  </a:lnTo>
                  <a:lnTo>
                    <a:pt x="2486" y="24088"/>
                  </a:lnTo>
                  <a:lnTo>
                    <a:pt x="2194" y="24929"/>
                  </a:lnTo>
                  <a:lnTo>
                    <a:pt x="1901" y="25806"/>
                  </a:lnTo>
                  <a:lnTo>
                    <a:pt x="1609" y="26683"/>
                  </a:lnTo>
                  <a:lnTo>
                    <a:pt x="1353" y="27561"/>
                  </a:lnTo>
                  <a:lnTo>
                    <a:pt x="1134" y="28438"/>
                  </a:lnTo>
                  <a:lnTo>
                    <a:pt x="914" y="29352"/>
                  </a:lnTo>
                  <a:lnTo>
                    <a:pt x="732" y="30265"/>
                  </a:lnTo>
                  <a:lnTo>
                    <a:pt x="549" y="31143"/>
                  </a:lnTo>
                  <a:lnTo>
                    <a:pt x="403" y="32093"/>
                  </a:lnTo>
                  <a:lnTo>
                    <a:pt x="293" y="33007"/>
                  </a:lnTo>
                  <a:lnTo>
                    <a:pt x="183" y="33921"/>
                  </a:lnTo>
                  <a:lnTo>
                    <a:pt x="110" y="34834"/>
                  </a:lnTo>
                  <a:lnTo>
                    <a:pt x="37" y="35785"/>
                  </a:lnTo>
                  <a:lnTo>
                    <a:pt x="1" y="36735"/>
                  </a:lnTo>
                  <a:lnTo>
                    <a:pt x="1" y="37649"/>
                  </a:lnTo>
                  <a:lnTo>
                    <a:pt x="1" y="38599"/>
                  </a:lnTo>
                  <a:lnTo>
                    <a:pt x="37" y="39550"/>
                  </a:lnTo>
                  <a:lnTo>
                    <a:pt x="110" y="40463"/>
                  </a:lnTo>
                  <a:lnTo>
                    <a:pt x="183" y="41414"/>
                  </a:lnTo>
                  <a:lnTo>
                    <a:pt x="293" y="42328"/>
                  </a:lnTo>
                  <a:lnTo>
                    <a:pt x="403" y="43241"/>
                  </a:lnTo>
                  <a:lnTo>
                    <a:pt x="549" y="44155"/>
                  </a:lnTo>
                  <a:lnTo>
                    <a:pt x="732" y="45069"/>
                  </a:lnTo>
                  <a:lnTo>
                    <a:pt x="914" y="45983"/>
                  </a:lnTo>
                  <a:lnTo>
                    <a:pt x="1134" y="46860"/>
                  </a:lnTo>
                  <a:lnTo>
                    <a:pt x="1353" y="47774"/>
                  </a:lnTo>
                  <a:lnTo>
                    <a:pt x="1609" y="48651"/>
                  </a:lnTo>
                  <a:lnTo>
                    <a:pt x="1901" y="49528"/>
                  </a:lnTo>
                  <a:lnTo>
                    <a:pt x="2194" y="50405"/>
                  </a:lnTo>
                  <a:lnTo>
                    <a:pt x="2486" y="51246"/>
                  </a:lnTo>
                  <a:lnTo>
                    <a:pt x="2852" y="52087"/>
                  </a:lnTo>
                  <a:lnTo>
                    <a:pt x="3217" y="52927"/>
                  </a:lnTo>
                  <a:lnTo>
                    <a:pt x="3583" y="53768"/>
                  </a:lnTo>
                  <a:lnTo>
                    <a:pt x="3985" y="54609"/>
                  </a:lnTo>
                  <a:lnTo>
                    <a:pt x="4423" y="55413"/>
                  </a:lnTo>
                  <a:lnTo>
                    <a:pt x="4862" y="56217"/>
                  </a:lnTo>
                  <a:lnTo>
                    <a:pt x="5301" y="57021"/>
                  </a:lnTo>
                  <a:lnTo>
                    <a:pt x="5812" y="57789"/>
                  </a:lnTo>
                  <a:lnTo>
                    <a:pt x="6287" y="58556"/>
                  </a:lnTo>
                  <a:lnTo>
                    <a:pt x="6836" y="59324"/>
                  </a:lnTo>
                  <a:lnTo>
                    <a:pt x="7347" y="60092"/>
                  </a:lnTo>
                  <a:lnTo>
                    <a:pt x="7932" y="60823"/>
                  </a:lnTo>
                  <a:lnTo>
                    <a:pt x="8517" y="61554"/>
                  </a:lnTo>
                  <a:lnTo>
                    <a:pt x="9102" y="62248"/>
                  </a:lnTo>
                  <a:lnTo>
                    <a:pt x="9723" y="62943"/>
                  </a:lnTo>
                  <a:lnTo>
                    <a:pt x="10381" y="63637"/>
                  </a:lnTo>
                  <a:lnTo>
                    <a:pt x="11039" y="64295"/>
                  </a:lnTo>
                  <a:lnTo>
                    <a:pt x="11697" y="64953"/>
                  </a:lnTo>
                  <a:lnTo>
                    <a:pt x="12392" y="65611"/>
                  </a:lnTo>
                  <a:lnTo>
                    <a:pt x="13086" y="66232"/>
                  </a:lnTo>
                  <a:lnTo>
                    <a:pt x="13780" y="66817"/>
                  </a:lnTo>
                  <a:lnTo>
                    <a:pt x="14511" y="67402"/>
                  </a:lnTo>
                  <a:lnTo>
                    <a:pt x="15243" y="67987"/>
                  </a:lnTo>
                  <a:lnTo>
                    <a:pt x="16010" y="68498"/>
                  </a:lnTo>
                  <a:lnTo>
                    <a:pt x="16778" y="69047"/>
                  </a:lnTo>
                  <a:lnTo>
                    <a:pt x="17545" y="69522"/>
                  </a:lnTo>
                  <a:lnTo>
                    <a:pt x="18313" y="70034"/>
                  </a:lnTo>
                  <a:lnTo>
                    <a:pt x="19117" y="70472"/>
                  </a:lnTo>
                  <a:lnTo>
                    <a:pt x="19921" y="70911"/>
                  </a:lnTo>
                  <a:lnTo>
                    <a:pt x="20725" y="71349"/>
                  </a:lnTo>
                  <a:lnTo>
                    <a:pt x="21566" y="71751"/>
                  </a:lnTo>
                  <a:lnTo>
                    <a:pt x="22407" y="72117"/>
                  </a:lnTo>
                  <a:lnTo>
                    <a:pt x="23247" y="72483"/>
                  </a:lnTo>
                  <a:lnTo>
                    <a:pt x="24088" y="72848"/>
                  </a:lnTo>
                  <a:lnTo>
                    <a:pt x="24929" y="73140"/>
                  </a:lnTo>
                  <a:lnTo>
                    <a:pt x="25806" y="73433"/>
                  </a:lnTo>
                  <a:lnTo>
                    <a:pt x="26683" y="73725"/>
                  </a:lnTo>
                  <a:lnTo>
                    <a:pt x="27560" y="73981"/>
                  </a:lnTo>
                  <a:lnTo>
                    <a:pt x="28474" y="74200"/>
                  </a:lnTo>
                  <a:lnTo>
                    <a:pt x="29351" y="74420"/>
                  </a:lnTo>
                  <a:lnTo>
                    <a:pt x="30265" y="74603"/>
                  </a:lnTo>
                  <a:lnTo>
                    <a:pt x="31179" y="74785"/>
                  </a:lnTo>
                  <a:lnTo>
                    <a:pt x="32093" y="74931"/>
                  </a:lnTo>
                  <a:lnTo>
                    <a:pt x="33007" y="75041"/>
                  </a:lnTo>
                  <a:lnTo>
                    <a:pt x="33920" y="75151"/>
                  </a:lnTo>
                  <a:lnTo>
                    <a:pt x="34871" y="75224"/>
                  </a:lnTo>
                  <a:lnTo>
                    <a:pt x="35784" y="75297"/>
                  </a:lnTo>
                  <a:lnTo>
                    <a:pt x="36735" y="75334"/>
                  </a:lnTo>
                  <a:lnTo>
                    <a:pt x="38599" y="75334"/>
                  </a:lnTo>
                  <a:lnTo>
                    <a:pt x="39549" y="75297"/>
                  </a:lnTo>
                  <a:lnTo>
                    <a:pt x="40500" y="75224"/>
                  </a:lnTo>
                  <a:lnTo>
                    <a:pt x="41413" y="75151"/>
                  </a:lnTo>
                  <a:lnTo>
                    <a:pt x="42327" y="75041"/>
                  </a:lnTo>
                  <a:lnTo>
                    <a:pt x="43277" y="74931"/>
                  </a:lnTo>
                  <a:lnTo>
                    <a:pt x="44191" y="74785"/>
                  </a:lnTo>
                  <a:lnTo>
                    <a:pt x="45068" y="74603"/>
                  </a:lnTo>
                  <a:lnTo>
                    <a:pt x="45982" y="74420"/>
                  </a:lnTo>
                  <a:lnTo>
                    <a:pt x="46896" y="74200"/>
                  </a:lnTo>
                  <a:lnTo>
                    <a:pt x="47773" y="73981"/>
                  </a:lnTo>
                  <a:lnTo>
                    <a:pt x="48651" y="73725"/>
                  </a:lnTo>
                  <a:lnTo>
                    <a:pt x="49528" y="73433"/>
                  </a:lnTo>
                  <a:lnTo>
                    <a:pt x="50405" y="73140"/>
                  </a:lnTo>
                  <a:lnTo>
                    <a:pt x="51246" y="72848"/>
                  </a:lnTo>
                  <a:lnTo>
                    <a:pt x="52086" y="72483"/>
                  </a:lnTo>
                  <a:lnTo>
                    <a:pt x="52964" y="72117"/>
                  </a:lnTo>
                  <a:lnTo>
                    <a:pt x="53768" y="71751"/>
                  </a:lnTo>
                  <a:lnTo>
                    <a:pt x="54608" y="71349"/>
                  </a:lnTo>
                  <a:lnTo>
                    <a:pt x="55413" y="70911"/>
                  </a:lnTo>
                  <a:lnTo>
                    <a:pt x="56217" y="70472"/>
                  </a:lnTo>
                  <a:lnTo>
                    <a:pt x="57021" y="70034"/>
                  </a:lnTo>
                  <a:lnTo>
                    <a:pt x="57788" y="69522"/>
                  </a:lnTo>
                  <a:lnTo>
                    <a:pt x="58556" y="69047"/>
                  </a:lnTo>
                  <a:lnTo>
                    <a:pt x="59324" y="68498"/>
                  </a:lnTo>
                  <a:lnTo>
                    <a:pt x="60091" y="67987"/>
                  </a:lnTo>
                  <a:lnTo>
                    <a:pt x="60822" y="67402"/>
                  </a:lnTo>
                  <a:lnTo>
                    <a:pt x="61553" y="66817"/>
                  </a:lnTo>
                  <a:lnTo>
                    <a:pt x="62248" y="66232"/>
                  </a:lnTo>
                  <a:lnTo>
                    <a:pt x="62942" y="65611"/>
                  </a:lnTo>
                  <a:lnTo>
                    <a:pt x="63637" y="64953"/>
                  </a:lnTo>
                  <a:lnTo>
                    <a:pt x="64331" y="64295"/>
                  </a:lnTo>
                  <a:lnTo>
                    <a:pt x="64989" y="63637"/>
                  </a:lnTo>
                  <a:lnTo>
                    <a:pt x="65610" y="62943"/>
                  </a:lnTo>
                  <a:lnTo>
                    <a:pt x="66232" y="62248"/>
                  </a:lnTo>
                  <a:lnTo>
                    <a:pt x="66817" y="61554"/>
                  </a:lnTo>
                  <a:lnTo>
                    <a:pt x="67401" y="60823"/>
                  </a:lnTo>
                  <a:lnTo>
                    <a:pt x="67986" y="60092"/>
                  </a:lnTo>
                  <a:lnTo>
                    <a:pt x="68534" y="59324"/>
                  </a:lnTo>
                  <a:lnTo>
                    <a:pt x="69046" y="58556"/>
                  </a:lnTo>
                  <a:lnTo>
                    <a:pt x="69558" y="57789"/>
                  </a:lnTo>
                  <a:lnTo>
                    <a:pt x="70033" y="57021"/>
                  </a:lnTo>
                  <a:lnTo>
                    <a:pt x="70472" y="56217"/>
                  </a:lnTo>
                  <a:lnTo>
                    <a:pt x="70947" y="55413"/>
                  </a:lnTo>
                  <a:lnTo>
                    <a:pt x="71349" y="54609"/>
                  </a:lnTo>
                  <a:lnTo>
                    <a:pt x="71751" y="53768"/>
                  </a:lnTo>
                  <a:lnTo>
                    <a:pt x="72153" y="52927"/>
                  </a:lnTo>
                  <a:lnTo>
                    <a:pt x="72482" y="52087"/>
                  </a:lnTo>
                  <a:lnTo>
                    <a:pt x="72848" y="51246"/>
                  </a:lnTo>
                  <a:lnTo>
                    <a:pt x="73140" y="50405"/>
                  </a:lnTo>
                  <a:lnTo>
                    <a:pt x="73469" y="49528"/>
                  </a:lnTo>
                  <a:lnTo>
                    <a:pt x="73725" y="48651"/>
                  </a:lnTo>
                  <a:lnTo>
                    <a:pt x="73981" y="47774"/>
                  </a:lnTo>
                  <a:lnTo>
                    <a:pt x="74236" y="46860"/>
                  </a:lnTo>
                  <a:lnTo>
                    <a:pt x="74419" y="45983"/>
                  </a:lnTo>
                  <a:lnTo>
                    <a:pt x="74639" y="45069"/>
                  </a:lnTo>
                  <a:lnTo>
                    <a:pt x="74785" y="44155"/>
                  </a:lnTo>
                  <a:lnTo>
                    <a:pt x="74931" y="43241"/>
                  </a:lnTo>
                  <a:lnTo>
                    <a:pt x="75077" y="42328"/>
                  </a:lnTo>
                  <a:lnTo>
                    <a:pt x="75150" y="41414"/>
                  </a:lnTo>
                  <a:lnTo>
                    <a:pt x="75260" y="40463"/>
                  </a:lnTo>
                  <a:lnTo>
                    <a:pt x="75296" y="39550"/>
                  </a:lnTo>
                  <a:lnTo>
                    <a:pt x="75333" y="38599"/>
                  </a:lnTo>
                  <a:lnTo>
                    <a:pt x="75333" y="37649"/>
                  </a:lnTo>
                  <a:lnTo>
                    <a:pt x="75333" y="36735"/>
                  </a:lnTo>
                  <a:lnTo>
                    <a:pt x="75296" y="35785"/>
                  </a:lnTo>
                  <a:lnTo>
                    <a:pt x="75260" y="34834"/>
                  </a:lnTo>
                  <a:lnTo>
                    <a:pt x="75150" y="33921"/>
                  </a:lnTo>
                  <a:lnTo>
                    <a:pt x="75077" y="33007"/>
                  </a:lnTo>
                  <a:lnTo>
                    <a:pt x="74931" y="32093"/>
                  </a:lnTo>
                  <a:lnTo>
                    <a:pt x="74785" y="31143"/>
                  </a:lnTo>
                  <a:lnTo>
                    <a:pt x="74639" y="30265"/>
                  </a:lnTo>
                  <a:lnTo>
                    <a:pt x="74419" y="29352"/>
                  </a:lnTo>
                  <a:lnTo>
                    <a:pt x="74236" y="28438"/>
                  </a:lnTo>
                  <a:lnTo>
                    <a:pt x="73981" y="27561"/>
                  </a:lnTo>
                  <a:lnTo>
                    <a:pt x="73725" y="26683"/>
                  </a:lnTo>
                  <a:lnTo>
                    <a:pt x="73469" y="25806"/>
                  </a:lnTo>
                  <a:lnTo>
                    <a:pt x="73140" y="24929"/>
                  </a:lnTo>
                  <a:lnTo>
                    <a:pt x="72848" y="24088"/>
                  </a:lnTo>
                  <a:lnTo>
                    <a:pt x="72482" y="23248"/>
                  </a:lnTo>
                  <a:lnTo>
                    <a:pt x="72153" y="22407"/>
                  </a:lnTo>
                  <a:lnTo>
                    <a:pt x="71751" y="21566"/>
                  </a:lnTo>
                  <a:lnTo>
                    <a:pt x="71349" y="20726"/>
                  </a:lnTo>
                  <a:lnTo>
                    <a:pt x="70947" y="19921"/>
                  </a:lnTo>
                  <a:lnTo>
                    <a:pt x="70472" y="19117"/>
                  </a:lnTo>
                  <a:lnTo>
                    <a:pt x="70033" y="18313"/>
                  </a:lnTo>
                  <a:lnTo>
                    <a:pt x="69558" y="17546"/>
                  </a:lnTo>
                  <a:lnTo>
                    <a:pt x="69046" y="16778"/>
                  </a:lnTo>
                  <a:lnTo>
                    <a:pt x="68534" y="16010"/>
                  </a:lnTo>
                  <a:lnTo>
                    <a:pt x="67986" y="15243"/>
                  </a:lnTo>
                  <a:lnTo>
                    <a:pt x="67401" y="14512"/>
                  </a:lnTo>
                  <a:lnTo>
                    <a:pt x="66817" y="13781"/>
                  </a:lnTo>
                  <a:lnTo>
                    <a:pt x="66232" y="13086"/>
                  </a:lnTo>
                  <a:lnTo>
                    <a:pt x="65610" y="12392"/>
                  </a:lnTo>
                  <a:lnTo>
                    <a:pt x="64989" y="11697"/>
                  </a:lnTo>
                  <a:lnTo>
                    <a:pt x="64331" y="11003"/>
                  </a:lnTo>
                  <a:lnTo>
                    <a:pt x="63637" y="10345"/>
                  </a:lnTo>
                  <a:lnTo>
                    <a:pt x="62942" y="9724"/>
                  </a:lnTo>
                  <a:lnTo>
                    <a:pt x="62248" y="9102"/>
                  </a:lnTo>
                  <a:lnTo>
                    <a:pt x="61553" y="8517"/>
                  </a:lnTo>
                  <a:lnTo>
                    <a:pt x="60822" y="7933"/>
                  </a:lnTo>
                  <a:lnTo>
                    <a:pt x="60091" y="7348"/>
                  </a:lnTo>
                  <a:lnTo>
                    <a:pt x="59324" y="6799"/>
                  </a:lnTo>
                  <a:lnTo>
                    <a:pt x="58556" y="6288"/>
                  </a:lnTo>
                  <a:lnTo>
                    <a:pt x="57788" y="5776"/>
                  </a:lnTo>
                  <a:lnTo>
                    <a:pt x="57021" y="5301"/>
                  </a:lnTo>
                  <a:lnTo>
                    <a:pt x="56217" y="4862"/>
                  </a:lnTo>
                  <a:lnTo>
                    <a:pt x="55413" y="4387"/>
                  </a:lnTo>
                  <a:lnTo>
                    <a:pt x="54608" y="3985"/>
                  </a:lnTo>
                  <a:lnTo>
                    <a:pt x="53768" y="3583"/>
                  </a:lnTo>
                  <a:lnTo>
                    <a:pt x="52964" y="3181"/>
                  </a:lnTo>
                  <a:lnTo>
                    <a:pt x="52086" y="2852"/>
                  </a:lnTo>
                  <a:lnTo>
                    <a:pt x="51246" y="2486"/>
                  </a:lnTo>
                  <a:lnTo>
                    <a:pt x="50405" y="2194"/>
                  </a:lnTo>
                  <a:lnTo>
                    <a:pt x="49528" y="1865"/>
                  </a:lnTo>
                  <a:lnTo>
                    <a:pt x="48651" y="1609"/>
                  </a:lnTo>
                  <a:lnTo>
                    <a:pt x="47773" y="1353"/>
                  </a:lnTo>
                  <a:lnTo>
                    <a:pt x="46896" y="1097"/>
                  </a:lnTo>
                  <a:lnTo>
                    <a:pt x="45982" y="915"/>
                  </a:lnTo>
                  <a:lnTo>
                    <a:pt x="45068" y="695"/>
                  </a:lnTo>
                  <a:lnTo>
                    <a:pt x="44191" y="549"/>
                  </a:lnTo>
                  <a:lnTo>
                    <a:pt x="43277" y="403"/>
                  </a:lnTo>
                  <a:lnTo>
                    <a:pt x="42327" y="257"/>
                  </a:lnTo>
                  <a:lnTo>
                    <a:pt x="41413" y="184"/>
                  </a:lnTo>
                  <a:lnTo>
                    <a:pt x="40500" y="110"/>
                  </a:lnTo>
                  <a:lnTo>
                    <a:pt x="39549" y="37"/>
                  </a:lnTo>
                  <a:lnTo>
                    <a:pt x="38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070925" y="847600"/>
              <a:ext cx="1507750" cy="1507775"/>
            </a:xfrm>
            <a:custGeom>
              <a:rect b="b" l="l" r="r" t="t"/>
              <a:pathLst>
                <a:path extrusionOk="0" h="60311" w="60310">
                  <a:moveTo>
                    <a:pt x="30155" y="147"/>
                  </a:moveTo>
                  <a:lnTo>
                    <a:pt x="31690" y="184"/>
                  </a:lnTo>
                  <a:lnTo>
                    <a:pt x="33189" y="330"/>
                  </a:lnTo>
                  <a:lnTo>
                    <a:pt x="34687" y="513"/>
                  </a:lnTo>
                  <a:lnTo>
                    <a:pt x="36186" y="768"/>
                  </a:lnTo>
                  <a:lnTo>
                    <a:pt x="37648" y="1097"/>
                  </a:lnTo>
                  <a:lnTo>
                    <a:pt x="39037" y="1499"/>
                  </a:lnTo>
                  <a:lnTo>
                    <a:pt x="40463" y="1975"/>
                  </a:lnTo>
                  <a:lnTo>
                    <a:pt x="41815" y="2523"/>
                  </a:lnTo>
                  <a:lnTo>
                    <a:pt x="43131" y="3108"/>
                  </a:lnTo>
                  <a:lnTo>
                    <a:pt x="44447" y="3802"/>
                  </a:lnTo>
                  <a:lnTo>
                    <a:pt x="45689" y="4497"/>
                  </a:lnTo>
                  <a:lnTo>
                    <a:pt x="46896" y="5301"/>
                  </a:lnTo>
                  <a:lnTo>
                    <a:pt x="48102" y="6142"/>
                  </a:lnTo>
                  <a:lnTo>
                    <a:pt x="49235" y="7019"/>
                  </a:lnTo>
                  <a:lnTo>
                    <a:pt x="50295" y="7969"/>
                  </a:lnTo>
                  <a:lnTo>
                    <a:pt x="51355" y="8956"/>
                  </a:lnTo>
                  <a:lnTo>
                    <a:pt x="52342" y="10016"/>
                  </a:lnTo>
                  <a:lnTo>
                    <a:pt x="53292" y="11076"/>
                  </a:lnTo>
                  <a:lnTo>
                    <a:pt x="54169" y="12209"/>
                  </a:lnTo>
                  <a:lnTo>
                    <a:pt x="55010" y="13415"/>
                  </a:lnTo>
                  <a:lnTo>
                    <a:pt x="55814" y="14621"/>
                  </a:lnTo>
                  <a:lnTo>
                    <a:pt x="56509" y="15864"/>
                  </a:lnTo>
                  <a:lnTo>
                    <a:pt x="57203" y="17180"/>
                  </a:lnTo>
                  <a:lnTo>
                    <a:pt x="57788" y="18496"/>
                  </a:lnTo>
                  <a:lnTo>
                    <a:pt x="58336" y="19848"/>
                  </a:lnTo>
                  <a:lnTo>
                    <a:pt x="58811" y="21274"/>
                  </a:lnTo>
                  <a:lnTo>
                    <a:pt x="59213" y="22663"/>
                  </a:lnTo>
                  <a:lnTo>
                    <a:pt x="59542" y="24125"/>
                  </a:lnTo>
                  <a:lnTo>
                    <a:pt x="59798" y="25624"/>
                  </a:lnTo>
                  <a:lnTo>
                    <a:pt x="59981" y="27122"/>
                  </a:lnTo>
                  <a:lnTo>
                    <a:pt x="60127" y="28621"/>
                  </a:lnTo>
                  <a:lnTo>
                    <a:pt x="60164" y="30156"/>
                  </a:lnTo>
                  <a:lnTo>
                    <a:pt x="60127" y="31728"/>
                  </a:lnTo>
                  <a:lnTo>
                    <a:pt x="59981" y="33226"/>
                  </a:lnTo>
                  <a:lnTo>
                    <a:pt x="59798" y="34725"/>
                  </a:lnTo>
                  <a:lnTo>
                    <a:pt x="59542" y="36223"/>
                  </a:lnTo>
                  <a:lnTo>
                    <a:pt x="59213" y="37649"/>
                  </a:lnTo>
                  <a:lnTo>
                    <a:pt x="58811" y="39074"/>
                  </a:lnTo>
                  <a:lnTo>
                    <a:pt x="58336" y="40463"/>
                  </a:lnTo>
                  <a:lnTo>
                    <a:pt x="57788" y="41852"/>
                  </a:lnTo>
                  <a:lnTo>
                    <a:pt x="57203" y="43168"/>
                  </a:lnTo>
                  <a:lnTo>
                    <a:pt x="56509" y="44448"/>
                  </a:lnTo>
                  <a:lnTo>
                    <a:pt x="55814" y="45727"/>
                  </a:lnTo>
                  <a:lnTo>
                    <a:pt x="55010" y="46933"/>
                  </a:lnTo>
                  <a:lnTo>
                    <a:pt x="54169" y="48103"/>
                  </a:lnTo>
                  <a:lnTo>
                    <a:pt x="53292" y="49236"/>
                  </a:lnTo>
                  <a:lnTo>
                    <a:pt x="52342" y="50332"/>
                  </a:lnTo>
                  <a:lnTo>
                    <a:pt x="51355" y="51392"/>
                  </a:lnTo>
                  <a:lnTo>
                    <a:pt x="50295" y="52379"/>
                  </a:lnTo>
                  <a:lnTo>
                    <a:pt x="49235" y="53330"/>
                  </a:lnTo>
                  <a:lnTo>
                    <a:pt x="48102" y="54207"/>
                  </a:lnTo>
                  <a:lnTo>
                    <a:pt x="46896" y="55048"/>
                  </a:lnTo>
                  <a:lnTo>
                    <a:pt x="45689" y="55815"/>
                  </a:lnTo>
                  <a:lnTo>
                    <a:pt x="44447" y="56546"/>
                  </a:lnTo>
                  <a:lnTo>
                    <a:pt x="43131" y="57204"/>
                  </a:lnTo>
                  <a:lnTo>
                    <a:pt x="41815" y="57825"/>
                  </a:lnTo>
                  <a:lnTo>
                    <a:pt x="40463" y="58374"/>
                  </a:lnTo>
                  <a:lnTo>
                    <a:pt x="39037" y="58849"/>
                  </a:lnTo>
                  <a:lnTo>
                    <a:pt x="37648" y="59251"/>
                  </a:lnTo>
                  <a:lnTo>
                    <a:pt x="36186" y="59580"/>
                  </a:lnTo>
                  <a:lnTo>
                    <a:pt x="34687" y="59836"/>
                  </a:lnTo>
                  <a:lnTo>
                    <a:pt x="33189" y="60019"/>
                  </a:lnTo>
                  <a:lnTo>
                    <a:pt x="31690" y="60128"/>
                  </a:lnTo>
                  <a:lnTo>
                    <a:pt x="30155" y="60201"/>
                  </a:lnTo>
                  <a:lnTo>
                    <a:pt x="28583" y="60128"/>
                  </a:lnTo>
                  <a:lnTo>
                    <a:pt x="27085" y="60019"/>
                  </a:lnTo>
                  <a:lnTo>
                    <a:pt x="25586" y="59836"/>
                  </a:lnTo>
                  <a:lnTo>
                    <a:pt x="24088" y="59580"/>
                  </a:lnTo>
                  <a:lnTo>
                    <a:pt x="22662" y="59251"/>
                  </a:lnTo>
                  <a:lnTo>
                    <a:pt x="21237" y="58849"/>
                  </a:lnTo>
                  <a:lnTo>
                    <a:pt x="19848" y="58374"/>
                  </a:lnTo>
                  <a:lnTo>
                    <a:pt x="18459" y="57825"/>
                  </a:lnTo>
                  <a:lnTo>
                    <a:pt x="17143" y="57204"/>
                  </a:lnTo>
                  <a:lnTo>
                    <a:pt x="15863" y="56546"/>
                  </a:lnTo>
                  <a:lnTo>
                    <a:pt x="14584" y="55815"/>
                  </a:lnTo>
                  <a:lnTo>
                    <a:pt x="13378" y="55048"/>
                  </a:lnTo>
                  <a:lnTo>
                    <a:pt x="12208" y="54207"/>
                  </a:lnTo>
                  <a:lnTo>
                    <a:pt x="11075" y="53330"/>
                  </a:lnTo>
                  <a:lnTo>
                    <a:pt x="9979" y="52379"/>
                  </a:lnTo>
                  <a:lnTo>
                    <a:pt x="8919" y="51392"/>
                  </a:lnTo>
                  <a:lnTo>
                    <a:pt x="7932" y="50332"/>
                  </a:lnTo>
                  <a:lnTo>
                    <a:pt x="6981" y="49236"/>
                  </a:lnTo>
                  <a:lnTo>
                    <a:pt x="6104" y="48103"/>
                  </a:lnTo>
                  <a:lnTo>
                    <a:pt x="5264" y="46933"/>
                  </a:lnTo>
                  <a:lnTo>
                    <a:pt x="4496" y="45727"/>
                  </a:lnTo>
                  <a:lnTo>
                    <a:pt x="3765" y="44448"/>
                  </a:lnTo>
                  <a:lnTo>
                    <a:pt x="3107" y="43168"/>
                  </a:lnTo>
                  <a:lnTo>
                    <a:pt x="2486" y="41852"/>
                  </a:lnTo>
                  <a:lnTo>
                    <a:pt x="1937" y="40463"/>
                  </a:lnTo>
                  <a:lnTo>
                    <a:pt x="1462" y="39074"/>
                  </a:lnTo>
                  <a:lnTo>
                    <a:pt x="1060" y="37649"/>
                  </a:lnTo>
                  <a:lnTo>
                    <a:pt x="731" y="36223"/>
                  </a:lnTo>
                  <a:lnTo>
                    <a:pt x="475" y="34725"/>
                  </a:lnTo>
                  <a:lnTo>
                    <a:pt x="293" y="33226"/>
                  </a:lnTo>
                  <a:lnTo>
                    <a:pt x="183" y="31728"/>
                  </a:lnTo>
                  <a:lnTo>
                    <a:pt x="146" y="30156"/>
                  </a:lnTo>
                  <a:lnTo>
                    <a:pt x="183" y="28621"/>
                  </a:lnTo>
                  <a:lnTo>
                    <a:pt x="293" y="27122"/>
                  </a:lnTo>
                  <a:lnTo>
                    <a:pt x="475" y="25624"/>
                  </a:lnTo>
                  <a:lnTo>
                    <a:pt x="731" y="24125"/>
                  </a:lnTo>
                  <a:lnTo>
                    <a:pt x="1060" y="22663"/>
                  </a:lnTo>
                  <a:lnTo>
                    <a:pt x="1462" y="21274"/>
                  </a:lnTo>
                  <a:lnTo>
                    <a:pt x="1937" y="19848"/>
                  </a:lnTo>
                  <a:lnTo>
                    <a:pt x="2486" y="18496"/>
                  </a:lnTo>
                  <a:lnTo>
                    <a:pt x="3107" y="17180"/>
                  </a:lnTo>
                  <a:lnTo>
                    <a:pt x="3765" y="15864"/>
                  </a:lnTo>
                  <a:lnTo>
                    <a:pt x="4496" y="14621"/>
                  </a:lnTo>
                  <a:lnTo>
                    <a:pt x="5264" y="13415"/>
                  </a:lnTo>
                  <a:lnTo>
                    <a:pt x="6104" y="12209"/>
                  </a:lnTo>
                  <a:lnTo>
                    <a:pt x="6981" y="11076"/>
                  </a:lnTo>
                  <a:lnTo>
                    <a:pt x="7932" y="10016"/>
                  </a:lnTo>
                  <a:lnTo>
                    <a:pt x="8919" y="8956"/>
                  </a:lnTo>
                  <a:lnTo>
                    <a:pt x="9979" y="7969"/>
                  </a:lnTo>
                  <a:lnTo>
                    <a:pt x="11075" y="7019"/>
                  </a:lnTo>
                  <a:lnTo>
                    <a:pt x="12208" y="6142"/>
                  </a:lnTo>
                  <a:lnTo>
                    <a:pt x="13378" y="5301"/>
                  </a:lnTo>
                  <a:lnTo>
                    <a:pt x="14584" y="4497"/>
                  </a:lnTo>
                  <a:lnTo>
                    <a:pt x="15863" y="3802"/>
                  </a:lnTo>
                  <a:lnTo>
                    <a:pt x="17143" y="3108"/>
                  </a:lnTo>
                  <a:lnTo>
                    <a:pt x="18459" y="2523"/>
                  </a:lnTo>
                  <a:lnTo>
                    <a:pt x="19848" y="1975"/>
                  </a:lnTo>
                  <a:lnTo>
                    <a:pt x="21237" y="1499"/>
                  </a:lnTo>
                  <a:lnTo>
                    <a:pt x="22662" y="1097"/>
                  </a:lnTo>
                  <a:lnTo>
                    <a:pt x="24088" y="768"/>
                  </a:lnTo>
                  <a:lnTo>
                    <a:pt x="25586" y="513"/>
                  </a:lnTo>
                  <a:lnTo>
                    <a:pt x="27085" y="330"/>
                  </a:lnTo>
                  <a:lnTo>
                    <a:pt x="28583" y="184"/>
                  </a:lnTo>
                  <a:lnTo>
                    <a:pt x="30155" y="147"/>
                  </a:lnTo>
                  <a:close/>
                  <a:moveTo>
                    <a:pt x="30155" y="1"/>
                  </a:moveTo>
                  <a:lnTo>
                    <a:pt x="28620" y="37"/>
                  </a:lnTo>
                  <a:lnTo>
                    <a:pt x="27158" y="147"/>
                  </a:lnTo>
                  <a:lnTo>
                    <a:pt x="25659" y="330"/>
                  </a:lnTo>
                  <a:lnTo>
                    <a:pt x="24197" y="586"/>
                  </a:lnTo>
                  <a:lnTo>
                    <a:pt x="22772" y="915"/>
                  </a:lnTo>
                  <a:lnTo>
                    <a:pt x="21346" y="1317"/>
                  </a:lnTo>
                  <a:lnTo>
                    <a:pt x="19957" y="1755"/>
                  </a:lnTo>
                  <a:lnTo>
                    <a:pt x="18605" y="2304"/>
                  </a:lnTo>
                  <a:lnTo>
                    <a:pt x="17252" y="2888"/>
                  </a:lnTo>
                  <a:lnTo>
                    <a:pt x="15937" y="3546"/>
                  </a:lnTo>
                  <a:lnTo>
                    <a:pt x="14657" y="4277"/>
                  </a:lnTo>
                  <a:lnTo>
                    <a:pt x="13415" y="5082"/>
                  </a:lnTo>
                  <a:lnTo>
                    <a:pt x="12208" y="5922"/>
                  </a:lnTo>
                  <a:lnTo>
                    <a:pt x="11039" y="6836"/>
                  </a:lnTo>
                  <a:lnTo>
                    <a:pt x="9906" y="7823"/>
                  </a:lnTo>
                  <a:lnTo>
                    <a:pt x="8809" y="8846"/>
                  </a:lnTo>
                  <a:lnTo>
                    <a:pt x="7786" y="9943"/>
                  </a:lnTo>
                  <a:lnTo>
                    <a:pt x="6799" y="11076"/>
                  </a:lnTo>
                  <a:lnTo>
                    <a:pt x="5885" y="12246"/>
                  </a:lnTo>
                  <a:lnTo>
                    <a:pt x="5044" y="13452"/>
                  </a:lnTo>
                  <a:lnTo>
                    <a:pt x="4240" y="14695"/>
                  </a:lnTo>
                  <a:lnTo>
                    <a:pt x="3509" y="15974"/>
                  </a:lnTo>
                  <a:lnTo>
                    <a:pt x="2851" y="17290"/>
                  </a:lnTo>
                  <a:lnTo>
                    <a:pt x="2266" y="18606"/>
                  </a:lnTo>
                  <a:lnTo>
                    <a:pt x="1755" y="19995"/>
                  </a:lnTo>
                  <a:lnTo>
                    <a:pt x="1279" y="21384"/>
                  </a:lnTo>
                  <a:lnTo>
                    <a:pt x="877" y="22809"/>
                  </a:lnTo>
                  <a:lnTo>
                    <a:pt x="548" y="24235"/>
                  </a:lnTo>
                  <a:lnTo>
                    <a:pt x="329" y="25697"/>
                  </a:lnTo>
                  <a:lnTo>
                    <a:pt x="146" y="27159"/>
                  </a:lnTo>
                  <a:lnTo>
                    <a:pt x="37" y="28657"/>
                  </a:lnTo>
                  <a:lnTo>
                    <a:pt x="0" y="30156"/>
                  </a:lnTo>
                  <a:lnTo>
                    <a:pt x="37" y="31691"/>
                  </a:lnTo>
                  <a:lnTo>
                    <a:pt x="146" y="33153"/>
                  </a:lnTo>
                  <a:lnTo>
                    <a:pt x="329" y="34652"/>
                  </a:lnTo>
                  <a:lnTo>
                    <a:pt x="548" y="36114"/>
                  </a:lnTo>
                  <a:lnTo>
                    <a:pt x="877" y="37539"/>
                  </a:lnTo>
                  <a:lnTo>
                    <a:pt x="1279" y="38965"/>
                  </a:lnTo>
                  <a:lnTo>
                    <a:pt x="1755" y="40354"/>
                  </a:lnTo>
                  <a:lnTo>
                    <a:pt x="2266" y="41706"/>
                  </a:lnTo>
                  <a:lnTo>
                    <a:pt x="2851" y="43059"/>
                  </a:lnTo>
                  <a:lnTo>
                    <a:pt x="3509" y="44374"/>
                  </a:lnTo>
                  <a:lnTo>
                    <a:pt x="4240" y="45654"/>
                  </a:lnTo>
                  <a:lnTo>
                    <a:pt x="5044" y="46897"/>
                  </a:lnTo>
                  <a:lnTo>
                    <a:pt x="5885" y="48103"/>
                  </a:lnTo>
                  <a:lnTo>
                    <a:pt x="6799" y="49272"/>
                  </a:lnTo>
                  <a:lnTo>
                    <a:pt x="7786" y="50405"/>
                  </a:lnTo>
                  <a:lnTo>
                    <a:pt x="8809" y="51502"/>
                  </a:lnTo>
                  <a:lnTo>
                    <a:pt x="9906" y="52525"/>
                  </a:lnTo>
                  <a:lnTo>
                    <a:pt x="11039" y="53512"/>
                  </a:lnTo>
                  <a:lnTo>
                    <a:pt x="12208" y="54426"/>
                  </a:lnTo>
                  <a:lnTo>
                    <a:pt x="13415" y="55267"/>
                  </a:lnTo>
                  <a:lnTo>
                    <a:pt x="14657" y="56071"/>
                  </a:lnTo>
                  <a:lnTo>
                    <a:pt x="15937" y="56802"/>
                  </a:lnTo>
                  <a:lnTo>
                    <a:pt x="17252" y="57460"/>
                  </a:lnTo>
                  <a:lnTo>
                    <a:pt x="18605" y="58045"/>
                  </a:lnTo>
                  <a:lnTo>
                    <a:pt x="19957" y="58556"/>
                  </a:lnTo>
                  <a:lnTo>
                    <a:pt x="21346" y="59032"/>
                  </a:lnTo>
                  <a:lnTo>
                    <a:pt x="22772" y="59434"/>
                  </a:lnTo>
                  <a:lnTo>
                    <a:pt x="24197" y="59763"/>
                  </a:lnTo>
                  <a:lnTo>
                    <a:pt x="25659" y="59982"/>
                  </a:lnTo>
                  <a:lnTo>
                    <a:pt x="27158" y="60165"/>
                  </a:lnTo>
                  <a:lnTo>
                    <a:pt x="28620" y="60274"/>
                  </a:lnTo>
                  <a:lnTo>
                    <a:pt x="30155" y="60311"/>
                  </a:lnTo>
                  <a:lnTo>
                    <a:pt x="31654" y="60274"/>
                  </a:lnTo>
                  <a:lnTo>
                    <a:pt x="33152" y="60165"/>
                  </a:lnTo>
                  <a:lnTo>
                    <a:pt x="34614" y="59982"/>
                  </a:lnTo>
                  <a:lnTo>
                    <a:pt x="36076" y="59763"/>
                  </a:lnTo>
                  <a:lnTo>
                    <a:pt x="37502" y="59434"/>
                  </a:lnTo>
                  <a:lnTo>
                    <a:pt x="38927" y="59032"/>
                  </a:lnTo>
                  <a:lnTo>
                    <a:pt x="40316" y="58556"/>
                  </a:lnTo>
                  <a:lnTo>
                    <a:pt x="41705" y="58045"/>
                  </a:lnTo>
                  <a:lnTo>
                    <a:pt x="43021" y="57460"/>
                  </a:lnTo>
                  <a:lnTo>
                    <a:pt x="44337" y="56802"/>
                  </a:lnTo>
                  <a:lnTo>
                    <a:pt x="45616" y="56071"/>
                  </a:lnTo>
                  <a:lnTo>
                    <a:pt x="46859" y="55267"/>
                  </a:lnTo>
                  <a:lnTo>
                    <a:pt x="48065" y="54426"/>
                  </a:lnTo>
                  <a:lnTo>
                    <a:pt x="49235" y="53512"/>
                  </a:lnTo>
                  <a:lnTo>
                    <a:pt x="50368" y="52525"/>
                  </a:lnTo>
                  <a:lnTo>
                    <a:pt x="51465" y="51502"/>
                  </a:lnTo>
                  <a:lnTo>
                    <a:pt x="52488" y="50405"/>
                  </a:lnTo>
                  <a:lnTo>
                    <a:pt x="53475" y="49272"/>
                  </a:lnTo>
                  <a:lnTo>
                    <a:pt x="54389" y="48103"/>
                  </a:lnTo>
                  <a:lnTo>
                    <a:pt x="55266" y="46897"/>
                  </a:lnTo>
                  <a:lnTo>
                    <a:pt x="56033" y="45654"/>
                  </a:lnTo>
                  <a:lnTo>
                    <a:pt x="56765" y="44374"/>
                  </a:lnTo>
                  <a:lnTo>
                    <a:pt x="57422" y="43059"/>
                  </a:lnTo>
                  <a:lnTo>
                    <a:pt x="58007" y="41706"/>
                  </a:lnTo>
                  <a:lnTo>
                    <a:pt x="58556" y="40354"/>
                  </a:lnTo>
                  <a:lnTo>
                    <a:pt x="58994" y="38965"/>
                  </a:lnTo>
                  <a:lnTo>
                    <a:pt x="59396" y="37539"/>
                  </a:lnTo>
                  <a:lnTo>
                    <a:pt x="59725" y="36114"/>
                  </a:lnTo>
                  <a:lnTo>
                    <a:pt x="59981" y="34652"/>
                  </a:lnTo>
                  <a:lnTo>
                    <a:pt x="60164" y="33153"/>
                  </a:lnTo>
                  <a:lnTo>
                    <a:pt x="60273" y="31691"/>
                  </a:lnTo>
                  <a:lnTo>
                    <a:pt x="60310" y="30156"/>
                  </a:lnTo>
                  <a:lnTo>
                    <a:pt x="60273" y="28657"/>
                  </a:lnTo>
                  <a:lnTo>
                    <a:pt x="60164" y="27159"/>
                  </a:lnTo>
                  <a:lnTo>
                    <a:pt x="59981" y="25697"/>
                  </a:lnTo>
                  <a:lnTo>
                    <a:pt x="59725" y="24235"/>
                  </a:lnTo>
                  <a:lnTo>
                    <a:pt x="59396" y="22809"/>
                  </a:lnTo>
                  <a:lnTo>
                    <a:pt x="58994" y="21384"/>
                  </a:lnTo>
                  <a:lnTo>
                    <a:pt x="58556" y="19995"/>
                  </a:lnTo>
                  <a:lnTo>
                    <a:pt x="58007" y="18606"/>
                  </a:lnTo>
                  <a:lnTo>
                    <a:pt x="57422" y="17290"/>
                  </a:lnTo>
                  <a:lnTo>
                    <a:pt x="56765" y="15974"/>
                  </a:lnTo>
                  <a:lnTo>
                    <a:pt x="56033" y="14695"/>
                  </a:lnTo>
                  <a:lnTo>
                    <a:pt x="55266" y="13452"/>
                  </a:lnTo>
                  <a:lnTo>
                    <a:pt x="54389" y="12246"/>
                  </a:lnTo>
                  <a:lnTo>
                    <a:pt x="53475" y="11076"/>
                  </a:lnTo>
                  <a:lnTo>
                    <a:pt x="52488" y="9943"/>
                  </a:lnTo>
                  <a:lnTo>
                    <a:pt x="51465" y="8846"/>
                  </a:lnTo>
                  <a:lnTo>
                    <a:pt x="50368" y="7823"/>
                  </a:lnTo>
                  <a:lnTo>
                    <a:pt x="49235" y="6836"/>
                  </a:lnTo>
                  <a:lnTo>
                    <a:pt x="48065" y="5922"/>
                  </a:lnTo>
                  <a:lnTo>
                    <a:pt x="46859" y="5082"/>
                  </a:lnTo>
                  <a:lnTo>
                    <a:pt x="45616" y="4277"/>
                  </a:lnTo>
                  <a:lnTo>
                    <a:pt x="44337" y="3546"/>
                  </a:lnTo>
                  <a:lnTo>
                    <a:pt x="43021" y="2888"/>
                  </a:lnTo>
                  <a:lnTo>
                    <a:pt x="41705" y="2304"/>
                  </a:lnTo>
                  <a:lnTo>
                    <a:pt x="40316" y="1755"/>
                  </a:lnTo>
                  <a:lnTo>
                    <a:pt x="38927" y="1317"/>
                  </a:lnTo>
                  <a:lnTo>
                    <a:pt x="37502" y="915"/>
                  </a:lnTo>
                  <a:lnTo>
                    <a:pt x="36076" y="586"/>
                  </a:lnTo>
                  <a:lnTo>
                    <a:pt x="34614" y="330"/>
                  </a:lnTo>
                  <a:lnTo>
                    <a:pt x="33152" y="147"/>
                  </a:lnTo>
                  <a:lnTo>
                    <a:pt x="31654" y="37"/>
                  </a:lnTo>
                  <a:lnTo>
                    <a:pt x="30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258250" y="1035850"/>
              <a:ext cx="1132200" cy="1132200"/>
            </a:xfrm>
            <a:custGeom>
              <a:rect b="b" l="l" r="r" t="t"/>
              <a:pathLst>
                <a:path extrusionOk="0" h="45288" w="45288">
                  <a:moveTo>
                    <a:pt x="22662" y="147"/>
                  </a:moveTo>
                  <a:lnTo>
                    <a:pt x="23795" y="183"/>
                  </a:lnTo>
                  <a:lnTo>
                    <a:pt x="24928" y="256"/>
                  </a:lnTo>
                  <a:lnTo>
                    <a:pt x="26061" y="403"/>
                  </a:lnTo>
                  <a:lnTo>
                    <a:pt x="27158" y="622"/>
                  </a:lnTo>
                  <a:lnTo>
                    <a:pt x="28254" y="878"/>
                  </a:lnTo>
                  <a:lnTo>
                    <a:pt x="29314" y="1170"/>
                  </a:lnTo>
                  <a:lnTo>
                    <a:pt x="30374" y="1536"/>
                  </a:lnTo>
                  <a:lnTo>
                    <a:pt x="31398" y="1938"/>
                  </a:lnTo>
                  <a:lnTo>
                    <a:pt x="32385" y="2376"/>
                  </a:lnTo>
                  <a:lnTo>
                    <a:pt x="33372" y="2852"/>
                  </a:lnTo>
                  <a:lnTo>
                    <a:pt x="34285" y="3400"/>
                  </a:lnTo>
                  <a:lnTo>
                    <a:pt x="35199" y="3985"/>
                  </a:lnTo>
                  <a:lnTo>
                    <a:pt x="36113" y="4643"/>
                  </a:lnTo>
                  <a:lnTo>
                    <a:pt x="36954" y="5300"/>
                  </a:lnTo>
                  <a:lnTo>
                    <a:pt x="37758" y="5995"/>
                  </a:lnTo>
                  <a:lnTo>
                    <a:pt x="38525" y="6763"/>
                  </a:lnTo>
                  <a:lnTo>
                    <a:pt x="39293" y="7530"/>
                  </a:lnTo>
                  <a:lnTo>
                    <a:pt x="39987" y="8334"/>
                  </a:lnTo>
                  <a:lnTo>
                    <a:pt x="40682" y="9211"/>
                  </a:lnTo>
                  <a:lnTo>
                    <a:pt x="41303" y="10089"/>
                  </a:lnTo>
                  <a:lnTo>
                    <a:pt x="41888" y="11003"/>
                  </a:lnTo>
                  <a:lnTo>
                    <a:pt x="42436" y="11916"/>
                  </a:lnTo>
                  <a:lnTo>
                    <a:pt x="42912" y="12903"/>
                  </a:lnTo>
                  <a:lnTo>
                    <a:pt x="43350" y="13890"/>
                  </a:lnTo>
                  <a:lnTo>
                    <a:pt x="43789" y="14914"/>
                  </a:lnTo>
                  <a:lnTo>
                    <a:pt x="44118" y="15974"/>
                  </a:lnTo>
                  <a:lnTo>
                    <a:pt x="44447" y="17034"/>
                  </a:lnTo>
                  <a:lnTo>
                    <a:pt x="44666" y="18130"/>
                  </a:lnTo>
                  <a:lnTo>
                    <a:pt x="44885" y="19227"/>
                  </a:lnTo>
                  <a:lnTo>
                    <a:pt x="45032" y="20360"/>
                  </a:lnTo>
                  <a:lnTo>
                    <a:pt x="45105" y="21493"/>
                  </a:lnTo>
                  <a:lnTo>
                    <a:pt x="45141" y="22626"/>
                  </a:lnTo>
                  <a:lnTo>
                    <a:pt x="45105" y="23796"/>
                  </a:lnTo>
                  <a:lnTo>
                    <a:pt x="45032" y="24929"/>
                  </a:lnTo>
                  <a:lnTo>
                    <a:pt x="44885" y="26062"/>
                  </a:lnTo>
                  <a:lnTo>
                    <a:pt x="44666" y="27158"/>
                  </a:lnTo>
                  <a:lnTo>
                    <a:pt x="44447" y="28255"/>
                  </a:lnTo>
                  <a:lnTo>
                    <a:pt x="44118" y="29315"/>
                  </a:lnTo>
                  <a:lnTo>
                    <a:pt x="43789" y="30375"/>
                  </a:lnTo>
                  <a:lnTo>
                    <a:pt x="43350" y="31398"/>
                  </a:lnTo>
                  <a:lnTo>
                    <a:pt x="42912" y="32385"/>
                  </a:lnTo>
                  <a:lnTo>
                    <a:pt x="42436" y="33336"/>
                  </a:lnTo>
                  <a:lnTo>
                    <a:pt x="41888" y="34286"/>
                  </a:lnTo>
                  <a:lnTo>
                    <a:pt x="41303" y="35200"/>
                  </a:lnTo>
                  <a:lnTo>
                    <a:pt x="40682" y="36077"/>
                  </a:lnTo>
                  <a:lnTo>
                    <a:pt x="39987" y="36954"/>
                  </a:lnTo>
                  <a:lnTo>
                    <a:pt x="39293" y="37758"/>
                  </a:lnTo>
                  <a:lnTo>
                    <a:pt x="38525" y="38526"/>
                  </a:lnTo>
                  <a:lnTo>
                    <a:pt x="37758" y="39293"/>
                  </a:lnTo>
                  <a:lnTo>
                    <a:pt x="36954" y="39988"/>
                  </a:lnTo>
                  <a:lnTo>
                    <a:pt x="36113" y="40646"/>
                  </a:lnTo>
                  <a:lnTo>
                    <a:pt x="35199" y="41304"/>
                  </a:lnTo>
                  <a:lnTo>
                    <a:pt x="34285" y="41889"/>
                  </a:lnTo>
                  <a:lnTo>
                    <a:pt x="33372" y="42400"/>
                  </a:lnTo>
                  <a:lnTo>
                    <a:pt x="32385" y="42912"/>
                  </a:lnTo>
                  <a:lnTo>
                    <a:pt x="31398" y="43351"/>
                  </a:lnTo>
                  <a:lnTo>
                    <a:pt x="30374" y="43753"/>
                  </a:lnTo>
                  <a:lnTo>
                    <a:pt x="29314" y="44118"/>
                  </a:lnTo>
                  <a:lnTo>
                    <a:pt x="28254" y="44411"/>
                  </a:lnTo>
                  <a:lnTo>
                    <a:pt x="27158" y="44666"/>
                  </a:lnTo>
                  <a:lnTo>
                    <a:pt x="26061" y="44886"/>
                  </a:lnTo>
                  <a:lnTo>
                    <a:pt x="24928" y="45032"/>
                  </a:lnTo>
                  <a:lnTo>
                    <a:pt x="23795" y="45105"/>
                  </a:lnTo>
                  <a:lnTo>
                    <a:pt x="22662" y="45142"/>
                  </a:lnTo>
                  <a:lnTo>
                    <a:pt x="21492" y="45105"/>
                  </a:lnTo>
                  <a:lnTo>
                    <a:pt x="20359" y="45032"/>
                  </a:lnTo>
                  <a:lnTo>
                    <a:pt x="19226" y="44886"/>
                  </a:lnTo>
                  <a:lnTo>
                    <a:pt x="18130" y="44666"/>
                  </a:lnTo>
                  <a:lnTo>
                    <a:pt x="17033" y="44411"/>
                  </a:lnTo>
                  <a:lnTo>
                    <a:pt x="15973" y="44118"/>
                  </a:lnTo>
                  <a:lnTo>
                    <a:pt x="14913" y="43753"/>
                  </a:lnTo>
                  <a:lnTo>
                    <a:pt x="13890" y="43351"/>
                  </a:lnTo>
                  <a:lnTo>
                    <a:pt x="12903" y="42912"/>
                  </a:lnTo>
                  <a:lnTo>
                    <a:pt x="11953" y="42400"/>
                  </a:lnTo>
                  <a:lnTo>
                    <a:pt x="11002" y="41889"/>
                  </a:lnTo>
                  <a:lnTo>
                    <a:pt x="10088" y="41304"/>
                  </a:lnTo>
                  <a:lnTo>
                    <a:pt x="9211" y="40646"/>
                  </a:lnTo>
                  <a:lnTo>
                    <a:pt x="8334" y="39988"/>
                  </a:lnTo>
                  <a:lnTo>
                    <a:pt x="7530" y="39293"/>
                  </a:lnTo>
                  <a:lnTo>
                    <a:pt x="6762" y="38526"/>
                  </a:lnTo>
                  <a:lnTo>
                    <a:pt x="5995" y="37758"/>
                  </a:lnTo>
                  <a:lnTo>
                    <a:pt x="5300" y="36954"/>
                  </a:lnTo>
                  <a:lnTo>
                    <a:pt x="4642" y="36077"/>
                  </a:lnTo>
                  <a:lnTo>
                    <a:pt x="3984" y="35200"/>
                  </a:lnTo>
                  <a:lnTo>
                    <a:pt x="3399" y="34286"/>
                  </a:lnTo>
                  <a:lnTo>
                    <a:pt x="2888" y="33336"/>
                  </a:lnTo>
                  <a:lnTo>
                    <a:pt x="2376" y="32385"/>
                  </a:lnTo>
                  <a:lnTo>
                    <a:pt x="1937" y="31398"/>
                  </a:lnTo>
                  <a:lnTo>
                    <a:pt x="1535" y="30375"/>
                  </a:lnTo>
                  <a:lnTo>
                    <a:pt x="1170" y="29315"/>
                  </a:lnTo>
                  <a:lnTo>
                    <a:pt x="877" y="28255"/>
                  </a:lnTo>
                  <a:lnTo>
                    <a:pt x="622" y="27158"/>
                  </a:lnTo>
                  <a:lnTo>
                    <a:pt x="402" y="26062"/>
                  </a:lnTo>
                  <a:lnTo>
                    <a:pt x="256" y="24929"/>
                  </a:lnTo>
                  <a:lnTo>
                    <a:pt x="183" y="23796"/>
                  </a:lnTo>
                  <a:lnTo>
                    <a:pt x="146" y="22626"/>
                  </a:lnTo>
                  <a:lnTo>
                    <a:pt x="183" y="21493"/>
                  </a:lnTo>
                  <a:lnTo>
                    <a:pt x="256" y="20360"/>
                  </a:lnTo>
                  <a:lnTo>
                    <a:pt x="402" y="19227"/>
                  </a:lnTo>
                  <a:lnTo>
                    <a:pt x="622" y="18130"/>
                  </a:lnTo>
                  <a:lnTo>
                    <a:pt x="877" y="17034"/>
                  </a:lnTo>
                  <a:lnTo>
                    <a:pt x="1170" y="15974"/>
                  </a:lnTo>
                  <a:lnTo>
                    <a:pt x="1535" y="14914"/>
                  </a:lnTo>
                  <a:lnTo>
                    <a:pt x="1937" y="13890"/>
                  </a:lnTo>
                  <a:lnTo>
                    <a:pt x="2376" y="12903"/>
                  </a:lnTo>
                  <a:lnTo>
                    <a:pt x="2888" y="11916"/>
                  </a:lnTo>
                  <a:lnTo>
                    <a:pt x="3399" y="11003"/>
                  </a:lnTo>
                  <a:lnTo>
                    <a:pt x="3984" y="10089"/>
                  </a:lnTo>
                  <a:lnTo>
                    <a:pt x="4642" y="9211"/>
                  </a:lnTo>
                  <a:lnTo>
                    <a:pt x="5300" y="8334"/>
                  </a:lnTo>
                  <a:lnTo>
                    <a:pt x="5995" y="7530"/>
                  </a:lnTo>
                  <a:lnTo>
                    <a:pt x="6762" y="6763"/>
                  </a:lnTo>
                  <a:lnTo>
                    <a:pt x="7530" y="5995"/>
                  </a:lnTo>
                  <a:lnTo>
                    <a:pt x="8334" y="5300"/>
                  </a:lnTo>
                  <a:lnTo>
                    <a:pt x="9211" y="4643"/>
                  </a:lnTo>
                  <a:lnTo>
                    <a:pt x="10088" y="3985"/>
                  </a:lnTo>
                  <a:lnTo>
                    <a:pt x="11002" y="3400"/>
                  </a:lnTo>
                  <a:lnTo>
                    <a:pt x="11953" y="2852"/>
                  </a:lnTo>
                  <a:lnTo>
                    <a:pt x="12903" y="2376"/>
                  </a:lnTo>
                  <a:lnTo>
                    <a:pt x="13890" y="1938"/>
                  </a:lnTo>
                  <a:lnTo>
                    <a:pt x="14913" y="1536"/>
                  </a:lnTo>
                  <a:lnTo>
                    <a:pt x="15973" y="1170"/>
                  </a:lnTo>
                  <a:lnTo>
                    <a:pt x="17033" y="878"/>
                  </a:lnTo>
                  <a:lnTo>
                    <a:pt x="18130" y="622"/>
                  </a:lnTo>
                  <a:lnTo>
                    <a:pt x="19226" y="403"/>
                  </a:lnTo>
                  <a:lnTo>
                    <a:pt x="20359" y="256"/>
                  </a:lnTo>
                  <a:lnTo>
                    <a:pt x="21492" y="183"/>
                  </a:lnTo>
                  <a:lnTo>
                    <a:pt x="22662" y="147"/>
                  </a:lnTo>
                  <a:close/>
                  <a:moveTo>
                    <a:pt x="22662" y="0"/>
                  </a:moveTo>
                  <a:lnTo>
                    <a:pt x="21492" y="37"/>
                  </a:lnTo>
                  <a:lnTo>
                    <a:pt x="20323" y="110"/>
                  </a:lnTo>
                  <a:lnTo>
                    <a:pt x="19190" y="256"/>
                  </a:lnTo>
                  <a:lnTo>
                    <a:pt x="18093" y="476"/>
                  </a:lnTo>
                  <a:lnTo>
                    <a:pt x="16997" y="732"/>
                  </a:lnTo>
                  <a:lnTo>
                    <a:pt x="15937" y="1024"/>
                  </a:lnTo>
                  <a:lnTo>
                    <a:pt x="14877" y="1389"/>
                  </a:lnTo>
                  <a:lnTo>
                    <a:pt x="13853" y="1792"/>
                  </a:lnTo>
                  <a:lnTo>
                    <a:pt x="12830" y="2230"/>
                  </a:lnTo>
                  <a:lnTo>
                    <a:pt x="11879" y="2742"/>
                  </a:lnTo>
                  <a:lnTo>
                    <a:pt x="10929" y="3290"/>
                  </a:lnTo>
                  <a:lnTo>
                    <a:pt x="10015" y="3875"/>
                  </a:lnTo>
                  <a:lnTo>
                    <a:pt x="9102" y="4496"/>
                  </a:lnTo>
                  <a:lnTo>
                    <a:pt x="8261" y="5191"/>
                  </a:lnTo>
                  <a:lnTo>
                    <a:pt x="7420" y="5885"/>
                  </a:lnTo>
                  <a:lnTo>
                    <a:pt x="6653" y="6653"/>
                  </a:lnTo>
                  <a:lnTo>
                    <a:pt x="5885" y="7420"/>
                  </a:lnTo>
                  <a:lnTo>
                    <a:pt x="5191" y="8261"/>
                  </a:lnTo>
                  <a:lnTo>
                    <a:pt x="4533" y="9102"/>
                  </a:lnTo>
                  <a:lnTo>
                    <a:pt x="3875" y="9979"/>
                  </a:lnTo>
                  <a:lnTo>
                    <a:pt x="3290" y="10929"/>
                  </a:lnTo>
                  <a:lnTo>
                    <a:pt x="2742" y="11880"/>
                  </a:lnTo>
                  <a:lnTo>
                    <a:pt x="2266" y="12830"/>
                  </a:lnTo>
                  <a:lnTo>
                    <a:pt x="1791" y="13854"/>
                  </a:lnTo>
                  <a:lnTo>
                    <a:pt x="1389" y="14877"/>
                  </a:lnTo>
                  <a:lnTo>
                    <a:pt x="1024" y="15900"/>
                  </a:lnTo>
                  <a:lnTo>
                    <a:pt x="731" y="16997"/>
                  </a:lnTo>
                  <a:lnTo>
                    <a:pt x="475" y="18094"/>
                  </a:lnTo>
                  <a:lnTo>
                    <a:pt x="293" y="19190"/>
                  </a:lnTo>
                  <a:lnTo>
                    <a:pt x="146" y="20323"/>
                  </a:lnTo>
                  <a:lnTo>
                    <a:pt x="37" y="21493"/>
                  </a:lnTo>
                  <a:lnTo>
                    <a:pt x="0" y="22626"/>
                  </a:lnTo>
                  <a:lnTo>
                    <a:pt x="37" y="23796"/>
                  </a:lnTo>
                  <a:lnTo>
                    <a:pt x="146" y="24965"/>
                  </a:lnTo>
                  <a:lnTo>
                    <a:pt x="293" y="26098"/>
                  </a:lnTo>
                  <a:lnTo>
                    <a:pt x="475" y="27195"/>
                  </a:lnTo>
                  <a:lnTo>
                    <a:pt x="731" y="28291"/>
                  </a:lnTo>
                  <a:lnTo>
                    <a:pt x="1024" y="29351"/>
                  </a:lnTo>
                  <a:lnTo>
                    <a:pt x="1389" y="30411"/>
                  </a:lnTo>
                  <a:lnTo>
                    <a:pt x="1791" y="31435"/>
                  </a:lnTo>
                  <a:lnTo>
                    <a:pt x="2266" y="32458"/>
                  </a:lnTo>
                  <a:lnTo>
                    <a:pt x="2742" y="33409"/>
                  </a:lnTo>
                  <a:lnTo>
                    <a:pt x="3290" y="34359"/>
                  </a:lnTo>
                  <a:lnTo>
                    <a:pt x="3875" y="35273"/>
                  </a:lnTo>
                  <a:lnTo>
                    <a:pt x="4533" y="36187"/>
                  </a:lnTo>
                  <a:lnTo>
                    <a:pt x="5191" y="37027"/>
                  </a:lnTo>
                  <a:lnTo>
                    <a:pt x="5885" y="37868"/>
                  </a:lnTo>
                  <a:lnTo>
                    <a:pt x="6653" y="38635"/>
                  </a:lnTo>
                  <a:lnTo>
                    <a:pt x="7420" y="39403"/>
                  </a:lnTo>
                  <a:lnTo>
                    <a:pt x="8261" y="40098"/>
                  </a:lnTo>
                  <a:lnTo>
                    <a:pt x="9102" y="40755"/>
                  </a:lnTo>
                  <a:lnTo>
                    <a:pt x="10015" y="41413"/>
                  </a:lnTo>
                  <a:lnTo>
                    <a:pt x="10929" y="41998"/>
                  </a:lnTo>
                  <a:lnTo>
                    <a:pt x="11879" y="42546"/>
                  </a:lnTo>
                  <a:lnTo>
                    <a:pt x="12830" y="43058"/>
                  </a:lnTo>
                  <a:lnTo>
                    <a:pt x="13853" y="43497"/>
                  </a:lnTo>
                  <a:lnTo>
                    <a:pt x="14877" y="43899"/>
                  </a:lnTo>
                  <a:lnTo>
                    <a:pt x="15937" y="44264"/>
                  </a:lnTo>
                  <a:lnTo>
                    <a:pt x="16997" y="44557"/>
                  </a:lnTo>
                  <a:lnTo>
                    <a:pt x="18093" y="44813"/>
                  </a:lnTo>
                  <a:lnTo>
                    <a:pt x="19190" y="45032"/>
                  </a:lnTo>
                  <a:lnTo>
                    <a:pt x="20323" y="45142"/>
                  </a:lnTo>
                  <a:lnTo>
                    <a:pt x="21492" y="45251"/>
                  </a:lnTo>
                  <a:lnTo>
                    <a:pt x="22662" y="45288"/>
                  </a:lnTo>
                  <a:lnTo>
                    <a:pt x="23795" y="45251"/>
                  </a:lnTo>
                  <a:lnTo>
                    <a:pt x="24965" y="45142"/>
                  </a:lnTo>
                  <a:lnTo>
                    <a:pt x="26098" y="45032"/>
                  </a:lnTo>
                  <a:lnTo>
                    <a:pt x="27194" y="44813"/>
                  </a:lnTo>
                  <a:lnTo>
                    <a:pt x="28291" y="44557"/>
                  </a:lnTo>
                  <a:lnTo>
                    <a:pt x="29388" y="44264"/>
                  </a:lnTo>
                  <a:lnTo>
                    <a:pt x="30411" y="43899"/>
                  </a:lnTo>
                  <a:lnTo>
                    <a:pt x="31434" y="43497"/>
                  </a:lnTo>
                  <a:lnTo>
                    <a:pt x="32458" y="43058"/>
                  </a:lnTo>
                  <a:lnTo>
                    <a:pt x="33445" y="42546"/>
                  </a:lnTo>
                  <a:lnTo>
                    <a:pt x="34359" y="41998"/>
                  </a:lnTo>
                  <a:lnTo>
                    <a:pt x="35309" y="41413"/>
                  </a:lnTo>
                  <a:lnTo>
                    <a:pt x="36186" y="40755"/>
                  </a:lnTo>
                  <a:lnTo>
                    <a:pt x="37027" y="40098"/>
                  </a:lnTo>
                  <a:lnTo>
                    <a:pt x="37867" y="39403"/>
                  </a:lnTo>
                  <a:lnTo>
                    <a:pt x="38635" y="38635"/>
                  </a:lnTo>
                  <a:lnTo>
                    <a:pt x="39403" y="37868"/>
                  </a:lnTo>
                  <a:lnTo>
                    <a:pt x="40097" y="37027"/>
                  </a:lnTo>
                  <a:lnTo>
                    <a:pt x="40792" y="36187"/>
                  </a:lnTo>
                  <a:lnTo>
                    <a:pt x="41413" y="35273"/>
                  </a:lnTo>
                  <a:lnTo>
                    <a:pt x="41998" y="34359"/>
                  </a:lnTo>
                  <a:lnTo>
                    <a:pt x="42546" y="33409"/>
                  </a:lnTo>
                  <a:lnTo>
                    <a:pt x="43058" y="32458"/>
                  </a:lnTo>
                  <a:lnTo>
                    <a:pt x="43496" y="31435"/>
                  </a:lnTo>
                  <a:lnTo>
                    <a:pt x="43898" y="30411"/>
                  </a:lnTo>
                  <a:lnTo>
                    <a:pt x="44264" y="29351"/>
                  </a:lnTo>
                  <a:lnTo>
                    <a:pt x="44556" y="28291"/>
                  </a:lnTo>
                  <a:lnTo>
                    <a:pt x="44812" y="27195"/>
                  </a:lnTo>
                  <a:lnTo>
                    <a:pt x="45032" y="26098"/>
                  </a:lnTo>
                  <a:lnTo>
                    <a:pt x="45178" y="24965"/>
                  </a:lnTo>
                  <a:lnTo>
                    <a:pt x="45251" y="23796"/>
                  </a:lnTo>
                  <a:lnTo>
                    <a:pt x="45287" y="22626"/>
                  </a:lnTo>
                  <a:lnTo>
                    <a:pt x="45251" y="21493"/>
                  </a:lnTo>
                  <a:lnTo>
                    <a:pt x="45178" y="20323"/>
                  </a:lnTo>
                  <a:lnTo>
                    <a:pt x="45032" y="19190"/>
                  </a:lnTo>
                  <a:lnTo>
                    <a:pt x="44812" y="18094"/>
                  </a:lnTo>
                  <a:lnTo>
                    <a:pt x="44556" y="16997"/>
                  </a:lnTo>
                  <a:lnTo>
                    <a:pt x="44264" y="15900"/>
                  </a:lnTo>
                  <a:lnTo>
                    <a:pt x="43898" y="14877"/>
                  </a:lnTo>
                  <a:lnTo>
                    <a:pt x="43496" y="13854"/>
                  </a:lnTo>
                  <a:lnTo>
                    <a:pt x="43058" y="12830"/>
                  </a:lnTo>
                  <a:lnTo>
                    <a:pt x="42546" y="11880"/>
                  </a:lnTo>
                  <a:lnTo>
                    <a:pt x="41998" y="10929"/>
                  </a:lnTo>
                  <a:lnTo>
                    <a:pt x="41413" y="9979"/>
                  </a:lnTo>
                  <a:lnTo>
                    <a:pt x="40792" y="9102"/>
                  </a:lnTo>
                  <a:lnTo>
                    <a:pt x="40097" y="8261"/>
                  </a:lnTo>
                  <a:lnTo>
                    <a:pt x="39403" y="7420"/>
                  </a:lnTo>
                  <a:lnTo>
                    <a:pt x="38635" y="6653"/>
                  </a:lnTo>
                  <a:lnTo>
                    <a:pt x="37867" y="5885"/>
                  </a:lnTo>
                  <a:lnTo>
                    <a:pt x="37027" y="5191"/>
                  </a:lnTo>
                  <a:lnTo>
                    <a:pt x="36186" y="4496"/>
                  </a:lnTo>
                  <a:lnTo>
                    <a:pt x="35309" y="3875"/>
                  </a:lnTo>
                  <a:lnTo>
                    <a:pt x="34359" y="3290"/>
                  </a:lnTo>
                  <a:lnTo>
                    <a:pt x="33445" y="2742"/>
                  </a:lnTo>
                  <a:lnTo>
                    <a:pt x="32458" y="2230"/>
                  </a:lnTo>
                  <a:lnTo>
                    <a:pt x="31434" y="1792"/>
                  </a:lnTo>
                  <a:lnTo>
                    <a:pt x="30411" y="1389"/>
                  </a:lnTo>
                  <a:lnTo>
                    <a:pt x="29388" y="1024"/>
                  </a:lnTo>
                  <a:lnTo>
                    <a:pt x="28291" y="732"/>
                  </a:lnTo>
                  <a:lnTo>
                    <a:pt x="27194" y="476"/>
                  </a:lnTo>
                  <a:lnTo>
                    <a:pt x="26098" y="256"/>
                  </a:lnTo>
                  <a:lnTo>
                    <a:pt x="24965" y="110"/>
                  </a:lnTo>
                  <a:lnTo>
                    <a:pt x="23795" y="37"/>
                  </a:lnTo>
                  <a:lnTo>
                    <a:pt x="22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446475" y="1224100"/>
              <a:ext cx="755725" cy="755725"/>
            </a:xfrm>
            <a:custGeom>
              <a:rect b="b" l="l" r="r" t="t"/>
              <a:pathLst>
                <a:path extrusionOk="0" h="30229" w="30229">
                  <a:moveTo>
                    <a:pt x="15901" y="146"/>
                  </a:moveTo>
                  <a:lnTo>
                    <a:pt x="16632" y="219"/>
                  </a:lnTo>
                  <a:lnTo>
                    <a:pt x="17399" y="329"/>
                  </a:lnTo>
                  <a:lnTo>
                    <a:pt x="18130" y="439"/>
                  </a:lnTo>
                  <a:lnTo>
                    <a:pt x="18861" y="621"/>
                  </a:lnTo>
                  <a:lnTo>
                    <a:pt x="19556" y="804"/>
                  </a:lnTo>
                  <a:lnTo>
                    <a:pt x="20250" y="1060"/>
                  </a:lnTo>
                  <a:lnTo>
                    <a:pt x="20945" y="1316"/>
                  </a:lnTo>
                  <a:lnTo>
                    <a:pt x="21603" y="1608"/>
                  </a:lnTo>
                  <a:lnTo>
                    <a:pt x="22261" y="1937"/>
                  </a:lnTo>
                  <a:lnTo>
                    <a:pt x="22882" y="2303"/>
                  </a:lnTo>
                  <a:lnTo>
                    <a:pt x="23467" y="2705"/>
                  </a:lnTo>
                  <a:lnTo>
                    <a:pt x="24052" y="3107"/>
                  </a:lnTo>
                  <a:lnTo>
                    <a:pt x="24636" y="3582"/>
                  </a:lnTo>
                  <a:lnTo>
                    <a:pt x="25185" y="4021"/>
                  </a:lnTo>
                  <a:lnTo>
                    <a:pt x="25696" y="4533"/>
                  </a:lnTo>
                  <a:lnTo>
                    <a:pt x="26208" y="5044"/>
                  </a:lnTo>
                  <a:lnTo>
                    <a:pt x="26683" y="5593"/>
                  </a:lnTo>
                  <a:lnTo>
                    <a:pt x="27122" y="6177"/>
                  </a:lnTo>
                  <a:lnTo>
                    <a:pt x="27524" y="6762"/>
                  </a:lnTo>
                  <a:lnTo>
                    <a:pt x="27926" y="7347"/>
                  </a:lnTo>
                  <a:lnTo>
                    <a:pt x="28292" y="7968"/>
                  </a:lnTo>
                  <a:lnTo>
                    <a:pt x="28621" y="8626"/>
                  </a:lnTo>
                  <a:lnTo>
                    <a:pt x="28913" y="9284"/>
                  </a:lnTo>
                  <a:lnTo>
                    <a:pt x="29169" y="9979"/>
                  </a:lnTo>
                  <a:lnTo>
                    <a:pt x="29425" y="10673"/>
                  </a:lnTo>
                  <a:lnTo>
                    <a:pt x="29607" y="11368"/>
                  </a:lnTo>
                  <a:lnTo>
                    <a:pt x="29790" y="12099"/>
                  </a:lnTo>
                  <a:lnTo>
                    <a:pt x="29900" y="12830"/>
                  </a:lnTo>
                  <a:lnTo>
                    <a:pt x="30010" y="13597"/>
                  </a:lnTo>
                  <a:lnTo>
                    <a:pt x="30083" y="14328"/>
                  </a:lnTo>
                  <a:lnTo>
                    <a:pt x="30083" y="15096"/>
                  </a:lnTo>
                  <a:lnTo>
                    <a:pt x="30083" y="15863"/>
                  </a:lnTo>
                  <a:lnTo>
                    <a:pt x="30010" y="16631"/>
                  </a:lnTo>
                  <a:lnTo>
                    <a:pt x="29900" y="17399"/>
                  </a:lnTo>
                  <a:lnTo>
                    <a:pt x="29790" y="18130"/>
                  </a:lnTo>
                  <a:lnTo>
                    <a:pt x="29607" y="18861"/>
                  </a:lnTo>
                  <a:lnTo>
                    <a:pt x="29425" y="19555"/>
                  </a:lnTo>
                  <a:lnTo>
                    <a:pt x="29169" y="20250"/>
                  </a:lnTo>
                  <a:lnTo>
                    <a:pt x="28913" y="20944"/>
                  </a:lnTo>
                  <a:lnTo>
                    <a:pt x="28621" y="21602"/>
                  </a:lnTo>
                  <a:lnTo>
                    <a:pt x="28292" y="22223"/>
                  </a:lnTo>
                  <a:lnTo>
                    <a:pt x="27926" y="22881"/>
                  </a:lnTo>
                  <a:lnTo>
                    <a:pt x="27524" y="23466"/>
                  </a:lnTo>
                  <a:lnTo>
                    <a:pt x="27122" y="24051"/>
                  </a:lnTo>
                  <a:lnTo>
                    <a:pt x="26683" y="24636"/>
                  </a:lnTo>
                  <a:lnTo>
                    <a:pt x="26208" y="25184"/>
                  </a:lnTo>
                  <a:lnTo>
                    <a:pt x="25696" y="25696"/>
                  </a:lnTo>
                  <a:lnTo>
                    <a:pt x="25185" y="26171"/>
                  </a:lnTo>
                  <a:lnTo>
                    <a:pt x="24636" y="26646"/>
                  </a:lnTo>
                  <a:lnTo>
                    <a:pt x="24052" y="27121"/>
                  </a:lnTo>
                  <a:lnTo>
                    <a:pt x="23467" y="27523"/>
                  </a:lnTo>
                  <a:lnTo>
                    <a:pt x="22882" y="27925"/>
                  </a:lnTo>
                  <a:lnTo>
                    <a:pt x="22261" y="28254"/>
                  </a:lnTo>
                  <a:lnTo>
                    <a:pt x="21603" y="28620"/>
                  </a:lnTo>
                  <a:lnTo>
                    <a:pt x="20945" y="28912"/>
                  </a:lnTo>
                  <a:lnTo>
                    <a:pt x="20250" y="29168"/>
                  </a:lnTo>
                  <a:lnTo>
                    <a:pt x="19556" y="29424"/>
                  </a:lnTo>
                  <a:lnTo>
                    <a:pt x="18861" y="29607"/>
                  </a:lnTo>
                  <a:lnTo>
                    <a:pt x="18130" y="29790"/>
                  </a:lnTo>
                  <a:lnTo>
                    <a:pt x="17399" y="29899"/>
                  </a:lnTo>
                  <a:lnTo>
                    <a:pt x="16632" y="30009"/>
                  </a:lnTo>
                  <a:lnTo>
                    <a:pt x="15901" y="30045"/>
                  </a:lnTo>
                  <a:lnTo>
                    <a:pt x="15133" y="30082"/>
                  </a:lnTo>
                  <a:lnTo>
                    <a:pt x="14366" y="30045"/>
                  </a:lnTo>
                  <a:lnTo>
                    <a:pt x="13598" y="30009"/>
                  </a:lnTo>
                  <a:lnTo>
                    <a:pt x="12830" y="29899"/>
                  </a:lnTo>
                  <a:lnTo>
                    <a:pt x="12099" y="29790"/>
                  </a:lnTo>
                  <a:lnTo>
                    <a:pt x="11368" y="29607"/>
                  </a:lnTo>
                  <a:lnTo>
                    <a:pt x="10674" y="29424"/>
                  </a:lnTo>
                  <a:lnTo>
                    <a:pt x="9979" y="29168"/>
                  </a:lnTo>
                  <a:lnTo>
                    <a:pt x="9285" y="28912"/>
                  </a:lnTo>
                  <a:lnTo>
                    <a:pt x="8627" y="28620"/>
                  </a:lnTo>
                  <a:lnTo>
                    <a:pt x="8006" y="28254"/>
                  </a:lnTo>
                  <a:lnTo>
                    <a:pt x="7348" y="27925"/>
                  </a:lnTo>
                  <a:lnTo>
                    <a:pt x="6763" y="27523"/>
                  </a:lnTo>
                  <a:lnTo>
                    <a:pt x="6178" y="27121"/>
                  </a:lnTo>
                  <a:lnTo>
                    <a:pt x="5593" y="26646"/>
                  </a:lnTo>
                  <a:lnTo>
                    <a:pt x="5045" y="26171"/>
                  </a:lnTo>
                  <a:lnTo>
                    <a:pt x="4533" y="25696"/>
                  </a:lnTo>
                  <a:lnTo>
                    <a:pt x="4058" y="25184"/>
                  </a:lnTo>
                  <a:lnTo>
                    <a:pt x="3583" y="24636"/>
                  </a:lnTo>
                  <a:lnTo>
                    <a:pt x="3108" y="24051"/>
                  </a:lnTo>
                  <a:lnTo>
                    <a:pt x="2706" y="23466"/>
                  </a:lnTo>
                  <a:lnTo>
                    <a:pt x="2304" y="22881"/>
                  </a:lnTo>
                  <a:lnTo>
                    <a:pt x="1975" y="22223"/>
                  </a:lnTo>
                  <a:lnTo>
                    <a:pt x="1609" y="21602"/>
                  </a:lnTo>
                  <a:lnTo>
                    <a:pt x="1317" y="20944"/>
                  </a:lnTo>
                  <a:lnTo>
                    <a:pt x="1061" y="20250"/>
                  </a:lnTo>
                  <a:lnTo>
                    <a:pt x="805" y="19555"/>
                  </a:lnTo>
                  <a:lnTo>
                    <a:pt x="622" y="18861"/>
                  </a:lnTo>
                  <a:lnTo>
                    <a:pt x="439" y="18130"/>
                  </a:lnTo>
                  <a:lnTo>
                    <a:pt x="330" y="17399"/>
                  </a:lnTo>
                  <a:lnTo>
                    <a:pt x="220" y="16631"/>
                  </a:lnTo>
                  <a:lnTo>
                    <a:pt x="184" y="15863"/>
                  </a:lnTo>
                  <a:lnTo>
                    <a:pt x="147" y="15096"/>
                  </a:lnTo>
                  <a:lnTo>
                    <a:pt x="184" y="14328"/>
                  </a:lnTo>
                  <a:lnTo>
                    <a:pt x="220" y="13597"/>
                  </a:lnTo>
                  <a:lnTo>
                    <a:pt x="330" y="12830"/>
                  </a:lnTo>
                  <a:lnTo>
                    <a:pt x="439" y="12099"/>
                  </a:lnTo>
                  <a:lnTo>
                    <a:pt x="622" y="11368"/>
                  </a:lnTo>
                  <a:lnTo>
                    <a:pt x="805" y="10673"/>
                  </a:lnTo>
                  <a:lnTo>
                    <a:pt x="1061" y="9979"/>
                  </a:lnTo>
                  <a:lnTo>
                    <a:pt x="1317" y="9284"/>
                  </a:lnTo>
                  <a:lnTo>
                    <a:pt x="1609" y="8626"/>
                  </a:lnTo>
                  <a:lnTo>
                    <a:pt x="1975" y="7968"/>
                  </a:lnTo>
                  <a:lnTo>
                    <a:pt x="2304" y="7347"/>
                  </a:lnTo>
                  <a:lnTo>
                    <a:pt x="2706" y="6762"/>
                  </a:lnTo>
                  <a:lnTo>
                    <a:pt x="3108" y="6177"/>
                  </a:lnTo>
                  <a:lnTo>
                    <a:pt x="3583" y="5593"/>
                  </a:lnTo>
                  <a:lnTo>
                    <a:pt x="4058" y="5044"/>
                  </a:lnTo>
                  <a:lnTo>
                    <a:pt x="4533" y="4533"/>
                  </a:lnTo>
                  <a:lnTo>
                    <a:pt x="5045" y="4021"/>
                  </a:lnTo>
                  <a:lnTo>
                    <a:pt x="5593" y="3582"/>
                  </a:lnTo>
                  <a:lnTo>
                    <a:pt x="6178" y="3107"/>
                  </a:lnTo>
                  <a:lnTo>
                    <a:pt x="6763" y="2705"/>
                  </a:lnTo>
                  <a:lnTo>
                    <a:pt x="7348" y="2303"/>
                  </a:lnTo>
                  <a:lnTo>
                    <a:pt x="8006" y="1937"/>
                  </a:lnTo>
                  <a:lnTo>
                    <a:pt x="8627" y="1608"/>
                  </a:lnTo>
                  <a:lnTo>
                    <a:pt x="9285" y="1316"/>
                  </a:lnTo>
                  <a:lnTo>
                    <a:pt x="9979" y="1060"/>
                  </a:lnTo>
                  <a:lnTo>
                    <a:pt x="10674" y="804"/>
                  </a:lnTo>
                  <a:lnTo>
                    <a:pt x="11368" y="621"/>
                  </a:lnTo>
                  <a:lnTo>
                    <a:pt x="12099" y="439"/>
                  </a:lnTo>
                  <a:lnTo>
                    <a:pt x="12830" y="329"/>
                  </a:lnTo>
                  <a:lnTo>
                    <a:pt x="13598" y="219"/>
                  </a:lnTo>
                  <a:lnTo>
                    <a:pt x="14366" y="146"/>
                  </a:lnTo>
                  <a:close/>
                  <a:moveTo>
                    <a:pt x="15133" y="0"/>
                  </a:moveTo>
                  <a:lnTo>
                    <a:pt x="14329" y="37"/>
                  </a:lnTo>
                  <a:lnTo>
                    <a:pt x="13561" y="73"/>
                  </a:lnTo>
                  <a:lnTo>
                    <a:pt x="12830" y="183"/>
                  </a:lnTo>
                  <a:lnTo>
                    <a:pt x="12063" y="293"/>
                  </a:lnTo>
                  <a:lnTo>
                    <a:pt x="11332" y="475"/>
                  </a:lnTo>
                  <a:lnTo>
                    <a:pt x="10637" y="695"/>
                  </a:lnTo>
                  <a:lnTo>
                    <a:pt x="9943" y="914"/>
                  </a:lnTo>
                  <a:lnTo>
                    <a:pt x="9248" y="1206"/>
                  </a:lnTo>
                  <a:lnTo>
                    <a:pt x="8554" y="1499"/>
                  </a:lnTo>
                  <a:lnTo>
                    <a:pt x="7932" y="1828"/>
                  </a:lnTo>
                  <a:lnTo>
                    <a:pt x="7275" y="2193"/>
                  </a:lnTo>
                  <a:lnTo>
                    <a:pt x="6690" y="2595"/>
                  </a:lnTo>
                  <a:lnTo>
                    <a:pt x="6068" y="2997"/>
                  </a:lnTo>
                  <a:lnTo>
                    <a:pt x="5520" y="3473"/>
                  </a:lnTo>
                  <a:lnTo>
                    <a:pt x="4972" y="3948"/>
                  </a:lnTo>
                  <a:lnTo>
                    <a:pt x="4424" y="4423"/>
                  </a:lnTo>
                  <a:lnTo>
                    <a:pt x="3948" y="4971"/>
                  </a:lnTo>
                  <a:lnTo>
                    <a:pt x="3473" y="5519"/>
                  </a:lnTo>
                  <a:lnTo>
                    <a:pt x="2998" y="6068"/>
                  </a:lnTo>
                  <a:lnTo>
                    <a:pt x="2596" y="6652"/>
                  </a:lnTo>
                  <a:lnTo>
                    <a:pt x="2194" y="7274"/>
                  </a:lnTo>
                  <a:lnTo>
                    <a:pt x="1828" y="7932"/>
                  </a:lnTo>
                  <a:lnTo>
                    <a:pt x="1499" y="8553"/>
                  </a:lnTo>
                  <a:lnTo>
                    <a:pt x="1207" y="9248"/>
                  </a:lnTo>
                  <a:lnTo>
                    <a:pt x="915" y="9906"/>
                  </a:lnTo>
                  <a:lnTo>
                    <a:pt x="695" y="10637"/>
                  </a:lnTo>
                  <a:lnTo>
                    <a:pt x="476" y="11331"/>
                  </a:lnTo>
                  <a:lnTo>
                    <a:pt x="330" y="12062"/>
                  </a:lnTo>
                  <a:lnTo>
                    <a:pt x="184" y="12830"/>
                  </a:lnTo>
                  <a:lnTo>
                    <a:pt x="74" y="13561"/>
                  </a:lnTo>
                  <a:lnTo>
                    <a:pt x="37" y="14328"/>
                  </a:lnTo>
                  <a:lnTo>
                    <a:pt x="1" y="15096"/>
                  </a:lnTo>
                  <a:lnTo>
                    <a:pt x="37" y="15900"/>
                  </a:lnTo>
                  <a:lnTo>
                    <a:pt x="74" y="16668"/>
                  </a:lnTo>
                  <a:lnTo>
                    <a:pt x="184" y="17399"/>
                  </a:lnTo>
                  <a:lnTo>
                    <a:pt x="330" y="18166"/>
                  </a:lnTo>
                  <a:lnTo>
                    <a:pt x="476" y="18897"/>
                  </a:lnTo>
                  <a:lnTo>
                    <a:pt x="695" y="19592"/>
                  </a:lnTo>
                  <a:lnTo>
                    <a:pt x="915" y="20286"/>
                  </a:lnTo>
                  <a:lnTo>
                    <a:pt x="1207" y="20981"/>
                  </a:lnTo>
                  <a:lnTo>
                    <a:pt x="1499" y="21675"/>
                  </a:lnTo>
                  <a:lnTo>
                    <a:pt x="1828" y="22297"/>
                  </a:lnTo>
                  <a:lnTo>
                    <a:pt x="2194" y="22954"/>
                  </a:lnTo>
                  <a:lnTo>
                    <a:pt x="2596" y="23539"/>
                  </a:lnTo>
                  <a:lnTo>
                    <a:pt x="2998" y="24161"/>
                  </a:lnTo>
                  <a:lnTo>
                    <a:pt x="3473" y="24709"/>
                  </a:lnTo>
                  <a:lnTo>
                    <a:pt x="3948" y="25257"/>
                  </a:lnTo>
                  <a:lnTo>
                    <a:pt x="4424" y="25806"/>
                  </a:lnTo>
                  <a:lnTo>
                    <a:pt x="4972" y="26281"/>
                  </a:lnTo>
                  <a:lnTo>
                    <a:pt x="5520" y="26756"/>
                  </a:lnTo>
                  <a:lnTo>
                    <a:pt x="6068" y="27231"/>
                  </a:lnTo>
                  <a:lnTo>
                    <a:pt x="6690" y="27633"/>
                  </a:lnTo>
                  <a:lnTo>
                    <a:pt x="7275" y="28035"/>
                  </a:lnTo>
                  <a:lnTo>
                    <a:pt x="7932" y="28401"/>
                  </a:lnTo>
                  <a:lnTo>
                    <a:pt x="8554" y="28730"/>
                  </a:lnTo>
                  <a:lnTo>
                    <a:pt x="9248" y="29022"/>
                  </a:lnTo>
                  <a:lnTo>
                    <a:pt x="9943" y="29314"/>
                  </a:lnTo>
                  <a:lnTo>
                    <a:pt x="10637" y="29534"/>
                  </a:lnTo>
                  <a:lnTo>
                    <a:pt x="11332" y="29753"/>
                  </a:lnTo>
                  <a:lnTo>
                    <a:pt x="12063" y="29899"/>
                  </a:lnTo>
                  <a:lnTo>
                    <a:pt x="12830" y="30045"/>
                  </a:lnTo>
                  <a:lnTo>
                    <a:pt x="13561" y="30155"/>
                  </a:lnTo>
                  <a:lnTo>
                    <a:pt x="14329" y="30192"/>
                  </a:lnTo>
                  <a:lnTo>
                    <a:pt x="15133" y="30228"/>
                  </a:lnTo>
                  <a:lnTo>
                    <a:pt x="15901" y="30192"/>
                  </a:lnTo>
                  <a:lnTo>
                    <a:pt x="16668" y="30155"/>
                  </a:lnTo>
                  <a:lnTo>
                    <a:pt x="17399" y="30045"/>
                  </a:lnTo>
                  <a:lnTo>
                    <a:pt x="18167" y="29899"/>
                  </a:lnTo>
                  <a:lnTo>
                    <a:pt x="18898" y="29753"/>
                  </a:lnTo>
                  <a:lnTo>
                    <a:pt x="19592" y="29534"/>
                  </a:lnTo>
                  <a:lnTo>
                    <a:pt x="20323" y="29314"/>
                  </a:lnTo>
                  <a:lnTo>
                    <a:pt x="20981" y="29022"/>
                  </a:lnTo>
                  <a:lnTo>
                    <a:pt x="21676" y="28730"/>
                  </a:lnTo>
                  <a:lnTo>
                    <a:pt x="22334" y="28401"/>
                  </a:lnTo>
                  <a:lnTo>
                    <a:pt x="22955" y="28035"/>
                  </a:lnTo>
                  <a:lnTo>
                    <a:pt x="23576" y="27633"/>
                  </a:lnTo>
                  <a:lnTo>
                    <a:pt x="24161" y="27231"/>
                  </a:lnTo>
                  <a:lnTo>
                    <a:pt x="24710" y="26756"/>
                  </a:lnTo>
                  <a:lnTo>
                    <a:pt x="25258" y="26281"/>
                  </a:lnTo>
                  <a:lnTo>
                    <a:pt x="25806" y="25806"/>
                  </a:lnTo>
                  <a:lnTo>
                    <a:pt x="26318" y="25257"/>
                  </a:lnTo>
                  <a:lnTo>
                    <a:pt x="26793" y="24709"/>
                  </a:lnTo>
                  <a:lnTo>
                    <a:pt x="27232" y="24161"/>
                  </a:lnTo>
                  <a:lnTo>
                    <a:pt x="27634" y="23539"/>
                  </a:lnTo>
                  <a:lnTo>
                    <a:pt x="28036" y="22954"/>
                  </a:lnTo>
                  <a:lnTo>
                    <a:pt x="28401" y="22297"/>
                  </a:lnTo>
                  <a:lnTo>
                    <a:pt x="28730" y="21675"/>
                  </a:lnTo>
                  <a:lnTo>
                    <a:pt x="29059" y="20981"/>
                  </a:lnTo>
                  <a:lnTo>
                    <a:pt x="29315" y="20286"/>
                  </a:lnTo>
                  <a:lnTo>
                    <a:pt x="29534" y="19592"/>
                  </a:lnTo>
                  <a:lnTo>
                    <a:pt x="29754" y="18897"/>
                  </a:lnTo>
                  <a:lnTo>
                    <a:pt x="29936" y="18166"/>
                  </a:lnTo>
                  <a:lnTo>
                    <a:pt x="30046" y="17399"/>
                  </a:lnTo>
                  <a:lnTo>
                    <a:pt x="30156" y="16668"/>
                  </a:lnTo>
                  <a:lnTo>
                    <a:pt x="30229" y="15900"/>
                  </a:lnTo>
                  <a:lnTo>
                    <a:pt x="30229" y="15096"/>
                  </a:lnTo>
                  <a:lnTo>
                    <a:pt x="30229" y="14328"/>
                  </a:lnTo>
                  <a:lnTo>
                    <a:pt x="30156" y="13561"/>
                  </a:lnTo>
                  <a:lnTo>
                    <a:pt x="30046" y="12830"/>
                  </a:lnTo>
                  <a:lnTo>
                    <a:pt x="29936" y="12062"/>
                  </a:lnTo>
                  <a:lnTo>
                    <a:pt x="29754" y="11331"/>
                  </a:lnTo>
                  <a:lnTo>
                    <a:pt x="29534" y="10637"/>
                  </a:lnTo>
                  <a:lnTo>
                    <a:pt x="29315" y="9906"/>
                  </a:lnTo>
                  <a:lnTo>
                    <a:pt x="29059" y="9248"/>
                  </a:lnTo>
                  <a:lnTo>
                    <a:pt x="28730" y="8553"/>
                  </a:lnTo>
                  <a:lnTo>
                    <a:pt x="28401" y="7932"/>
                  </a:lnTo>
                  <a:lnTo>
                    <a:pt x="28036" y="7274"/>
                  </a:lnTo>
                  <a:lnTo>
                    <a:pt x="27634" y="6652"/>
                  </a:lnTo>
                  <a:lnTo>
                    <a:pt x="27232" y="6068"/>
                  </a:lnTo>
                  <a:lnTo>
                    <a:pt x="26793" y="5519"/>
                  </a:lnTo>
                  <a:lnTo>
                    <a:pt x="26318" y="4971"/>
                  </a:lnTo>
                  <a:lnTo>
                    <a:pt x="25806" y="4423"/>
                  </a:lnTo>
                  <a:lnTo>
                    <a:pt x="25258" y="3948"/>
                  </a:lnTo>
                  <a:lnTo>
                    <a:pt x="24710" y="3473"/>
                  </a:lnTo>
                  <a:lnTo>
                    <a:pt x="24161" y="2997"/>
                  </a:lnTo>
                  <a:lnTo>
                    <a:pt x="23576" y="2595"/>
                  </a:lnTo>
                  <a:lnTo>
                    <a:pt x="22955" y="2193"/>
                  </a:lnTo>
                  <a:lnTo>
                    <a:pt x="22334" y="1828"/>
                  </a:lnTo>
                  <a:lnTo>
                    <a:pt x="21676" y="1499"/>
                  </a:lnTo>
                  <a:lnTo>
                    <a:pt x="20981" y="1206"/>
                  </a:lnTo>
                  <a:lnTo>
                    <a:pt x="20323" y="914"/>
                  </a:lnTo>
                  <a:lnTo>
                    <a:pt x="19592" y="695"/>
                  </a:lnTo>
                  <a:lnTo>
                    <a:pt x="18898" y="475"/>
                  </a:lnTo>
                  <a:lnTo>
                    <a:pt x="18167" y="293"/>
                  </a:lnTo>
                  <a:lnTo>
                    <a:pt x="17399" y="183"/>
                  </a:lnTo>
                  <a:lnTo>
                    <a:pt x="16668" y="73"/>
                  </a:lnTo>
                  <a:lnTo>
                    <a:pt x="15901" y="37"/>
                  </a:lnTo>
                  <a:lnTo>
                    <a:pt x="151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634725" y="1412325"/>
              <a:ext cx="379250" cy="379250"/>
            </a:xfrm>
            <a:custGeom>
              <a:rect b="b" l="l" r="r" t="t"/>
              <a:pathLst>
                <a:path extrusionOk="0" h="15170" w="15170">
                  <a:moveTo>
                    <a:pt x="7603" y="147"/>
                  </a:moveTo>
                  <a:lnTo>
                    <a:pt x="8334" y="183"/>
                  </a:lnTo>
                  <a:lnTo>
                    <a:pt x="9102" y="293"/>
                  </a:lnTo>
                  <a:lnTo>
                    <a:pt x="9796" y="476"/>
                  </a:lnTo>
                  <a:lnTo>
                    <a:pt x="10491" y="732"/>
                  </a:lnTo>
                  <a:lnTo>
                    <a:pt x="11149" y="1024"/>
                  </a:lnTo>
                  <a:lnTo>
                    <a:pt x="11733" y="1390"/>
                  </a:lnTo>
                  <a:lnTo>
                    <a:pt x="12318" y="1828"/>
                  </a:lnTo>
                  <a:lnTo>
                    <a:pt x="12866" y="2303"/>
                  </a:lnTo>
                  <a:lnTo>
                    <a:pt x="13342" y="2852"/>
                  </a:lnTo>
                  <a:lnTo>
                    <a:pt x="13780" y="3437"/>
                  </a:lnTo>
                  <a:lnTo>
                    <a:pt x="14146" y="4021"/>
                  </a:lnTo>
                  <a:lnTo>
                    <a:pt x="14438" y="4679"/>
                  </a:lnTo>
                  <a:lnTo>
                    <a:pt x="14694" y="5374"/>
                  </a:lnTo>
                  <a:lnTo>
                    <a:pt x="14877" y="6068"/>
                  </a:lnTo>
                  <a:lnTo>
                    <a:pt x="14986" y="6836"/>
                  </a:lnTo>
                  <a:lnTo>
                    <a:pt x="15023" y="7567"/>
                  </a:lnTo>
                  <a:lnTo>
                    <a:pt x="14986" y="8334"/>
                  </a:lnTo>
                  <a:lnTo>
                    <a:pt x="14877" y="9066"/>
                  </a:lnTo>
                  <a:lnTo>
                    <a:pt x="14694" y="9797"/>
                  </a:lnTo>
                  <a:lnTo>
                    <a:pt x="14438" y="10491"/>
                  </a:lnTo>
                  <a:lnTo>
                    <a:pt x="14146" y="11149"/>
                  </a:lnTo>
                  <a:lnTo>
                    <a:pt x="13780" y="11734"/>
                  </a:lnTo>
                  <a:lnTo>
                    <a:pt x="13342" y="12319"/>
                  </a:lnTo>
                  <a:lnTo>
                    <a:pt x="12866" y="12830"/>
                  </a:lnTo>
                  <a:lnTo>
                    <a:pt x="12318" y="13342"/>
                  </a:lnTo>
                  <a:lnTo>
                    <a:pt x="11733" y="13744"/>
                  </a:lnTo>
                  <a:lnTo>
                    <a:pt x="11149" y="14146"/>
                  </a:lnTo>
                  <a:lnTo>
                    <a:pt x="10491" y="14439"/>
                  </a:lnTo>
                  <a:lnTo>
                    <a:pt x="9796" y="14694"/>
                  </a:lnTo>
                  <a:lnTo>
                    <a:pt x="9102" y="14877"/>
                  </a:lnTo>
                  <a:lnTo>
                    <a:pt x="8334" y="14987"/>
                  </a:lnTo>
                  <a:lnTo>
                    <a:pt x="7603" y="15023"/>
                  </a:lnTo>
                  <a:lnTo>
                    <a:pt x="6836" y="14987"/>
                  </a:lnTo>
                  <a:lnTo>
                    <a:pt x="6104" y="14877"/>
                  </a:lnTo>
                  <a:lnTo>
                    <a:pt x="5373" y="14694"/>
                  </a:lnTo>
                  <a:lnTo>
                    <a:pt x="4679" y="14439"/>
                  </a:lnTo>
                  <a:lnTo>
                    <a:pt x="4058" y="14146"/>
                  </a:lnTo>
                  <a:lnTo>
                    <a:pt x="3436" y="13744"/>
                  </a:lnTo>
                  <a:lnTo>
                    <a:pt x="2851" y="13342"/>
                  </a:lnTo>
                  <a:lnTo>
                    <a:pt x="2340" y="12830"/>
                  </a:lnTo>
                  <a:lnTo>
                    <a:pt x="1828" y="12319"/>
                  </a:lnTo>
                  <a:lnTo>
                    <a:pt x="1426" y="11734"/>
                  </a:lnTo>
                  <a:lnTo>
                    <a:pt x="1024" y="11149"/>
                  </a:lnTo>
                  <a:lnTo>
                    <a:pt x="731" y="10491"/>
                  </a:lnTo>
                  <a:lnTo>
                    <a:pt x="476" y="9797"/>
                  </a:lnTo>
                  <a:lnTo>
                    <a:pt x="293" y="9066"/>
                  </a:lnTo>
                  <a:lnTo>
                    <a:pt x="183" y="8334"/>
                  </a:lnTo>
                  <a:lnTo>
                    <a:pt x="147" y="7567"/>
                  </a:lnTo>
                  <a:lnTo>
                    <a:pt x="183" y="6836"/>
                  </a:lnTo>
                  <a:lnTo>
                    <a:pt x="293" y="6068"/>
                  </a:lnTo>
                  <a:lnTo>
                    <a:pt x="476" y="5374"/>
                  </a:lnTo>
                  <a:lnTo>
                    <a:pt x="731" y="4679"/>
                  </a:lnTo>
                  <a:lnTo>
                    <a:pt x="1024" y="4021"/>
                  </a:lnTo>
                  <a:lnTo>
                    <a:pt x="1426" y="3437"/>
                  </a:lnTo>
                  <a:lnTo>
                    <a:pt x="1828" y="2852"/>
                  </a:lnTo>
                  <a:lnTo>
                    <a:pt x="2340" y="2303"/>
                  </a:lnTo>
                  <a:lnTo>
                    <a:pt x="2851" y="1828"/>
                  </a:lnTo>
                  <a:lnTo>
                    <a:pt x="3436" y="1390"/>
                  </a:lnTo>
                  <a:lnTo>
                    <a:pt x="4058" y="1024"/>
                  </a:lnTo>
                  <a:lnTo>
                    <a:pt x="4679" y="732"/>
                  </a:lnTo>
                  <a:lnTo>
                    <a:pt x="5373" y="476"/>
                  </a:lnTo>
                  <a:lnTo>
                    <a:pt x="6104" y="293"/>
                  </a:lnTo>
                  <a:lnTo>
                    <a:pt x="6836" y="183"/>
                  </a:lnTo>
                  <a:lnTo>
                    <a:pt x="7603" y="147"/>
                  </a:lnTo>
                  <a:close/>
                  <a:moveTo>
                    <a:pt x="7603" y="1"/>
                  </a:moveTo>
                  <a:lnTo>
                    <a:pt x="6799" y="37"/>
                  </a:lnTo>
                  <a:lnTo>
                    <a:pt x="6068" y="147"/>
                  </a:lnTo>
                  <a:lnTo>
                    <a:pt x="5337" y="330"/>
                  </a:lnTo>
                  <a:lnTo>
                    <a:pt x="4642" y="586"/>
                  </a:lnTo>
                  <a:lnTo>
                    <a:pt x="3984" y="915"/>
                  </a:lnTo>
                  <a:lnTo>
                    <a:pt x="3363" y="1280"/>
                  </a:lnTo>
                  <a:lnTo>
                    <a:pt x="2778" y="1719"/>
                  </a:lnTo>
                  <a:lnTo>
                    <a:pt x="2230" y="2230"/>
                  </a:lnTo>
                  <a:lnTo>
                    <a:pt x="1718" y="2742"/>
                  </a:lnTo>
                  <a:lnTo>
                    <a:pt x="1280" y="3327"/>
                  </a:lnTo>
                  <a:lnTo>
                    <a:pt x="914" y="3985"/>
                  </a:lnTo>
                  <a:lnTo>
                    <a:pt x="585" y="4643"/>
                  </a:lnTo>
                  <a:lnTo>
                    <a:pt x="329" y="5337"/>
                  </a:lnTo>
                  <a:lnTo>
                    <a:pt x="147" y="6068"/>
                  </a:lnTo>
                  <a:lnTo>
                    <a:pt x="37" y="6799"/>
                  </a:lnTo>
                  <a:lnTo>
                    <a:pt x="0" y="7567"/>
                  </a:lnTo>
                  <a:lnTo>
                    <a:pt x="37" y="8371"/>
                  </a:lnTo>
                  <a:lnTo>
                    <a:pt x="147" y="9102"/>
                  </a:lnTo>
                  <a:lnTo>
                    <a:pt x="329" y="9833"/>
                  </a:lnTo>
                  <a:lnTo>
                    <a:pt x="585" y="10528"/>
                  </a:lnTo>
                  <a:lnTo>
                    <a:pt x="914" y="11186"/>
                  </a:lnTo>
                  <a:lnTo>
                    <a:pt x="1280" y="11807"/>
                  </a:lnTo>
                  <a:lnTo>
                    <a:pt x="1718" y="12392"/>
                  </a:lnTo>
                  <a:lnTo>
                    <a:pt x="2230" y="12940"/>
                  </a:lnTo>
                  <a:lnTo>
                    <a:pt x="2778" y="13452"/>
                  </a:lnTo>
                  <a:lnTo>
                    <a:pt x="3363" y="13890"/>
                  </a:lnTo>
                  <a:lnTo>
                    <a:pt x="3984" y="14256"/>
                  </a:lnTo>
                  <a:lnTo>
                    <a:pt x="4642" y="14585"/>
                  </a:lnTo>
                  <a:lnTo>
                    <a:pt x="5337" y="14841"/>
                  </a:lnTo>
                  <a:lnTo>
                    <a:pt x="6068" y="15023"/>
                  </a:lnTo>
                  <a:lnTo>
                    <a:pt x="6799" y="15133"/>
                  </a:lnTo>
                  <a:lnTo>
                    <a:pt x="7603" y="15170"/>
                  </a:lnTo>
                  <a:lnTo>
                    <a:pt x="8371" y="15133"/>
                  </a:lnTo>
                  <a:lnTo>
                    <a:pt x="9102" y="15023"/>
                  </a:lnTo>
                  <a:lnTo>
                    <a:pt x="9833" y="14841"/>
                  </a:lnTo>
                  <a:lnTo>
                    <a:pt x="10527" y="14585"/>
                  </a:lnTo>
                  <a:lnTo>
                    <a:pt x="11222" y="14256"/>
                  </a:lnTo>
                  <a:lnTo>
                    <a:pt x="11843" y="13890"/>
                  </a:lnTo>
                  <a:lnTo>
                    <a:pt x="12428" y="13452"/>
                  </a:lnTo>
                  <a:lnTo>
                    <a:pt x="12940" y="12940"/>
                  </a:lnTo>
                  <a:lnTo>
                    <a:pt x="13451" y="12392"/>
                  </a:lnTo>
                  <a:lnTo>
                    <a:pt x="13890" y="11807"/>
                  </a:lnTo>
                  <a:lnTo>
                    <a:pt x="14255" y="11186"/>
                  </a:lnTo>
                  <a:lnTo>
                    <a:pt x="14584" y="10528"/>
                  </a:lnTo>
                  <a:lnTo>
                    <a:pt x="14840" y="9833"/>
                  </a:lnTo>
                  <a:lnTo>
                    <a:pt x="15023" y="9102"/>
                  </a:lnTo>
                  <a:lnTo>
                    <a:pt x="15133" y="8371"/>
                  </a:lnTo>
                  <a:lnTo>
                    <a:pt x="15169" y="7567"/>
                  </a:lnTo>
                  <a:lnTo>
                    <a:pt x="15133" y="6799"/>
                  </a:lnTo>
                  <a:lnTo>
                    <a:pt x="15023" y="6068"/>
                  </a:lnTo>
                  <a:lnTo>
                    <a:pt x="14840" y="5337"/>
                  </a:lnTo>
                  <a:lnTo>
                    <a:pt x="14584" y="4643"/>
                  </a:lnTo>
                  <a:lnTo>
                    <a:pt x="14255" y="3985"/>
                  </a:lnTo>
                  <a:lnTo>
                    <a:pt x="13890" y="3327"/>
                  </a:lnTo>
                  <a:lnTo>
                    <a:pt x="13451" y="2742"/>
                  </a:lnTo>
                  <a:lnTo>
                    <a:pt x="12940" y="2230"/>
                  </a:lnTo>
                  <a:lnTo>
                    <a:pt x="12428" y="1719"/>
                  </a:lnTo>
                  <a:lnTo>
                    <a:pt x="11843" y="1280"/>
                  </a:lnTo>
                  <a:lnTo>
                    <a:pt x="11222" y="915"/>
                  </a:lnTo>
                  <a:lnTo>
                    <a:pt x="10527" y="586"/>
                  </a:lnTo>
                  <a:lnTo>
                    <a:pt x="9833" y="330"/>
                  </a:lnTo>
                  <a:lnTo>
                    <a:pt x="9102" y="147"/>
                  </a:lnTo>
                  <a:lnTo>
                    <a:pt x="8371" y="37"/>
                  </a:lnTo>
                  <a:lnTo>
                    <a:pt x="7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822950" y="1601475"/>
              <a:ext cx="3700" cy="1128575"/>
            </a:xfrm>
            <a:custGeom>
              <a:rect b="b" l="l" r="r" t="t"/>
              <a:pathLst>
                <a:path extrusionOk="0" h="45143" w="148">
                  <a:moveTo>
                    <a:pt x="1" y="1"/>
                  </a:moveTo>
                  <a:lnTo>
                    <a:pt x="1" y="45142"/>
                  </a:lnTo>
                  <a:lnTo>
                    <a:pt x="147" y="4514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823875" y="1600575"/>
              <a:ext cx="1073725" cy="351825"/>
            </a:xfrm>
            <a:custGeom>
              <a:rect b="b" l="l" r="r" t="t"/>
              <a:pathLst>
                <a:path extrusionOk="0" h="14073" w="42949">
                  <a:moveTo>
                    <a:pt x="37" y="0"/>
                  </a:moveTo>
                  <a:lnTo>
                    <a:pt x="1" y="110"/>
                  </a:lnTo>
                  <a:lnTo>
                    <a:pt x="42912" y="14073"/>
                  </a:lnTo>
                  <a:lnTo>
                    <a:pt x="42948" y="1392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822950" y="688600"/>
              <a:ext cx="666175" cy="914750"/>
            </a:xfrm>
            <a:custGeom>
              <a:rect b="b" l="l" r="r" t="t"/>
              <a:pathLst>
                <a:path extrusionOk="0" h="36590" w="26647">
                  <a:moveTo>
                    <a:pt x="26537" y="1"/>
                  </a:moveTo>
                  <a:lnTo>
                    <a:pt x="1" y="36479"/>
                  </a:lnTo>
                  <a:lnTo>
                    <a:pt x="111" y="36589"/>
                  </a:lnTo>
                  <a:lnTo>
                    <a:pt x="26647" y="74"/>
                  </a:lnTo>
                  <a:lnTo>
                    <a:pt x="265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159550" y="688600"/>
              <a:ext cx="666175" cy="914750"/>
            </a:xfrm>
            <a:custGeom>
              <a:rect b="b" l="l" r="r" t="t"/>
              <a:pathLst>
                <a:path extrusionOk="0" h="36590" w="26647">
                  <a:moveTo>
                    <a:pt x="147" y="1"/>
                  </a:moveTo>
                  <a:lnTo>
                    <a:pt x="1" y="74"/>
                  </a:lnTo>
                  <a:lnTo>
                    <a:pt x="26537" y="36589"/>
                  </a:lnTo>
                  <a:lnTo>
                    <a:pt x="26647" y="36479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751100" y="1600575"/>
              <a:ext cx="1073725" cy="351825"/>
            </a:xfrm>
            <a:custGeom>
              <a:rect b="b" l="l" r="r" t="t"/>
              <a:pathLst>
                <a:path extrusionOk="0" h="14073" w="42949">
                  <a:moveTo>
                    <a:pt x="42912" y="0"/>
                  </a:moveTo>
                  <a:lnTo>
                    <a:pt x="0" y="13926"/>
                  </a:lnTo>
                  <a:lnTo>
                    <a:pt x="37" y="14073"/>
                  </a:lnTo>
                  <a:lnTo>
                    <a:pt x="42948" y="110"/>
                  </a:lnTo>
                  <a:lnTo>
                    <a:pt x="429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0" name="Google Shape;80;p15"/>
          <p:cNvCxnSpPr/>
          <p:nvPr/>
        </p:nvCxnSpPr>
        <p:spPr>
          <a:xfrm>
            <a:off x="3433300" y="3011075"/>
            <a:ext cx="2300400" cy="0"/>
          </a:xfrm>
          <a:prstGeom prst="straightConnector1">
            <a:avLst/>
          </a:prstGeom>
          <a:noFill/>
          <a:ln cap="flat" cmpd="sng" w="9525">
            <a:solidFill>
              <a:srgbClr val="1055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5"/>
          <p:cNvSpPr txBox="1"/>
          <p:nvPr>
            <p:ph type="title"/>
          </p:nvPr>
        </p:nvSpPr>
        <p:spPr>
          <a:xfrm>
            <a:off x="1991650" y="1375650"/>
            <a:ext cx="5183700" cy="17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2009650" y="3187900"/>
            <a:ext cx="5147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1_1_1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type="title"/>
          </p:nvPr>
        </p:nvSpPr>
        <p:spPr>
          <a:xfrm>
            <a:off x="1927126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16"/>
          <p:cNvSpPr txBox="1"/>
          <p:nvPr>
            <p:ph idx="1" type="subTitle"/>
          </p:nvPr>
        </p:nvSpPr>
        <p:spPr>
          <a:xfrm>
            <a:off x="192712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2" type="title"/>
          </p:nvPr>
        </p:nvSpPr>
        <p:spPr>
          <a:xfrm>
            <a:off x="5780473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578047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title"/>
          </p:nvPr>
        </p:nvSpPr>
        <p:spPr>
          <a:xfrm>
            <a:off x="1927126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6"/>
          <p:cNvSpPr txBox="1"/>
          <p:nvPr>
            <p:ph idx="5" type="subTitle"/>
          </p:nvPr>
        </p:nvSpPr>
        <p:spPr>
          <a:xfrm>
            <a:off x="192712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6" type="title"/>
          </p:nvPr>
        </p:nvSpPr>
        <p:spPr>
          <a:xfrm>
            <a:off x="5780473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" name="Google Shape;92;p16"/>
          <p:cNvSpPr txBox="1"/>
          <p:nvPr>
            <p:ph idx="7" type="subTitle"/>
          </p:nvPr>
        </p:nvSpPr>
        <p:spPr>
          <a:xfrm>
            <a:off x="578047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8" type="title"/>
          </p:nvPr>
        </p:nvSpPr>
        <p:spPr>
          <a:xfrm>
            <a:off x="884025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4" name="Google Shape;94;p16"/>
          <p:cNvSpPr txBox="1"/>
          <p:nvPr>
            <p:ph idx="9" type="title"/>
          </p:nvPr>
        </p:nvSpPr>
        <p:spPr>
          <a:xfrm>
            <a:off x="884025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5" name="Google Shape;95;p16"/>
          <p:cNvSpPr txBox="1"/>
          <p:nvPr>
            <p:ph idx="13" type="title"/>
          </p:nvPr>
        </p:nvSpPr>
        <p:spPr>
          <a:xfrm>
            <a:off x="4734200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6" name="Google Shape;96;p16"/>
          <p:cNvSpPr txBox="1"/>
          <p:nvPr>
            <p:ph idx="14" type="title"/>
          </p:nvPr>
        </p:nvSpPr>
        <p:spPr>
          <a:xfrm>
            <a:off x="4734200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7" name="Google Shape;97;p16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6" type="title"/>
          </p:nvPr>
        </p:nvSpPr>
        <p:spPr>
          <a:xfrm>
            <a:off x="1927126" y="3500990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6"/>
          <p:cNvSpPr txBox="1"/>
          <p:nvPr>
            <p:ph idx="17" type="subTitle"/>
          </p:nvPr>
        </p:nvSpPr>
        <p:spPr>
          <a:xfrm>
            <a:off x="192712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8" type="title"/>
          </p:nvPr>
        </p:nvSpPr>
        <p:spPr>
          <a:xfrm>
            <a:off x="5780473" y="3500990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" name="Google Shape;101;p16"/>
          <p:cNvSpPr txBox="1"/>
          <p:nvPr>
            <p:ph idx="19" type="subTitle"/>
          </p:nvPr>
        </p:nvSpPr>
        <p:spPr>
          <a:xfrm>
            <a:off x="578047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20" type="title"/>
          </p:nvPr>
        </p:nvSpPr>
        <p:spPr>
          <a:xfrm>
            <a:off x="884025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3" name="Google Shape;103;p16"/>
          <p:cNvSpPr txBox="1"/>
          <p:nvPr>
            <p:ph idx="21" type="title"/>
          </p:nvPr>
        </p:nvSpPr>
        <p:spPr>
          <a:xfrm>
            <a:off x="4734200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10106008">
            <a:off x="5496169" y="-2724263"/>
            <a:ext cx="5422212" cy="351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693992">
            <a:off x="1464769" y="4384537"/>
            <a:ext cx="5422212" cy="351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2">
            <a:off x="-3672213" y="-2264066"/>
            <a:ext cx="6969776" cy="4514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2">
            <a:off x="6371512" y="-1785566"/>
            <a:ext cx="6969776" cy="4514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3450" y="-908625"/>
            <a:ext cx="2629649" cy="25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>
            <p:ph type="title"/>
          </p:nvPr>
        </p:nvSpPr>
        <p:spPr>
          <a:xfrm>
            <a:off x="2003326" y="1514275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200332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2" type="title"/>
          </p:nvPr>
        </p:nvSpPr>
        <p:spPr>
          <a:xfrm>
            <a:off x="5856674" y="1514275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17"/>
          <p:cNvSpPr txBox="1"/>
          <p:nvPr>
            <p:ph idx="3" type="subTitle"/>
          </p:nvPr>
        </p:nvSpPr>
        <p:spPr>
          <a:xfrm>
            <a:off x="585667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4" type="title"/>
          </p:nvPr>
        </p:nvSpPr>
        <p:spPr>
          <a:xfrm>
            <a:off x="2003326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" name="Google Shape;116;p17"/>
          <p:cNvSpPr txBox="1"/>
          <p:nvPr>
            <p:ph idx="5" type="subTitle"/>
          </p:nvPr>
        </p:nvSpPr>
        <p:spPr>
          <a:xfrm>
            <a:off x="200332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6" type="title"/>
          </p:nvPr>
        </p:nvSpPr>
        <p:spPr>
          <a:xfrm>
            <a:off x="5856674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" name="Google Shape;118;p17"/>
          <p:cNvSpPr txBox="1"/>
          <p:nvPr>
            <p:ph idx="7" type="subTitle"/>
          </p:nvPr>
        </p:nvSpPr>
        <p:spPr>
          <a:xfrm>
            <a:off x="585667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8" type="title"/>
          </p:nvPr>
        </p:nvSpPr>
        <p:spPr>
          <a:xfrm>
            <a:off x="807825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0" name="Google Shape;120;p17"/>
          <p:cNvSpPr txBox="1"/>
          <p:nvPr>
            <p:ph idx="9" type="title"/>
          </p:nvPr>
        </p:nvSpPr>
        <p:spPr>
          <a:xfrm>
            <a:off x="807825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1" name="Google Shape;121;p17"/>
          <p:cNvSpPr txBox="1"/>
          <p:nvPr>
            <p:ph idx="13" type="title"/>
          </p:nvPr>
        </p:nvSpPr>
        <p:spPr>
          <a:xfrm>
            <a:off x="4699313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2" name="Google Shape;122;p17"/>
          <p:cNvSpPr txBox="1"/>
          <p:nvPr>
            <p:ph idx="14" type="title"/>
          </p:nvPr>
        </p:nvSpPr>
        <p:spPr>
          <a:xfrm>
            <a:off x="4699313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3" name="Google Shape;123;p17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16686">
            <a:off x="5454197" y="-74048"/>
            <a:ext cx="6700179" cy="43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16686">
            <a:off x="-1415378" y="-2760623"/>
            <a:ext cx="6700179" cy="43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761211">
            <a:off x="2441833" y="859383"/>
            <a:ext cx="8629218" cy="55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9250" y="3109250"/>
            <a:ext cx="2931975" cy="288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1550" y="374942"/>
            <a:ext cx="2540075" cy="2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>
            <p:ph type="title"/>
          </p:nvPr>
        </p:nvSpPr>
        <p:spPr>
          <a:xfrm>
            <a:off x="720000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18"/>
          <p:cNvSpPr txBox="1"/>
          <p:nvPr>
            <p:ph idx="2" type="title"/>
          </p:nvPr>
        </p:nvSpPr>
        <p:spPr>
          <a:xfrm>
            <a:off x="720000" y="1164975"/>
            <a:ext cx="1276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8">
            <a:off x="3514600" y="-971664"/>
            <a:ext cx="8832549" cy="572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5550" y="3156925"/>
            <a:ext cx="2101000" cy="206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1250" y="1159200"/>
            <a:ext cx="1814400" cy="17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>
            <p:ph type="title"/>
          </p:nvPr>
        </p:nvSpPr>
        <p:spPr>
          <a:xfrm>
            <a:off x="720000" y="445025"/>
            <a:ext cx="54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720000" y="1825350"/>
            <a:ext cx="4086900" cy="25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136180">
            <a:off x="-4014720" y="-1268999"/>
            <a:ext cx="6073816" cy="393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1">
            <a:off x="-80253" y="569262"/>
            <a:ext cx="8910555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type="title"/>
          </p:nvPr>
        </p:nvSpPr>
        <p:spPr>
          <a:xfrm>
            <a:off x="4586325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6" name="Google Shape;146;p20"/>
          <p:cNvSpPr txBox="1"/>
          <p:nvPr>
            <p:ph idx="2" type="title"/>
          </p:nvPr>
        </p:nvSpPr>
        <p:spPr>
          <a:xfrm>
            <a:off x="6562700" y="1241175"/>
            <a:ext cx="1762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7" name="Google Shape;147;p20"/>
          <p:cNvSpPr txBox="1"/>
          <p:nvPr>
            <p:ph idx="1" type="subTitle"/>
          </p:nvPr>
        </p:nvSpPr>
        <p:spPr>
          <a:xfrm>
            <a:off x="5244525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19425" y="3665350"/>
            <a:ext cx="2889751" cy="28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2126" y="-933675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1290891">
            <a:off x="-4501079" y="-1825966"/>
            <a:ext cx="6376270" cy="413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730118">
            <a:off x="6349350" y="4011064"/>
            <a:ext cx="5560051" cy="360152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2" type="title"/>
          </p:nvPr>
        </p:nvSpPr>
        <p:spPr>
          <a:xfrm>
            <a:off x="1090100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1090100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1"/>
          <p:cNvSpPr txBox="1"/>
          <p:nvPr>
            <p:ph idx="3" type="title"/>
          </p:nvPr>
        </p:nvSpPr>
        <p:spPr>
          <a:xfrm>
            <a:off x="3484423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21"/>
          <p:cNvSpPr txBox="1"/>
          <p:nvPr>
            <p:ph idx="4" type="subTitle"/>
          </p:nvPr>
        </p:nvSpPr>
        <p:spPr>
          <a:xfrm>
            <a:off x="3484421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5" type="title"/>
          </p:nvPr>
        </p:nvSpPr>
        <p:spPr>
          <a:xfrm>
            <a:off x="5878746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0" name="Google Shape;160;p21"/>
          <p:cNvSpPr txBox="1"/>
          <p:nvPr>
            <p:ph idx="6" type="subTitle"/>
          </p:nvPr>
        </p:nvSpPr>
        <p:spPr>
          <a:xfrm>
            <a:off x="5878749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1518493">
            <a:off x="6417701" y="-2563773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2228383">
            <a:off x="-3220550" y="3008378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4042" y="3216075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61501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1">
            <a:off x="1509934" y="-3561813"/>
            <a:ext cx="8910555" cy="5771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088216">
            <a:off x="2726309" y="4234513"/>
            <a:ext cx="8910557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>
            <p:ph type="title"/>
          </p:nvPr>
        </p:nvSpPr>
        <p:spPr>
          <a:xfrm>
            <a:off x="994913" y="2302100"/>
            <a:ext cx="45300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0" name="Google Shape;170;p22"/>
          <p:cNvSpPr txBox="1"/>
          <p:nvPr>
            <p:ph idx="2" type="title"/>
          </p:nvPr>
        </p:nvSpPr>
        <p:spPr>
          <a:xfrm>
            <a:off x="2494438" y="1164975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1" name="Google Shape;171;p22"/>
          <p:cNvSpPr txBox="1"/>
          <p:nvPr>
            <p:ph idx="1" type="subTitle"/>
          </p:nvPr>
        </p:nvSpPr>
        <p:spPr>
          <a:xfrm>
            <a:off x="1719388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456447">
            <a:off x="-2586280" y="4488072"/>
            <a:ext cx="5645108" cy="36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701">
            <a:off x="808025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655129">
            <a:off x="-145550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122150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2" type="body"/>
          </p:nvPr>
        </p:nvSpPr>
        <p:spPr>
          <a:xfrm>
            <a:off x="461935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3" type="title"/>
          </p:nvPr>
        </p:nvSpPr>
        <p:spPr>
          <a:xfrm>
            <a:off x="1221500" y="2417625"/>
            <a:ext cx="3303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1" name="Google Shape;181;p23"/>
          <p:cNvSpPr txBox="1"/>
          <p:nvPr>
            <p:ph idx="4" type="title"/>
          </p:nvPr>
        </p:nvSpPr>
        <p:spPr>
          <a:xfrm>
            <a:off x="4619201" y="2417625"/>
            <a:ext cx="3303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61501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4042" y="3216075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51575">
            <a:off x="6568494" y="-2463416"/>
            <a:ext cx="6463288" cy="418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4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2162573">
            <a:off x="-3047496" y="3075492"/>
            <a:ext cx="5967840" cy="386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 rot="192551">
            <a:off x="1509934" y="-3561813"/>
            <a:ext cx="8910555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>
            <p:ph type="title"/>
          </p:nvPr>
        </p:nvSpPr>
        <p:spPr>
          <a:xfrm>
            <a:off x="2391900" y="364001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24"/>
          <p:cNvSpPr txBox="1"/>
          <p:nvPr>
            <p:ph idx="1" type="subTitle"/>
          </p:nvPr>
        </p:nvSpPr>
        <p:spPr>
          <a:xfrm>
            <a:off x="1571900" y="1453575"/>
            <a:ext cx="60003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1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1798717">
            <a:off x="-3607626" y="-2568271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-2014539">
            <a:off x="6097879" y="3066417"/>
            <a:ext cx="6189991" cy="400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89296" y="3232597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3796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>
            <p:ph type="title"/>
          </p:nvPr>
        </p:nvSpPr>
        <p:spPr>
          <a:xfrm>
            <a:off x="3842675" y="2428325"/>
            <a:ext cx="4530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8" name="Google Shape;198;p25"/>
          <p:cNvSpPr txBox="1"/>
          <p:nvPr>
            <p:ph idx="2" type="title"/>
          </p:nvPr>
        </p:nvSpPr>
        <p:spPr>
          <a:xfrm>
            <a:off x="5342188" y="1291200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9" name="Google Shape;199;p25"/>
          <p:cNvSpPr txBox="1"/>
          <p:nvPr>
            <p:ph idx="1" type="subTitle"/>
          </p:nvPr>
        </p:nvSpPr>
        <p:spPr>
          <a:xfrm>
            <a:off x="4567138" y="33703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ONE_COLUMN_TEXT_3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302706">
            <a:off x="3469179" y="-983456"/>
            <a:ext cx="8314292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9">
            <a:off x="5218824" y="301509"/>
            <a:ext cx="6376274" cy="413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5500" y="3137075"/>
            <a:ext cx="2123851" cy="20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333559">
            <a:off x="-268451" y="3969935"/>
            <a:ext cx="6376274" cy="4130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720000" y="1901250"/>
            <a:ext cx="3571500" cy="21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720000" y="445025"/>
            <a:ext cx="47391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623217">
            <a:off x="2319062" y="521198"/>
            <a:ext cx="8614102" cy="5579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696">
            <a:off x="6344369" y="2345457"/>
            <a:ext cx="3731665" cy="367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696">
            <a:off x="-1532015" y="-1020403"/>
            <a:ext cx="2756460" cy="27144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878650" y="1424100"/>
            <a:ext cx="44622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4349" y="-819897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2775" y="3403273"/>
            <a:ext cx="3968174" cy="3907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title"/>
          </p:nvPr>
        </p:nvSpPr>
        <p:spPr>
          <a:xfrm>
            <a:off x="1101175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1" name="Google Shape;221;p28"/>
          <p:cNvSpPr txBox="1"/>
          <p:nvPr>
            <p:ph idx="1" type="subTitle"/>
          </p:nvPr>
        </p:nvSpPr>
        <p:spPr>
          <a:xfrm>
            <a:off x="1101175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8"/>
          <p:cNvSpPr txBox="1"/>
          <p:nvPr>
            <p:ph idx="3" type="title"/>
          </p:nvPr>
        </p:nvSpPr>
        <p:spPr>
          <a:xfrm>
            <a:off x="3578947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3" name="Google Shape;223;p28"/>
          <p:cNvSpPr txBox="1"/>
          <p:nvPr>
            <p:ph idx="4" type="subTitle"/>
          </p:nvPr>
        </p:nvSpPr>
        <p:spPr>
          <a:xfrm>
            <a:off x="3578947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8"/>
          <p:cNvSpPr txBox="1"/>
          <p:nvPr>
            <p:ph idx="5" type="title"/>
          </p:nvPr>
        </p:nvSpPr>
        <p:spPr>
          <a:xfrm>
            <a:off x="1101175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5" name="Google Shape;225;p28"/>
          <p:cNvSpPr txBox="1"/>
          <p:nvPr>
            <p:ph idx="6" type="subTitle"/>
          </p:nvPr>
        </p:nvSpPr>
        <p:spPr>
          <a:xfrm>
            <a:off x="1101175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idx="7" type="title"/>
          </p:nvPr>
        </p:nvSpPr>
        <p:spPr>
          <a:xfrm>
            <a:off x="3578947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7" name="Google Shape;227;p28"/>
          <p:cNvSpPr txBox="1"/>
          <p:nvPr>
            <p:ph idx="8" type="subTitle"/>
          </p:nvPr>
        </p:nvSpPr>
        <p:spPr>
          <a:xfrm>
            <a:off x="3578947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9" type="title"/>
          </p:nvPr>
        </p:nvSpPr>
        <p:spPr>
          <a:xfrm>
            <a:off x="6056776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9" name="Google Shape;229;p28"/>
          <p:cNvSpPr txBox="1"/>
          <p:nvPr>
            <p:ph idx="13" type="subTitle"/>
          </p:nvPr>
        </p:nvSpPr>
        <p:spPr>
          <a:xfrm>
            <a:off x="6056776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idx="14" type="title"/>
          </p:nvPr>
        </p:nvSpPr>
        <p:spPr>
          <a:xfrm>
            <a:off x="6056776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1" name="Google Shape;231;p28"/>
          <p:cNvSpPr txBox="1"/>
          <p:nvPr>
            <p:ph idx="15" type="subTitle"/>
          </p:nvPr>
        </p:nvSpPr>
        <p:spPr>
          <a:xfrm>
            <a:off x="6056776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/>
          <p:nvPr/>
        </p:nvSpPr>
        <p:spPr>
          <a:xfrm>
            <a:off x="-25" y="0"/>
            <a:ext cx="9144000" cy="5143500"/>
          </a:xfrm>
          <a:prstGeom prst="rect">
            <a:avLst/>
          </a:prstGeom>
          <a:solidFill>
            <a:srgbClr val="99C66D">
              <a:alpha val="1372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 amt="41000"/>
          </a:blip>
          <a:srcRect b="0" l="0" r="0" t="0"/>
          <a:stretch/>
        </p:blipFill>
        <p:spPr>
          <a:xfrm rot="-1662931">
            <a:off x="6968816" y="-2060863"/>
            <a:ext cx="6353367" cy="4115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2495269">
            <a:off x="-3385088" y="2149509"/>
            <a:ext cx="6969777" cy="4514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0450" y="4238090"/>
            <a:ext cx="3493550" cy="344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6150" y="3716550"/>
            <a:ext cx="2926025" cy="288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56864" y="-1056325"/>
            <a:ext cx="2126226" cy="20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>
            <p:ph type="title"/>
          </p:nvPr>
        </p:nvSpPr>
        <p:spPr>
          <a:xfrm>
            <a:off x="2122200" y="2914850"/>
            <a:ext cx="48996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526699">
            <a:off x="-2232414" y="254468"/>
            <a:ext cx="3531677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697297">
            <a:off x="-4647653" y="-1563264"/>
            <a:ext cx="6296330" cy="407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0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697297">
            <a:off x="7643472" y="1755636"/>
            <a:ext cx="6296330" cy="407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 txBox="1"/>
          <p:nvPr>
            <p:ph type="title"/>
          </p:nvPr>
        </p:nvSpPr>
        <p:spPr>
          <a:xfrm>
            <a:off x="2919552" y="1539850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6" name="Google Shape;246;p30"/>
          <p:cNvSpPr txBox="1"/>
          <p:nvPr>
            <p:ph idx="2" type="title"/>
          </p:nvPr>
        </p:nvSpPr>
        <p:spPr>
          <a:xfrm>
            <a:off x="2919628" y="3052100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7" name="Google Shape;247;p30"/>
          <p:cNvSpPr txBox="1"/>
          <p:nvPr>
            <p:ph idx="1" type="subTitle"/>
          </p:nvPr>
        </p:nvSpPr>
        <p:spPr>
          <a:xfrm>
            <a:off x="2919775" y="3483025"/>
            <a:ext cx="4251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8" name="Google Shape;248;p30"/>
          <p:cNvSpPr txBox="1"/>
          <p:nvPr>
            <p:ph idx="3" type="subTitle"/>
          </p:nvPr>
        </p:nvSpPr>
        <p:spPr>
          <a:xfrm>
            <a:off x="2919775" y="1969625"/>
            <a:ext cx="4251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9" name="Google Shape;249;p30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/>
          <p:nvPr>
            <p:ph type="title"/>
          </p:nvPr>
        </p:nvSpPr>
        <p:spPr>
          <a:xfrm>
            <a:off x="720000" y="445025"/>
            <a:ext cx="49032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3" name="Google Shape;253;p31"/>
          <p:cNvSpPr txBox="1"/>
          <p:nvPr>
            <p:ph idx="2" type="title"/>
          </p:nvPr>
        </p:nvSpPr>
        <p:spPr>
          <a:xfrm>
            <a:off x="4539150" y="1738110"/>
            <a:ext cx="28131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4" name="Google Shape;254;p31"/>
          <p:cNvSpPr txBox="1"/>
          <p:nvPr>
            <p:ph idx="3" type="title"/>
          </p:nvPr>
        </p:nvSpPr>
        <p:spPr>
          <a:xfrm>
            <a:off x="4538925" y="3217859"/>
            <a:ext cx="28134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5" name="Google Shape;255;p31"/>
          <p:cNvSpPr txBox="1"/>
          <p:nvPr>
            <p:ph idx="1" type="subTitle"/>
          </p:nvPr>
        </p:nvSpPr>
        <p:spPr>
          <a:xfrm>
            <a:off x="4538925" y="3988035"/>
            <a:ext cx="281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6" name="Google Shape;256;p31"/>
          <p:cNvSpPr txBox="1"/>
          <p:nvPr>
            <p:ph idx="4" type="subTitle"/>
          </p:nvPr>
        </p:nvSpPr>
        <p:spPr>
          <a:xfrm>
            <a:off x="4539300" y="2508084"/>
            <a:ext cx="281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85722">
            <a:off x="6313773" y="-1918065"/>
            <a:ext cx="6376272" cy="413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1281510">
            <a:off x="-3810027" y="2565110"/>
            <a:ext cx="6376272" cy="413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750" y="2827325"/>
            <a:ext cx="2023575" cy="19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7445" y="707362"/>
            <a:ext cx="2023575" cy="19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3424" y="356303"/>
            <a:ext cx="1515426" cy="149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TITLE_AND_TWO_COLUMNS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056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7060367">
            <a:off x="-2615294" y="-2798389"/>
            <a:ext cx="5470711" cy="354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635949">
            <a:off x="8089369" y="-1772807"/>
            <a:ext cx="3531675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635950">
            <a:off x="-1365795" y="3343884"/>
            <a:ext cx="2702139" cy="266093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720000" y="34557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8" name="Google Shape;268;p32"/>
          <p:cNvSpPr txBox="1"/>
          <p:nvPr>
            <p:ph idx="2" type="body"/>
          </p:nvPr>
        </p:nvSpPr>
        <p:spPr>
          <a:xfrm>
            <a:off x="3312043" y="34557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0" name="Google Shape;270;p32"/>
          <p:cNvSpPr txBox="1"/>
          <p:nvPr>
            <p:ph idx="3" type="title"/>
          </p:nvPr>
        </p:nvSpPr>
        <p:spPr>
          <a:xfrm>
            <a:off x="720000" y="25569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1" name="Google Shape;271;p32"/>
          <p:cNvSpPr txBox="1"/>
          <p:nvPr>
            <p:ph idx="4" type="title"/>
          </p:nvPr>
        </p:nvSpPr>
        <p:spPr>
          <a:xfrm>
            <a:off x="3311924" y="2556925"/>
            <a:ext cx="2520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2" name="Google Shape;272;p32"/>
          <p:cNvSpPr txBox="1"/>
          <p:nvPr>
            <p:ph idx="5" type="body"/>
          </p:nvPr>
        </p:nvSpPr>
        <p:spPr>
          <a:xfrm>
            <a:off x="5904249" y="34557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32"/>
          <p:cNvSpPr txBox="1"/>
          <p:nvPr>
            <p:ph idx="6" type="title"/>
          </p:nvPr>
        </p:nvSpPr>
        <p:spPr>
          <a:xfrm>
            <a:off x="5904125" y="2556925"/>
            <a:ext cx="2520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697">
            <a:off x="-1583655" y="-594833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697">
            <a:off x="7563176" y="3548792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3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483134">
            <a:off x="3145768" y="-2407963"/>
            <a:ext cx="6533589" cy="4232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346954">
            <a:off x="-1202456" y="2926342"/>
            <a:ext cx="5962438" cy="386209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 txBox="1"/>
          <p:nvPr>
            <p:ph type="title"/>
          </p:nvPr>
        </p:nvSpPr>
        <p:spPr>
          <a:xfrm>
            <a:off x="4391775" y="1795808"/>
            <a:ext cx="379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81" name="Google Shape;281;p33"/>
          <p:cNvSpPr txBox="1"/>
          <p:nvPr>
            <p:ph idx="1" type="subTitle"/>
          </p:nvPr>
        </p:nvSpPr>
        <p:spPr>
          <a:xfrm>
            <a:off x="4640250" y="2455650"/>
            <a:ext cx="3543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SECTION_TITLE_AND_DESCRIPTION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1296220">
            <a:off x="5717930" y="2735107"/>
            <a:ext cx="6635464" cy="4298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7859" y="3302575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3508" y="80816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225" y="-1435250"/>
            <a:ext cx="2975000" cy="29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4"/>
          <p:cNvSpPr txBox="1"/>
          <p:nvPr>
            <p:ph type="title"/>
          </p:nvPr>
        </p:nvSpPr>
        <p:spPr>
          <a:xfrm>
            <a:off x="632350" y="1093625"/>
            <a:ext cx="3964200" cy="20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9" name="Google Shape;289;p34"/>
          <p:cNvSpPr txBox="1"/>
          <p:nvPr>
            <p:ph idx="1" type="subTitle"/>
          </p:nvPr>
        </p:nvSpPr>
        <p:spPr>
          <a:xfrm>
            <a:off x="632350" y="3302563"/>
            <a:ext cx="3964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481114">
            <a:off x="-969680" y="3832268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635950">
            <a:off x="7704839" y="-1023457"/>
            <a:ext cx="2702139" cy="2660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16667">
            <a:off x="-1678663" y="-1844641"/>
            <a:ext cx="3638659" cy="35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5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26835">
            <a:off x="-2603780" y="-2558983"/>
            <a:ext cx="6799886" cy="440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26835">
            <a:off x="6640620" y="-2640083"/>
            <a:ext cx="6799886" cy="440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483135">
            <a:off x="4996932" y="2438488"/>
            <a:ext cx="6075811" cy="393554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1" type="subTitle"/>
          </p:nvPr>
        </p:nvSpPr>
        <p:spPr>
          <a:xfrm>
            <a:off x="720000" y="2691425"/>
            <a:ext cx="35724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441" y="-1685482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33946">
            <a:off x="5998659" y="-2285177"/>
            <a:ext cx="6700173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6800" y="4247867"/>
            <a:ext cx="3497201" cy="3443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6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2496268">
            <a:off x="-2994134" y="2439937"/>
            <a:ext cx="6353368" cy="411537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6"/>
          <p:cNvSpPr txBox="1"/>
          <p:nvPr>
            <p:ph type="title"/>
          </p:nvPr>
        </p:nvSpPr>
        <p:spPr>
          <a:xfrm>
            <a:off x="816900" y="1459500"/>
            <a:ext cx="75102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4">
            <a:off x="2486412" y="339623"/>
            <a:ext cx="8614101" cy="5579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7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289176">
            <a:off x="4993570" y="3604817"/>
            <a:ext cx="5962439" cy="3862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7"/>
          <p:cNvPicPr preferRelativeResize="0"/>
          <p:nvPr/>
        </p:nvPicPr>
        <p:blipFill rotWithShape="1">
          <a:blip r:embed="rId3">
            <a:alphaModFix amt="41000"/>
          </a:blip>
          <a:srcRect b="0" l="38916" r="0" t="0"/>
          <a:stretch/>
        </p:blipFill>
        <p:spPr>
          <a:xfrm rot="280174">
            <a:off x="7919076" y="-1665281"/>
            <a:ext cx="3642166" cy="386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707697">
            <a:off x="6455951" y="2440326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707680">
            <a:off x="-838865" y="-412422"/>
            <a:ext cx="2644479" cy="260414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/>
          <p:nvPr/>
        </p:nvSpPr>
        <p:spPr>
          <a:xfrm>
            <a:off x="11300333" y="-516853"/>
            <a:ext cx="194588" cy="189190"/>
          </a:xfrm>
          <a:custGeom>
            <a:rect b="b" l="l" r="r" t="t"/>
            <a:pathLst>
              <a:path extrusionOk="0" h="5082" w="5227">
                <a:moveTo>
                  <a:pt x="4423" y="1"/>
                </a:moveTo>
                <a:lnTo>
                  <a:pt x="3290" y="1353"/>
                </a:lnTo>
                <a:lnTo>
                  <a:pt x="2997" y="1682"/>
                </a:lnTo>
                <a:lnTo>
                  <a:pt x="2851" y="1828"/>
                </a:lnTo>
                <a:lnTo>
                  <a:pt x="2705" y="1938"/>
                </a:lnTo>
                <a:lnTo>
                  <a:pt x="2120" y="2303"/>
                </a:lnTo>
                <a:lnTo>
                  <a:pt x="1535" y="2632"/>
                </a:lnTo>
                <a:lnTo>
                  <a:pt x="1097" y="2925"/>
                </a:lnTo>
                <a:lnTo>
                  <a:pt x="731" y="3254"/>
                </a:lnTo>
                <a:lnTo>
                  <a:pt x="402" y="3619"/>
                </a:lnTo>
                <a:lnTo>
                  <a:pt x="110" y="4021"/>
                </a:lnTo>
                <a:lnTo>
                  <a:pt x="37" y="4167"/>
                </a:lnTo>
                <a:lnTo>
                  <a:pt x="37" y="4314"/>
                </a:lnTo>
                <a:lnTo>
                  <a:pt x="0" y="4423"/>
                </a:lnTo>
                <a:lnTo>
                  <a:pt x="37" y="4533"/>
                </a:lnTo>
                <a:lnTo>
                  <a:pt x="219" y="4752"/>
                </a:lnTo>
                <a:lnTo>
                  <a:pt x="439" y="4935"/>
                </a:lnTo>
                <a:lnTo>
                  <a:pt x="695" y="5045"/>
                </a:lnTo>
                <a:lnTo>
                  <a:pt x="950" y="5081"/>
                </a:lnTo>
                <a:lnTo>
                  <a:pt x="1133" y="5045"/>
                </a:lnTo>
                <a:lnTo>
                  <a:pt x="1279" y="5008"/>
                </a:lnTo>
                <a:lnTo>
                  <a:pt x="1462" y="4935"/>
                </a:lnTo>
                <a:lnTo>
                  <a:pt x="1608" y="4825"/>
                </a:lnTo>
                <a:lnTo>
                  <a:pt x="1901" y="4533"/>
                </a:lnTo>
                <a:lnTo>
                  <a:pt x="2157" y="4204"/>
                </a:lnTo>
                <a:lnTo>
                  <a:pt x="2668" y="3546"/>
                </a:lnTo>
                <a:lnTo>
                  <a:pt x="2851" y="3290"/>
                </a:lnTo>
                <a:lnTo>
                  <a:pt x="3034" y="3107"/>
                </a:lnTo>
                <a:lnTo>
                  <a:pt x="3143" y="2998"/>
                </a:lnTo>
                <a:lnTo>
                  <a:pt x="3290" y="2925"/>
                </a:lnTo>
                <a:lnTo>
                  <a:pt x="3399" y="2888"/>
                </a:lnTo>
                <a:lnTo>
                  <a:pt x="3728" y="2888"/>
                </a:lnTo>
                <a:lnTo>
                  <a:pt x="3875" y="2559"/>
                </a:lnTo>
                <a:lnTo>
                  <a:pt x="4057" y="2303"/>
                </a:lnTo>
                <a:lnTo>
                  <a:pt x="4277" y="2011"/>
                </a:lnTo>
                <a:lnTo>
                  <a:pt x="4496" y="1792"/>
                </a:lnTo>
                <a:lnTo>
                  <a:pt x="4715" y="1536"/>
                </a:lnTo>
                <a:lnTo>
                  <a:pt x="4934" y="1243"/>
                </a:lnTo>
                <a:lnTo>
                  <a:pt x="5117" y="951"/>
                </a:lnTo>
                <a:lnTo>
                  <a:pt x="5227" y="585"/>
                </a:lnTo>
                <a:lnTo>
                  <a:pt x="4423" y="1"/>
                </a:lnTo>
                <a:close/>
              </a:path>
            </a:pathLst>
          </a:custGeom>
          <a:solidFill>
            <a:srgbClr val="105522">
              <a:alpha val="3921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11300333" y="-516853"/>
            <a:ext cx="194588" cy="189190"/>
          </a:xfrm>
          <a:custGeom>
            <a:rect b="b" l="l" r="r" t="t"/>
            <a:pathLst>
              <a:path extrusionOk="0" fill="none" h="5082" w="5227">
                <a:moveTo>
                  <a:pt x="4423" y="1"/>
                </a:moveTo>
                <a:lnTo>
                  <a:pt x="4423" y="1"/>
                </a:lnTo>
                <a:lnTo>
                  <a:pt x="3290" y="1353"/>
                </a:lnTo>
                <a:lnTo>
                  <a:pt x="3290" y="1353"/>
                </a:lnTo>
                <a:lnTo>
                  <a:pt x="2997" y="1682"/>
                </a:lnTo>
                <a:lnTo>
                  <a:pt x="2851" y="1828"/>
                </a:lnTo>
                <a:lnTo>
                  <a:pt x="2705" y="1938"/>
                </a:lnTo>
                <a:lnTo>
                  <a:pt x="2705" y="1938"/>
                </a:lnTo>
                <a:lnTo>
                  <a:pt x="2120" y="2303"/>
                </a:lnTo>
                <a:lnTo>
                  <a:pt x="1535" y="2632"/>
                </a:lnTo>
                <a:lnTo>
                  <a:pt x="1535" y="2632"/>
                </a:lnTo>
                <a:lnTo>
                  <a:pt x="1097" y="2925"/>
                </a:lnTo>
                <a:lnTo>
                  <a:pt x="731" y="3254"/>
                </a:lnTo>
                <a:lnTo>
                  <a:pt x="402" y="3619"/>
                </a:lnTo>
                <a:lnTo>
                  <a:pt x="110" y="4021"/>
                </a:lnTo>
                <a:lnTo>
                  <a:pt x="110" y="4021"/>
                </a:lnTo>
                <a:lnTo>
                  <a:pt x="37" y="4167"/>
                </a:lnTo>
                <a:lnTo>
                  <a:pt x="37" y="4314"/>
                </a:lnTo>
                <a:lnTo>
                  <a:pt x="0" y="4423"/>
                </a:lnTo>
                <a:lnTo>
                  <a:pt x="37" y="4533"/>
                </a:lnTo>
                <a:lnTo>
                  <a:pt x="37" y="4533"/>
                </a:lnTo>
                <a:lnTo>
                  <a:pt x="219" y="4752"/>
                </a:lnTo>
                <a:lnTo>
                  <a:pt x="439" y="4935"/>
                </a:lnTo>
                <a:lnTo>
                  <a:pt x="695" y="5045"/>
                </a:lnTo>
                <a:lnTo>
                  <a:pt x="950" y="5081"/>
                </a:lnTo>
                <a:lnTo>
                  <a:pt x="950" y="5081"/>
                </a:lnTo>
                <a:lnTo>
                  <a:pt x="1133" y="5045"/>
                </a:lnTo>
                <a:lnTo>
                  <a:pt x="1279" y="5008"/>
                </a:lnTo>
                <a:lnTo>
                  <a:pt x="1462" y="4935"/>
                </a:lnTo>
                <a:lnTo>
                  <a:pt x="1608" y="4825"/>
                </a:lnTo>
                <a:lnTo>
                  <a:pt x="1608" y="4825"/>
                </a:lnTo>
                <a:lnTo>
                  <a:pt x="1901" y="4533"/>
                </a:lnTo>
                <a:lnTo>
                  <a:pt x="2157" y="4204"/>
                </a:lnTo>
                <a:lnTo>
                  <a:pt x="2668" y="3546"/>
                </a:lnTo>
                <a:lnTo>
                  <a:pt x="2668" y="3546"/>
                </a:lnTo>
                <a:lnTo>
                  <a:pt x="2851" y="3290"/>
                </a:lnTo>
                <a:lnTo>
                  <a:pt x="3034" y="3107"/>
                </a:lnTo>
                <a:lnTo>
                  <a:pt x="3143" y="2998"/>
                </a:lnTo>
                <a:lnTo>
                  <a:pt x="3290" y="2925"/>
                </a:lnTo>
                <a:lnTo>
                  <a:pt x="3399" y="2888"/>
                </a:lnTo>
                <a:lnTo>
                  <a:pt x="3546" y="2888"/>
                </a:lnTo>
                <a:lnTo>
                  <a:pt x="3546" y="2888"/>
                </a:lnTo>
                <a:lnTo>
                  <a:pt x="3728" y="2888"/>
                </a:lnTo>
                <a:lnTo>
                  <a:pt x="3728" y="2888"/>
                </a:lnTo>
                <a:lnTo>
                  <a:pt x="3875" y="2559"/>
                </a:lnTo>
                <a:lnTo>
                  <a:pt x="4057" y="2303"/>
                </a:lnTo>
                <a:lnTo>
                  <a:pt x="4277" y="2011"/>
                </a:lnTo>
                <a:lnTo>
                  <a:pt x="4496" y="1792"/>
                </a:lnTo>
                <a:lnTo>
                  <a:pt x="4715" y="1536"/>
                </a:lnTo>
                <a:lnTo>
                  <a:pt x="4934" y="1243"/>
                </a:lnTo>
                <a:lnTo>
                  <a:pt x="5117" y="951"/>
                </a:lnTo>
                <a:lnTo>
                  <a:pt x="5227" y="585"/>
                </a:lnTo>
                <a:lnTo>
                  <a:pt x="5227" y="585"/>
                </a:lnTo>
                <a:lnTo>
                  <a:pt x="4423" y="1"/>
                </a:lnTo>
              </a:path>
            </a:pathLst>
          </a:custGeom>
          <a:solidFill>
            <a:srgbClr val="105522">
              <a:alpha val="3921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7"/>
          <p:cNvSpPr txBox="1"/>
          <p:nvPr>
            <p:ph type="title"/>
          </p:nvPr>
        </p:nvSpPr>
        <p:spPr>
          <a:xfrm>
            <a:off x="872400" y="620000"/>
            <a:ext cx="45162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17" name="Google Shape;317;p37"/>
          <p:cNvSpPr txBox="1"/>
          <p:nvPr>
            <p:ph idx="1" type="subTitle"/>
          </p:nvPr>
        </p:nvSpPr>
        <p:spPr>
          <a:xfrm>
            <a:off x="872400" y="1593625"/>
            <a:ext cx="42132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37"/>
          <p:cNvSpPr txBox="1"/>
          <p:nvPr/>
        </p:nvSpPr>
        <p:spPr>
          <a:xfrm>
            <a:off x="872400" y="3395400"/>
            <a:ext cx="40848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5"/>
              </a:rPr>
              <a:t>Slidesgo</a:t>
            </a: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, including icons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6"/>
              </a:rPr>
              <a:t>Flaticon</a:t>
            </a: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7"/>
              </a:rPr>
              <a:t>Freepik</a:t>
            </a:r>
            <a:r>
              <a:rPr b="0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8"/>
              </a:rPr>
              <a:t> </a:t>
            </a:r>
            <a:endParaRPr b="0" i="0" sz="1200" u="none" cap="none" strike="noStrike">
              <a:solidFill>
                <a:schemeClr val="accen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28106" y="4421067"/>
            <a:ext cx="3545025" cy="349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7347" y="-1431907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8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042746">
            <a:off x="-2040990" y="-3537153"/>
            <a:ext cx="6700175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8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2700007">
            <a:off x="7018109" y="4361722"/>
            <a:ext cx="6700173" cy="434002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273299">
            <a:off x="-2431762" y="-1737928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144871">
            <a:off x="7787241" y="3271926"/>
            <a:ext cx="2764175" cy="272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9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6342320">
            <a:off x="6626448" y="-2833301"/>
            <a:ext cx="5645107" cy="365657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0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509854">
            <a:off x="1564072" y="4504261"/>
            <a:ext cx="5645107" cy="365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1556" y="-991139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2_1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1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456447">
            <a:off x="-2586280" y="4488072"/>
            <a:ext cx="5645108" cy="36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701">
            <a:off x="808025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655129">
            <a:off x="-145550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1"/>
          <p:cNvSpPr txBox="1"/>
          <p:nvPr>
            <p:ph type="title"/>
          </p:nvPr>
        </p:nvSpPr>
        <p:spPr>
          <a:xfrm>
            <a:off x="720000" y="445025"/>
            <a:ext cx="7704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2946">
            <a:off x="-5180353" y="2567827"/>
            <a:ext cx="6700181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250562">
            <a:off x="6855910" y="-2193354"/>
            <a:ext cx="6700179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761210">
            <a:off x="5362333" y="3205449"/>
            <a:ext cx="4731408" cy="306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5228" y="4325609"/>
            <a:ext cx="3128274" cy="308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78725" y="-870525"/>
            <a:ext cx="3182801" cy="313427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720000" y="1139550"/>
            <a:ext cx="7704000" cy="3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>
                <a:solidFill>
                  <a:srgbClr val="434343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8">
            <a:off x="1962275" y="-2775114"/>
            <a:ext cx="8832549" cy="572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94450" y="2342300"/>
            <a:ext cx="3744150" cy="36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24325" y="846550"/>
            <a:ext cx="2787924" cy="274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25390" y="2078947"/>
            <a:ext cx="3744150" cy="36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3"/>
          <p:cNvSpPr txBox="1"/>
          <p:nvPr>
            <p:ph idx="1" type="subTitle"/>
          </p:nvPr>
        </p:nvSpPr>
        <p:spPr>
          <a:xfrm>
            <a:off x="3681475" y="2399950"/>
            <a:ext cx="4196700" cy="1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359" name="Google Shape;359;p43"/>
          <p:cNvSpPr txBox="1"/>
          <p:nvPr>
            <p:ph type="title"/>
          </p:nvPr>
        </p:nvSpPr>
        <p:spPr>
          <a:xfrm>
            <a:off x="3681498" y="1637375"/>
            <a:ext cx="419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12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701">
            <a:off x="4858922" y="4131517"/>
            <a:ext cx="3750629" cy="36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/>
          <p:cNvPicPr preferRelativeResize="0"/>
          <p:nvPr/>
        </p:nvPicPr>
        <p:blipFill rotWithShape="1">
          <a:blip r:embed="rId4">
            <a:alphaModFix amt="41000"/>
          </a:blip>
          <a:srcRect b="0" l="38916" r="0" t="0"/>
          <a:stretch/>
        </p:blipFill>
        <p:spPr>
          <a:xfrm rot="280174">
            <a:off x="-3052599" y="-1580383"/>
            <a:ext cx="4522125" cy="479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 preferRelativeResize="0"/>
          <p:nvPr/>
        </p:nvPicPr>
        <p:blipFill rotWithShape="1">
          <a:blip r:embed="rId4">
            <a:alphaModFix amt="41000"/>
          </a:blip>
          <a:srcRect b="0" l="-523" r="0" t="0"/>
          <a:stretch/>
        </p:blipFill>
        <p:spPr>
          <a:xfrm rot="627373">
            <a:off x="7493578" y="1532813"/>
            <a:ext cx="7441918" cy="479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701">
            <a:off x="-2430228" y="158735"/>
            <a:ext cx="3750629" cy="3693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87425" y="445025"/>
            <a:ext cx="796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87425" y="1152475"/>
            <a:ext cx="796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■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■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Work Sans"/>
              <a:buChar char="■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9.xml"/><Relationship Id="rId4" Type="http://schemas.openxmlformats.org/officeDocument/2006/relationships/slide" Target="/ppt/slides/slide9.xml"/><Relationship Id="rId9" Type="http://schemas.openxmlformats.org/officeDocument/2006/relationships/slide" Target="/ppt/slides/slide12.xml"/><Relationship Id="rId5" Type="http://schemas.openxmlformats.org/officeDocument/2006/relationships/slide" Target="/ppt/slides/slide7.xml"/><Relationship Id="rId6" Type="http://schemas.openxmlformats.org/officeDocument/2006/relationships/slide" Target="/ppt/slides/slide5.xml"/><Relationship Id="rId7" Type="http://schemas.openxmlformats.org/officeDocument/2006/relationships/slide" Target="/ppt/slides/slide12.xml"/><Relationship Id="rId8" Type="http://schemas.openxmlformats.org/officeDocument/2006/relationships/slide" Target="/ppt/slides/slide5.xml"/><Relationship Id="rId10" Type="http://schemas.openxmlformats.org/officeDocument/2006/relationships/slide" Target="/ppt/slides/slide7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47"/>
          <p:cNvCxnSpPr/>
          <p:nvPr/>
        </p:nvCxnSpPr>
        <p:spPr>
          <a:xfrm>
            <a:off x="898375" y="3589228"/>
            <a:ext cx="23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47"/>
          <p:cNvSpPr txBox="1"/>
          <p:nvPr>
            <p:ph idx="1" type="subTitle"/>
          </p:nvPr>
        </p:nvSpPr>
        <p:spPr>
          <a:xfrm>
            <a:off x="720000" y="3717468"/>
            <a:ext cx="434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Kortpad - Pad Na Sukses</a:t>
            </a:r>
            <a:endParaRPr/>
          </a:p>
        </p:txBody>
      </p:sp>
      <p:sp>
        <p:nvSpPr>
          <p:cNvPr id="375" name="Google Shape;375;p47"/>
          <p:cNvSpPr txBox="1"/>
          <p:nvPr>
            <p:ph type="ctrTitle"/>
          </p:nvPr>
        </p:nvSpPr>
        <p:spPr>
          <a:xfrm>
            <a:off x="720000" y="1301025"/>
            <a:ext cx="58254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>
                <a:solidFill>
                  <a:schemeClr val="accent1"/>
                </a:solidFill>
              </a:rPr>
              <a:t>NNGRW262 Groeps Projek:</a:t>
            </a:r>
            <a:endParaRPr sz="2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/>
              <a:t>Vind Die Naaste Beskikbare Studieruimte</a:t>
            </a:r>
            <a:endParaRPr sz="4400"/>
          </a:p>
        </p:txBody>
      </p:sp>
      <p:grpSp>
        <p:nvGrpSpPr>
          <p:cNvPr id="376" name="Google Shape;376;p47"/>
          <p:cNvGrpSpPr/>
          <p:nvPr/>
        </p:nvGrpSpPr>
        <p:grpSpPr>
          <a:xfrm>
            <a:off x="6027022" y="1005766"/>
            <a:ext cx="2287695" cy="2289334"/>
            <a:chOff x="1192500" y="238125"/>
            <a:chExt cx="5235000" cy="5238750"/>
          </a:xfrm>
        </p:grpSpPr>
        <p:sp>
          <p:nvSpPr>
            <p:cNvPr id="377" name="Google Shape;377;p47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7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7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7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7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7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7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7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7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7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7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7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7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7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7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7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7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7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7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7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7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7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7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7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7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7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7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7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7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7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7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7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7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7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7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7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7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7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7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7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7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7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7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7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7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7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7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7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7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7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7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7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7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7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7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7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7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7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7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7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7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7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7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7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7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7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7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7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7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7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7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7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7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7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7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7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7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7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7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7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7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7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7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7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7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7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7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7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7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7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7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7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7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7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7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7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7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7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7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7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7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7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7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7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7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7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7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7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7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7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7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7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7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7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7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7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7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7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7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7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7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7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7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7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7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7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7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7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7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7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7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7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7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7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7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7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7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7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7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7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7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7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7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7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7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7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7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7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7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7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7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7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7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7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7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7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7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7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7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7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7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7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8"/>
          <p:cNvSpPr txBox="1"/>
          <p:nvPr>
            <p:ph type="title"/>
          </p:nvPr>
        </p:nvSpPr>
        <p:spPr>
          <a:xfrm>
            <a:off x="1991650" y="1375650"/>
            <a:ext cx="5183700" cy="17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Hello!</a:t>
            </a:r>
            <a:endParaRPr/>
          </a:p>
        </p:txBody>
      </p:sp>
      <p:sp>
        <p:nvSpPr>
          <p:cNvPr id="551" name="Google Shape;551;p48"/>
          <p:cNvSpPr txBox="1"/>
          <p:nvPr>
            <p:ph idx="1" type="subTitle"/>
          </p:nvPr>
        </p:nvSpPr>
        <p:spPr>
          <a:xfrm>
            <a:off x="2009650" y="3187900"/>
            <a:ext cx="5147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Savannah Meintjes - 2025110012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Erika Cronjè - 2025060193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Martin Pretorius - 2024020161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Vaughan van Emmenis - 2025080133</a:t>
            </a:r>
            <a:endParaRPr/>
          </a:p>
        </p:txBody>
      </p:sp>
      <p:pic>
        <p:nvPicPr>
          <p:cNvPr id="552" name="Google Shape;552;p4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418819">
            <a:off x="-4119837" y="-762742"/>
            <a:ext cx="6063350" cy="392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099705">
            <a:off x="6122877" y="3879420"/>
            <a:ext cx="6063349" cy="3927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>
            <a:hlinkClick action="ppaction://hlinksldjump" r:id="rId3"/>
          </p:cNvPr>
          <p:cNvSpPr txBox="1"/>
          <p:nvPr>
            <p:ph idx="20" type="title"/>
          </p:nvPr>
        </p:nvSpPr>
        <p:spPr>
          <a:xfrm>
            <a:off x="884025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59" name="Google Shape;559;p49">
            <a:hlinkClick action="ppaction://hlinksldjump" r:id="rId4"/>
          </p:cNvPr>
          <p:cNvSpPr txBox="1"/>
          <p:nvPr>
            <p:ph idx="16" type="title"/>
          </p:nvPr>
        </p:nvSpPr>
        <p:spPr>
          <a:xfrm>
            <a:off x="1927126" y="3500990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Funksies</a:t>
            </a:r>
            <a:endParaRPr/>
          </a:p>
        </p:txBody>
      </p:sp>
      <p:sp>
        <p:nvSpPr>
          <p:cNvPr id="560" name="Google Shape;560;p49"/>
          <p:cNvSpPr txBox="1"/>
          <p:nvPr>
            <p:ph idx="17" type="subTitle"/>
          </p:nvPr>
        </p:nvSpPr>
        <p:spPr>
          <a:xfrm>
            <a:off x="192712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Funksionaliteit van projek vir gebruikers</a:t>
            </a:r>
            <a:endParaRPr/>
          </a:p>
        </p:txBody>
      </p:sp>
      <p:sp>
        <p:nvSpPr>
          <p:cNvPr id="561" name="Google Shape;561;p49"/>
          <p:cNvSpPr txBox="1"/>
          <p:nvPr>
            <p:ph idx="18" type="title"/>
          </p:nvPr>
        </p:nvSpPr>
        <p:spPr>
          <a:xfrm>
            <a:off x="5780472" y="3500990"/>
            <a:ext cx="3155372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Stelsel Argitektuur</a:t>
            </a:r>
            <a:endParaRPr/>
          </a:p>
        </p:txBody>
      </p:sp>
      <p:sp>
        <p:nvSpPr>
          <p:cNvPr id="562" name="Google Shape;562;p49"/>
          <p:cNvSpPr txBox="1"/>
          <p:nvPr>
            <p:ph idx="19" type="subTitle"/>
          </p:nvPr>
        </p:nvSpPr>
        <p:spPr>
          <a:xfrm>
            <a:off x="578047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Stelsel ontwerp en argitektuur</a:t>
            </a:r>
            <a:endParaRPr/>
          </a:p>
        </p:txBody>
      </p:sp>
      <p:sp>
        <p:nvSpPr>
          <p:cNvPr id="563" name="Google Shape;563;p49">
            <a:hlinkClick action="ppaction://hlinksldjump" r:id="rId5"/>
          </p:cNvPr>
          <p:cNvSpPr txBox="1"/>
          <p:nvPr>
            <p:ph idx="9" type="title"/>
          </p:nvPr>
        </p:nvSpPr>
        <p:spPr>
          <a:xfrm>
            <a:off x="884025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4" name="Google Shape;564;p49">
            <a:hlinkClick action="ppaction://hlinksldjump" r:id="rId6"/>
          </p:cNvPr>
          <p:cNvSpPr txBox="1"/>
          <p:nvPr>
            <p:ph idx="8" type="title"/>
          </p:nvPr>
        </p:nvSpPr>
        <p:spPr>
          <a:xfrm>
            <a:off x="884025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5" name="Google Shape;565;p49">
            <a:hlinkClick action="ppaction://hlinksldjump" r:id="rId7"/>
          </p:cNvPr>
          <p:cNvSpPr txBox="1"/>
          <p:nvPr>
            <p:ph idx="13" type="title"/>
          </p:nvPr>
        </p:nvSpPr>
        <p:spPr>
          <a:xfrm>
            <a:off x="4734200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6" name="Google Shape;566;p49"/>
          <p:cNvSpPr txBox="1"/>
          <p:nvPr>
            <p:ph idx="14" type="title"/>
          </p:nvPr>
        </p:nvSpPr>
        <p:spPr>
          <a:xfrm>
            <a:off x="4734200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67" name="Google Shape;567;p49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68" name="Google Shape;568;p49">
            <a:hlinkClick action="ppaction://hlinksldjump" r:id="rId8"/>
          </p:cNvPr>
          <p:cNvSpPr txBox="1"/>
          <p:nvPr>
            <p:ph type="title"/>
          </p:nvPr>
        </p:nvSpPr>
        <p:spPr>
          <a:xfrm>
            <a:off x="1927126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Probleem</a:t>
            </a:r>
            <a:endParaRPr/>
          </a:p>
        </p:txBody>
      </p:sp>
      <p:sp>
        <p:nvSpPr>
          <p:cNvPr id="569" name="Google Shape;569;p49"/>
          <p:cNvSpPr txBox="1"/>
          <p:nvPr>
            <p:ph idx="1" type="subTitle"/>
          </p:nvPr>
        </p:nvSpPr>
        <p:spPr>
          <a:xfrm>
            <a:off x="192712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Probleem beskrywing vir die projek wat gekies is</a:t>
            </a:r>
            <a:endParaRPr/>
          </a:p>
        </p:txBody>
      </p:sp>
      <p:sp>
        <p:nvSpPr>
          <p:cNvPr id="570" name="Google Shape;570;p49">
            <a:hlinkClick action="ppaction://hlinksldjump" r:id="rId9"/>
          </p:cNvPr>
          <p:cNvSpPr txBox="1"/>
          <p:nvPr>
            <p:ph idx="2" type="title"/>
          </p:nvPr>
        </p:nvSpPr>
        <p:spPr>
          <a:xfrm>
            <a:off x="5780473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ADT</a:t>
            </a:r>
            <a:endParaRPr/>
          </a:p>
        </p:txBody>
      </p:sp>
      <p:sp>
        <p:nvSpPr>
          <p:cNvPr id="571" name="Google Shape;571;p49"/>
          <p:cNvSpPr txBox="1"/>
          <p:nvPr>
            <p:ph idx="3" type="subTitle"/>
          </p:nvPr>
        </p:nvSpPr>
        <p:spPr>
          <a:xfrm>
            <a:off x="578047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ADT’s wat gebruik gaan word in die oplossing</a:t>
            </a:r>
            <a:endParaRPr/>
          </a:p>
        </p:txBody>
      </p:sp>
      <p:sp>
        <p:nvSpPr>
          <p:cNvPr id="572" name="Google Shape;572;p49">
            <a:hlinkClick action="ppaction://hlinksldjump" r:id="rId10"/>
          </p:cNvPr>
          <p:cNvSpPr txBox="1"/>
          <p:nvPr>
            <p:ph idx="4" type="title"/>
          </p:nvPr>
        </p:nvSpPr>
        <p:spPr>
          <a:xfrm>
            <a:off x="1927126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Doel</a:t>
            </a:r>
            <a:endParaRPr/>
          </a:p>
        </p:txBody>
      </p:sp>
      <p:sp>
        <p:nvSpPr>
          <p:cNvPr id="573" name="Google Shape;573;p49"/>
          <p:cNvSpPr txBox="1"/>
          <p:nvPr>
            <p:ph idx="5" type="subTitle"/>
          </p:nvPr>
        </p:nvSpPr>
        <p:spPr>
          <a:xfrm>
            <a:off x="192712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doel van die projek, en hoe die probleem opgelos gaan word</a:t>
            </a:r>
            <a:endParaRPr/>
          </a:p>
        </p:txBody>
      </p:sp>
      <p:sp>
        <p:nvSpPr>
          <p:cNvPr id="574" name="Google Shape;574;p49"/>
          <p:cNvSpPr txBox="1"/>
          <p:nvPr>
            <p:ph idx="6" type="title"/>
          </p:nvPr>
        </p:nvSpPr>
        <p:spPr>
          <a:xfrm>
            <a:off x="5780473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Databasis</a:t>
            </a:r>
            <a:endParaRPr/>
          </a:p>
        </p:txBody>
      </p:sp>
      <p:sp>
        <p:nvSpPr>
          <p:cNvPr id="575" name="Google Shape;575;p49"/>
          <p:cNvSpPr txBox="1"/>
          <p:nvPr>
            <p:ph idx="7" type="subTitle"/>
          </p:nvPr>
        </p:nvSpPr>
        <p:spPr>
          <a:xfrm>
            <a:off x="578047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Voorgestelde databasis ontwerp</a:t>
            </a:r>
            <a:endParaRPr/>
          </a:p>
        </p:txBody>
      </p:sp>
      <p:cxnSp>
        <p:nvCxnSpPr>
          <p:cNvPr id="576" name="Google Shape;576;p49"/>
          <p:cNvCxnSpPr/>
          <p:nvPr/>
        </p:nvCxnSpPr>
        <p:spPr>
          <a:xfrm>
            <a:off x="1004175" y="215113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49"/>
          <p:cNvCxnSpPr/>
          <p:nvPr/>
        </p:nvCxnSpPr>
        <p:spPr>
          <a:xfrm>
            <a:off x="1004175" y="326608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49"/>
          <p:cNvCxnSpPr/>
          <p:nvPr/>
        </p:nvCxnSpPr>
        <p:spPr>
          <a:xfrm>
            <a:off x="1004175" y="4370511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49"/>
          <p:cNvCxnSpPr/>
          <p:nvPr/>
        </p:nvCxnSpPr>
        <p:spPr>
          <a:xfrm>
            <a:off x="4854350" y="215113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49"/>
          <p:cNvCxnSpPr/>
          <p:nvPr/>
        </p:nvCxnSpPr>
        <p:spPr>
          <a:xfrm>
            <a:off x="4854350" y="326608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49"/>
          <p:cNvCxnSpPr/>
          <p:nvPr/>
        </p:nvCxnSpPr>
        <p:spPr>
          <a:xfrm>
            <a:off x="4854350" y="4370511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49"/>
          <p:cNvSpPr txBox="1"/>
          <p:nvPr>
            <p:ph idx="21" type="title"/>
          </p:nvPr>
        </p:nvSpPr>
        <p:spPr>
          <a:xfrm>
            <a:off x="4734200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0"/>
          <p:cNvSpPr txBox="1"/>
          <p:nvPr>
            <p:ph idx="9" type="title"/>
          </p:nvPr>
        </p:nvSpPr>
        <p:spPr>
          <a:xfrm>
            <a:off x="807825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588" name="Google Shape;588;p50"/>
          <p:cNvSpPr txBox="1"/>
          <p:nvPr>
            <p:ph idx="8" type="title"/>
          </p:nvPr>
        </p:nvSpPr>
        <p:spPr>
          <a:xfrm>
            <a:off x="807825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589" name="Google Shape;589;p50"/>
          <p:cNvSpPr txBox="1"/>
          <p:nvPr>
            <p:ph idx="13" type="title"/>
          </p:nvPr>
        </p:nvSpPr>
        <p:spPr>
          <a:xfrm>
            <a:off x="4699313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590" name="Google Shape;590;p50"/>
          <p:cNvSpPr txBox="1"/>
          <p:nvPr>
            <p:ph idx="14" type="title"/>
          </p:nvPr>
        </p:nvSpPr>
        <p:spPr>
          <a:xfrm>
            <a:off x="4699313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91" name="Google Shape;591;p50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92" name="Google Shape;592;p50"/>
          <p:cNvSpPr txBox="1"/>
          <p:nvPr>
            <p:ph type="title"/>
          </p:nvPr>
        </p:nvSpPr>
        <p:spPr>
          <a:xfrm>
            <a:off x="2003326" y="1514275"/>
            <a:ext cx="2586824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Toepaslikheid</a:t>
            </a:r>
            <a:endParaRPr/>
          </a:p>
        </p:txBody>
      </p:sp>
      <p:sp>
        <p:nvSpPr>
          <p:cNvPr id="593" name="Google Shape;593;p50"/>
          <p:cNvSpPr txBox="1"/>
          <p:nvPr>
            <p:ph idx="1" type="subTitle"/>
          </p:nvPr>
        </p:nvSpPr>
        <p:spPr>
          <a:xfrm>
            <a:off x="200332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Wat is die toepaslikheid van die oplossing vir die probleem</a:t>
            </a:r>
            <a:endParaRPr/>
          </a:p>
        </p:txBody>
      </p:sp>
      <p:sp>
        <p:nvSpPr>
          <p:cNvPr id="594" name="Google Shape;594;p50"/>
          <p:cNvSpPr txBox="1"/>
          <p:nvPr>
            <p:ph idx="2" type="title"/>
          </p:nvPr>
        </p:nvSpPr>
        <p:spPr>
          <a:xfrm>
            <a:off x="5856674" y="1514275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Koppelvlak</a:t>
            </a:r>
            <a:endParaRPr/>
          </a:p>
        </p:txBody>
      </p:sp>
      <p:sp>
        <p:nvSpPr>
          <p:cNvPr id="595" name="Google Shape;595;p50"/>
          <p:cNvSpPr txBox="1"/>
          <p:nvPr>
            <p:ph idx="3" type="subTitle"/>
          </p:nvPr>
        </p:nvSpPr>
        <p:spPr>
          <a:xfrm>
            <a:off x="585667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‘n Voorskou van die gebruikerskoppelvlak</a:t>
            </a:r>
            <a:endParaRPr/>
          </a:p>
        </p:txBody>
      </p:sp>
      <p:sp>
        <p:nvSpPr>
          <p:cNvPr id="596" name="Google Shape;596;p50"/>
          <p:cNvSpPr txBox="1"/>
          <p:nvPr>
            <p:ph idx="4" type="title"/>
          </p:nvPr>
        </p:nvSpPr>
        <p:spPr>
          <a:xfrm>
            <a:off x="2003326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Uitbreiding</a:t>
            </a:r>
            <a:endParaRPr/>
          </a:p>
        </p:txBody>
      </p:sp>
      <p:sp>
        <p:nvSpPr>
          <p:cNvPr id="597" name="Google Shape;597;p50"/>
          <p:cNvSpPr txBox="1"/>
          <p:nvPr>
            <p:ph idx="5" type="subTitle"/>
          </p:nvPr>
        </p:nvSpPr>
        <p:spPr>
          <a:xfrm>
            <a:off x="200332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Verdere uitbreiding op projek</a:t>
            </a:r>
            <a:endParaRPr/>
          </a:p>
        </p:txBody>
      </p:sp>
      <p:sp>
        <p:nvSpPr>
          <p:cNvPr id="598" name="Google Shape;598;p50"/>
          <p:cNvSpPr txBox="1"/>
          <p:nvPr>
            <p:ph idx="6" type="title"/>
          </p:nvPr>
        </p:nvSpPr>
        <p:spPr>
          <a:xfrm>
            <a:off x="5856674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Afsluiting</a:t>
            </a:r>
            <a:endParaRPr/>
          </a:p>
        </p:txBody>
      </p:sp>
      <p:sp>
        <p:nvSpPr>
          <p:cNvPr id="599" name="Google Shape;599;p50"/>
          <p:cNvSpPr txBox="1"/>
          <p:nvPr>
            <p:ph idx="7" type="subTitle"/>
          </p:nvPr>
        </p:nvSpPr>
        <p:spPr>
          <a:xfrm>
            <a:off x="585667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Laaste woorde</a:t>
            </a:r>
            <a:endParaRPr/>
          </a:p>
        </p:txBody>
      </p:sp>
      <p:cxnSp>
        <p:nvCxnSpPr>
          <p:cNvPr id="600" name="Google Shape;600;p50"/>
          <p:cNvCxnSpPr/>
          <p:nvPr/>
        </p:nvCxnSpPr>
        <p:spPr>
          <a:xfrm>
            <a:off x="896025" y="2467679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50"/>
          <p:cNvCxnSpPr/>
          <p:nvPr/>
        </p:nvCxnSpPr>
        <p:spPr>
          <a:xfrm>
            <a:off x="4743413" y="2467679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50"/>
          <p:cNvCxnSpPr/>
          <p:nvPr/>
        </p:nvCxnSpPr>
        <p:spPr>
          <a:xfrm>
            <a:off x="896025" y="3964634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50"/>
          <p:cNvCxnSpPr/>
          <p:nvPr/>
        </p:nvCxnSpPr>
        <p:spPr>
          <a:xfrm>
            <a:off x="4743413" y="3964634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1"/>
          <p:cNvSpPr txBox="1"/>
          <p:nvPr>
            <p:ph type="title"/>
          </p:nvPr>
        </p:nvSpPr>
        <p:spPr>
          <a:xfrm>
            <a:off x="720000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Probleem</a:t>
            </a:r>
            <a:endParaRPr/>
          </a:p>
        </p:txBody>
      </p:sp>
      <p:sp>
        <p:nvSpPr>
          <p:cNvPr id="609" name="Google Shape;609;p51"/>
          <p:cNvSpPr txBox="1"/>
          <p:nvPr>
            <p:ph idx="2" type="title"/>
          </p:nvPr>
        </p:nvSpPr>
        <p:spPr>
          <a:xfrm>
            <a:off x="720000" y="1164975"/>
            <a:ext cx="1276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51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Beskrywing van probleem wat opgelos wil word</a:t>
            </a:r>
            <a:endParaRPr/>
          </a:p>
        </p:txBody>
      </p:sp>
      <p:cxnSp>
        <p:nvCxnSpPr>
          <p:cNvPr id="611" name="Google Shape;611;p51"/>
          <p:cNvCxnSpPr/>
          <p:nvPr/>
        </p:nvCxnSpPr>
        <p:spPr>
          <a:xfrm>
            <a:off x="8862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2" name="Google Shape;612;p51"/>
          <p:cNvGrpSpPr/>
          <p:nvPr/>
        </p:nvGrpSpPr>
        <p:grpSpPr>
          <a:xfrm>
            <a:off x="4712859" y="2535991"/>
            <a:ext cx="2287695" cy="2289334"/>
            <a:chOff x="1192500" y="238125"/>
            <a:chExt cx="5235000" cy="5238750"/>
          </a:xfrm>
        </p:grpSpPr>
        <p:sp>
          <p:nvSpPr>
            <p:cNvPr id="613" name="Google Shape;613;p51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1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1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1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1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1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1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1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1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1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1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1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1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1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1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1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1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1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1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1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1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1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1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1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1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1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1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1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1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1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1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1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1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1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1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1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1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1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1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1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1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1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1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1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1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1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1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1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1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1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1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1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1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1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1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1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1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1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1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1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1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1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1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1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1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1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1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1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1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1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1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1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1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1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1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1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1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1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1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1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1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1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1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1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1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1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1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1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1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1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1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1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1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1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1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1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1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1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1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1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1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1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1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1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1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1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1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1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1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1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1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1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1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1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1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1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1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1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1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1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1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1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1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1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1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1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1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1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1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1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1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1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1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1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1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1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1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1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1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1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1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1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1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1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1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1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1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2"/>
          <p:cNvSpPr txBox="1"/>
          <p:nvPr>
            <p:ph type="title"/>
          </p:nvPr>
        </p:nvSpPr>
        <p:spPr>
          <a:xfrm>
            <a:off x="720000" y="445025"/>
            <a:ext cx="54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Beskikbare Studielokale Op Kampus</a:t>
            </a:r>
            <a:endParaRPr/>
          </a:p>
        </p:txBody>
      </p:sp>
      <p:sp>
        <p:nvSpPr>
          <p:cNvPr id="787" name="Google Shape;787;p52"/>
          <p:cNvSpPr txBox="1"/>
          <p:nvPr>
            <p:ph idx="1" type="body"/>
          </p:nvPr>
        </p:nvSpPr>
        <p:spPr>
          <a:xfrm>
            <a:off x="720000" y="2160500"/>
            <a:ext cx="4086900" cy="25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Studente sukkel dikwels om vinnig ‘n beskikbare studieruimte te vind vir hulle leer behoeftes.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Tyd word vermors deur: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Rond te beweeg na lokale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Binne elke kyk vir studente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Daar is geen eenvoudige manier om die beskikbaarheid en ligging te sien van lokale nie.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788" name="Google Shape;788;p5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86918">
            <a:off x="4923369" y="1341135"/>
            <a:ext cx="6907361" cy="447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3"/>
          <p:cNvSpPr txBox="1"/>
          <p:nvPr>
            <p:ph type="title"/>
          </p:nvPr>
        </p:nvSpPr>
        <p:spPr>
          <a:xfrm>
            <a:off x="4586325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Doel</a:t>
            </a:r>
            <a:endParaRPr/>
          </a:p>
        </p:txBody>
      </p:sp>
      <p:sp>
        <p:nvSpPr>
          <p:cNvPr id="794" name="Google Shape;794;p53"/>
          <p:cNvSpPr txBox="1"/>
          <p:nvPr>
            <p:ph idx="2" type="title"/>
          </p:nvPr>
        </p:nvSpPr>
        <p:spPr>
          <a:xfrm>
            <a:off x="6562700" y="1241175"/>
            <a:ext cx="1762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95" name="Google Shape;795;p53"/>
          <p:cNvSpPr txBox="1"/>
          <p:nvPr>
            <p:ph idx="1" type="subTitle"/>
          </p:nvPr>
        </p:nvSpPr>
        <p:spPr>
          <a:xfrm>
            <a:off x="5244525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Doel wat bereik wil word deur die projek</a:t>
            </a:r>
            <a:endParaRPr/>
          </a:p>
        </p:txBody>
      </p:sp>
      <p:grpSp>
        <p:nvGrpSpPr>
          <p:cNvPr id="796" name="Google Shape;796;p53"/>
          <p:cNvGrpSpPr/>
          <p:nvPr/>
        </p:nvGrpSpPr>
        <p:grpSpPr>
          <a:xfrm>
            <a:off x="1969472" y="529416"/>
            <a:ext cx="2287695" cy="2289334"/>
            <a:chOff x="1192500" y="238125"/>
            <a:chExt cx="5235000" cy="5238750"/>
          </a:xfrm>
        </p:grpSpPr>
        <p:sp>
          <p:nvSpPr>
            <p:cNvPr id="797" name="Google Shape;797;p53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3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3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3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3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3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3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3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3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3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3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3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3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3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3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3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3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3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3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3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3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3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3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3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3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3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3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3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3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3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3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3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3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3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3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3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3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3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3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3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3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3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3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3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3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3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3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3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3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3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3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3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3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3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3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3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3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3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3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3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3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3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3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3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3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3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3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53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53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3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3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3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3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3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3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3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3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3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3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3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3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3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3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3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3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3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3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3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3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3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3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3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3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3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3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3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3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3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3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3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3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3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3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3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3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3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3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3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3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3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3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3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3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3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3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3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3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3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3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3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3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3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3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3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3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3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3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3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3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3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3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3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3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3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3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3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3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3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3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3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3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3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3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3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3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66" name="Google Shape;966;p53"/>
          <p:cNvCxnSpPr/>
          <p:nvPr/>
        </p:nvCxnSpPr>
        <p:spPr>
          <a:xfrm>
            <a:off x="68491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67" name="Google Shape;967;p53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3988">
            <a:off x="-1540757" y="2530473"/>
            <a:ext cx="6907361" cy="447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4"/>
          <p:cNvSpPr txBox="1"/>
          <p:nvPr>
            <p:ph idx="2" type="title"/>
          </p:nvPr>
        </p:nvSpPr>
        <p:spPr>
          <a:xfrm>
            <a:off x="1090100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Vinnig</a:t>
            </a:r>
            <a:endParaRPr/>
          </a:p>
        </p:txBody>
      </p:sp>
      <p:sp>
        <p:nvSpPr>
          <p:cNvPr id="973" name="Google Shape;973;p54"/>
          <p:cNvSpPr txBox="1"/>
          <p:nvPr>
            <p:ph idx="1" type="subTitle"/>
          </p:nvPr>
        </p:nvSpPr>
        <p:spPr>
          <a:xfrm>
            <a:off x="1090100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Help studente om vinnig ‘n beskikbare studieruimte te vind</a:t>
            </a:r>
            <a:endParaRPr/>
          </a:p>
        </p:txBody>
      </p:sp>
      <p:sp>
        <p:nvSpPr>
          <p:cNvPr id="974" name="Google Shape;974;p54"/>
          <p:cNvSpPr txBox="1"/>
          <p:nvPr>
            <p:ph idx="3" type="title"/>
          </p:nvPr>
        </p:nvSpPr>
        <p:spPr>
          <a:xfrm>
            <a:off x="3484423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Kortste Pad</a:t>
            </a:r>
            <a:endParaRPr/>
          </a:p>
        </p:txBody>
      </p:sp>
      <p:sp>
        <p:nvSpPr>
          <p:cNvPr id="975" name="Google Shape;975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Doel</a:t>
            </a:r>
            <a:endParaRPr/>
          </a:p>
        </p:txBody>
      </p:sp>
      <p:sp>
        <p:nvSpPr>
          <p:cNvPr id="976" name="Google Shape;976;p54"/>
          <p:cNvSpPr txBox="1"/>
          <p:nvPr>
            <p:ph idx="4" type="subTitle"/>
          </p:nvPr>
        </p:nvSpPr>
        <p:spPr>
          <a:xfrm>
            <a:off x="3484421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Bereken die kortste roete na die lokaal</a:t>
            </a:r>
            <a:endParaRPr/>
          </a:p>
        </p:txBody>
      </p:sp>
      <p:sp>
        <p:nvSpPr>
          <p:cNvPr id="977" name="Google Shape;977;p54"/>
          <p:cNvSpPr txBox="1"/>
          <p:nvPr>
            <p:ph idx="5" type="title"/>
          </p:nvPr>
        </p:nvSpPr>
        <p:spPr>
          <a:xfrm>
            <a:off x="5878746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Ervaring</a:t>
            </a:r>
            <a:endParaRPr/>
          </a:p>
        </p:txBody>
      </p:sp>
      <p:sp>
        <p:nvSpPr>
          <p:cNvPr id="978" name="Google Shape;978;p54"/>
          <p:cNvSpPr txBox="1"/>
          <p:nvPr>
            <p:ph idx="6" type="subTitle"/>
          </p:nvPr>
        </p:nvSpPr>
        <p:spPr>
          <a:xfrm>
            <a:off x="5878749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Bespaar tyden verbeter studeer ervaring</a:t>
            </a:r>
            <a:endParaRPr/>
          </a:p>
        </p:txBody>
      </p:sp>
      <p:grpSp>
        <p:nvGrpSpPr>
          <p:cNvPr id="979" name="Google Shape;979;p54"/>
          <p:cNvGrpSpPr/>
          <p:nvPr/>
        </p:nvGrpSpPr>
        <p:grpSpPr>
          <a:xfrm>
            <a:off x="4327886" y="1827482"/>
            <a:ext cx="488229" cy="492715"/>
            <a:chOff x="-45673275" y="3199325"/>
            <a:chExt cx="299325" cy="302075"/>
          </a:xfrm>
        </p:grpSpPr>
        <p:sp>
          <p:nvSpPr>
            <p:cNvPr id="980" name="Google Shape;980;p54"/>
            <p:cNvSpPr/>
            <p:nvPr/>
          </p:nvSpPr>
          <p:spPr>
            <a:xfrm>
              <a:off x="-45672500" y="3199325"/>
              <a:ext cx="298550" cy="194175"/>
            </a:xfrm>
            <a:custGeom>
              <a:rect b="b" l="l" r="r" t="t"/>
              <a:pathLst>
                <a:path extrusionOk="0" h="7767" w="11942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4"/>
            <p:cNvSpPr/>
            <p:nvPr/>
          </p:nvSpPr>
          <p:spPr>
            <a:xfrm>
              <a:off x="-45673275" y="3387150"/>
              <a:ext cx="299325" cy="114250"/>
            </a:xfrm>
            <a:custGeom>
              <a:rect b="b" l="l" r="r" t="t"/>
              <a:pathLst>
                <a:path extrusionOk="0" h="4570" w="11973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4"/>
            <p:cNvSpPr/>
            <p:nvPr/>
          </p:nvSpPr>
          <p:spPr>
            <a:xfrm>
              <a:off x="-45673275" y="3334400"/>
              <a:ext cx="299325" cy="113425"/>
            </a:xfrm>
            <a:custGeom>
              <a:rect b="b" l="l" r="r" t="t"/>
              <a:pathLst>
                <a:path extrusionOk="0" h="4537" w="11973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54"/>
          <p:cNvGrpSpPr/>
          <p:nvPr/>
        </p:nvGrpSpPr>
        <p:grpSpPr>
          <a:xfrm>
            <a:off x="1933645" y="1822830"/>
            <a:ext cx="488229" cy="488229"/>
            <a:chOff x="-49027775" y="3183175"/>
            <a:chExt cx="299325" cy="299325"/>
          </a:xfrm>
        </p:grpSpPr>
        <p:sp>
          <p:nvSpPr>
            <p:cNvPr id="984" name="Google Shape;984;p54"/>
            <p:cNvSpPr/>
            <p:nvPr/>
          </p:nvSpPr>
          <p:spPr>
            <a:xfrm>
              <a:off x="-48870250" y="3183175"/>
              <a:ext cx="141800" cy="185900"/>
            </a:xfrm>
            <a:custGeom>
              <a:rect b="b" l="l" r="r" t="t"/>
              <a:pathLst>
                <a:path extrusionOk="0" h="7436" w="5672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4"/>
            <p:cNvSpPr/>
            <p:nvPr/>
          </p:nvSpPr>
          <p:spPr>
            <a:xfrm>
              <a:off x="-49027775" y="3183175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4"/>
            <p:cNvSpPr/>
            <p:nvPr/>
          </p:nvSpPr>
          <p:spPr>
            <a:xfrm>
              <a:off x="-49027775" y="3295800"/>
              <a:ext cx="141800" cy="186700"/>
            </a:xfrm>
            <a:custGeom>
              <a:rect b="b" l="l" r="r" t="t"/>
              <a:pathLst>
                <a:path extrusionOk="0" h="7468" w="5672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4"/>
            <p:cNvSpPr/>
            <p:nvPr/>
          </p:nvSpPr>
          <p:spPr>
            <a:xfrm>
              <a:off x="-48914350" y="3340700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8" name="Google Shape;988;p54"/>
          <p:cNvGrpSpPr/>
          <p:nvPr/>
        </p:nvGrpSpPr>
        <p:grpSpPr>
          <a:xfrm>
            <a:off x="6722124" y="1829729"/>
            <a:ext cx="488263" cy="488203"/>
            <a:chOff x="-50134375" y="3183175"/>
            <a:chExt cx="300100" cy="300100"/>
          </a:xfrm>
        </p:grpSpPr>
        <p:sp>
          <p:nvSpPr>
            <p:cNvPr id="989" name="Google Shape;989;p54"/>
            <p:cNvSpPr/>
            <p:nvPr/>
          </p:nvSpPr>
          <p:spPr>
            <a:xfrm>
              <a:off x="-50134375" y="3270600"/>
              <a:ext cx="87450" cy="53575"/>
            </a:xfrm>
            <a:custGeom>
              <a:rect b="b" l="l" r="r" t="t"/>
              <a:pathLst>
                <a:path extrusionOk="0" h="2143" w="3498">
                  <a:moveTo>
                    <a:pt x="0" y="0"/>
                  </a:moveTo>
                  <a:lnTo>
                    <a:pt x="0" y="2143"/>
                  </a:lnTo>
                  <a:lnTo>
                    <a:pt x="3497" y="2143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4"/>
            <p:cNvSpPr/>
            <p:nvPr/>
          </p:nvSpPr>
          <p:spPr>
            <a:xfrm>
              <a:off x="-50134375" y="3340700"/>
              <a:ext cx="87450" cy="54375"/>
            </a:xfrm>
            <a:custGeom>
              <a:rect b="b" l="l" r="r" t="t"/>
              <a:pathLst>
                <a:path extrusionOk="0" h="2175" w="3498">
                  <a:moveTo>
                    <a:pt x="0" y="0"/>
                  </a:moveTo>
                  <a:lnTo>
                    <a:pt x="0" y="2174"/>
                  </a:lnTo>
                  <a:cubicBezTo>
                    <a:pt x="441" y="1701"/>
                    <a:pt x="1071" y="1418"/>
                    <a:pt x="1765" y="1418"/>
                  </a:cubicBezTo>
                  <a:cubicBezTo>
                    <a:pt x="2426" y="1418"/>
                    <a:pt x="3056" y="1670"/>
                    <a:pt x="3497" y="2174"/>
                  </a:cubicBezTo>
                  <a:lnTo>
                    <a:pt x="34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4"/>
            <p:cNvSpPr/>
            <p:nvPr/>
          </p:nvSpPr>
          <p:spPr>
            <a:xfrm>
              <a:off x="-50134375" y="3183175"/>
              <a:ext cx="87450" cy="70125"/>
            </a:xfrm>
            <a:custGeom>
              <a:rect b="b" l="l" r="r" t="t"/>
              <a:pathLst>
                <a:path extrusionOk="0" h="2805" w="349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804"/>
                  </a:lnTo>
                  <a:lnTo>
                    <a:pt x="3497" y="2804"/>
                  </a:lnTo>
                  <a:lnTo>
                    <a:pt x="3497" y="347"/>
                  </a:ln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4"/>
            <p:cNvSpPr/>
            <p:nvPr/>
          </p:nvSpPr>
          <p:spPr>
            <a:xfrm>
              <a:off x="-50028050" y="3363525"/>
              <a:ext cx="37050" cy="75650"/>
            </a:xfrm>
            <a:custGeom>
              <a:rect b="b" l="l" r="r" t="t"/>
              <a:pathLst>
                <a:path extrusionOk="0" h="3026" w="1482">
                  <a:moveTo>
                    <a:pt x="0" y="1"/>
                  </a:moveTo>
                  <a:lnTo>
                    <a:pt x="0" y="3025"/>
                  </a:lnTo>
                  <a:lnTo>
                    <a:pt x="1481" y="14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4"/>
            <p:cNvSpPr/>
            <p:nvPr/>
          </p:nvSpPr>
          <p:spPr>
            <a:xfrm>
              <a:off x="-50028050" y="3287125"/>
              <a:ext cx="88225" cy="101625"/>
            </a:xfrm>
            <a:custGeom>
              <a:rect b="b" l="l" r="r" t="t"/>
              <a:pathLst>
                <a:path extrusionOk="0" h="4065" w="3529">
                  <a:moveTo>
                    <a:pt x="1072" y="1"/>
                  </a:moveTo>
                  <a:lnTo>
                    <a:pt x="0" y="1104"/>
                  </a:lnTo>
                  <a:lnTo>
                    <a:pt x="0" y="2049"/>
                  </a:lnTo>
                  <a:lnTo>
                    <a:pt x="2017" y="4065"/>
                  </a:lnTo>
                  <a:lnTo>
                    <a:pt x="3529" y="2490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4"/>
            <p:cNvSpPr/>
            <p:nvPr/>
          </p:nvSpPr>
          <p:spPr>
            <a:xfrm>
              <a:off x="-49988675" y="3225700"/>
              <a:ext cx="111875" cy="111875"/>
            </a:xfrm>
            <a:custGeom>
              <a:rect b="b" l="l" r="r" t="t"/>
              <a:pathLst>
                <a:path extrusionOk="0" h="4475" w="4475">
                  <a:moveTo>
                    <a:pt x="2155" y="0"/>
                  </a:moveTo>
                  <a:cubicBezTo>
                    <a:pt x="2064" y="0"/>
                    <a:pt x="1970" y="32"/>
                    <a:pt x="1891" y="95"/>
                  </a:cubicBezTo>
                  <a:lnTo>
                    <a:pt x="1" y="1985"/>
                  </a:lnTo>
                  <a:lnTo>
                    <a:pt x="2490" y="4474"/>
                  </a:lnTo>
                  <a:lnTo>
                    <a:pt x="4380" y="2584"/>
                  </a:lnTo>
                  <a:cubicBezTo>
                    <a:pt x="4474" y="2458"/>
                    <a:pt x="4474" y="2237"/>
                    <a:pt x="4380" y="2080"/>
                  </a:cubicBezTo>
                  <a:lnTo>
                    <a:pt x="2395" y="95"/>
                  </a:lnTo>
                  <a:cubicBezTo>
                    <a:pt x="2332" y="32"/>
                    <a:pt x="2245" y="0"/>
                    <a:pt x="2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4"/>
            <p:cNvSpPr/>
            <p:nvPr/>
          </p:nvSpPr>
          <p:spPr>
            <a:xfrm>
              <a:off x="-50134375" y="3395050"/>
              <a:ext cx="89025" cy="88225"/>
            </a:xfrm>
            <a:custGeom>
              <a:rect b="b" l="l" r="r" t="t"/>
              <a:pathLst>
                <a:path extrusionOk="0" h="3529" w="3561">
                  <a:moveTo>
                    <a:pt x="1765" y="1418"/>
                  </a:moveTo>
                  <a:cubicBezTo>
                    <a:pt x="1985" y="1418"/>
                    <a:pt x="2111" y="1575"/>
                    <a:pt x="2111" y="1764"/>
                  </a:cubicBezTo>
                  <a:cubicBezTo>
                    <a:pt x="2111" y="1953"/>
                    <a:pt x="1985" y="2111"/>
                    <a:pt x="1765" y="2111"/>
                  </a:cubicBezTo>
                  <a:cubicBezTo>
                    <a:pt x="1576" y="2111"/>
                    <a:pt x="1418" y="1953"/>
                    <a:pt x="1418" y="1764"/>
                  </a:cubicBezTo>
                  <a:cubicBezTo>
                    <a:pt x="1418" y="1575"/>
                    <a:pt x="1576" y="1418"/>
                    <a:pt x="1765" y="1418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4"/>
                  </a:cubicBezTo>
                  <a:cubicBezTo>
                    <a:pt x="3497" y="788"/>
                    <a:pt x="2710" y="0"/>
                    <a:pt x="1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4"/>
            <p:cNvSpPr/>
            <p:nvPr/>
          </p:nvSpPr>
          <p:spPr>
            <a:xfrm>
              <a:off x="-50045375" y="3428900"/>
              <a:ext cx="52800" cy="53600"/>
            </a:xfrm>
            <a:custGeom>
              <a:rect b="b" l="l" r="r" t="t"/>
              <a:pathLst>
                <a:path extrusionOk="0" h="2144" w="2112">
                  <a:moveTo>
                    <a:pt x="2111" y="1"/>
                  </a:move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4"/>
            <p:cNvSpPr/>
            <p:nvPr/>
          </p:nvSpPr>
          <p:spPr>
            <a:xfrm>
              <a:off x="-49975275" y="3395050"/>
              <a:ext cx="52775" cy="87450"/>
            </a:xfrm>
            <a:custGeom>
              <a:rect b="b" l="l" r="r" t="t"/>
              <a:pathLst>
                <a:path extrusionOk="0" h="3498" w="2111">
                  <a:moveTo>
                    <a:pt x="693" y="0"/>
                  </a:moveTo>
                  <a:lnTo>
                    <a:pt x="0" y="662"/>
                  </a:lnTo>
                  <a:lnTo>
                    <a:pt x="0" y="3497"/>
                  </a:lnTo>
                  <a:lnTo>
                    <a:pt x="2111" y="3497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4"/>
            <p:cNvSpPr/>
            <p:nvPr/>
          </p:nvSpPr>
          <p:spPr>
            <a:xfrm>
              <a:off x="-49905175" y="3395050"/>
              <a:ext cx="70900" cy="87450"/>
            </a:xfrm>
            <a:custGeom>
              <a:rect b="b" l="l" r="r" t="t"/>
              <a:pathLst>
                <a:path extrusionOk="0" h="3498" w="2836">
                  <a:moveTo>
                    <a:pt x="0" y="0"/>
                  </a:moveTo>
                  <a:lnTo>
                    <a:pt x="0" y="3497"/>
                  </a:lnTo>
                  <a:lnTo>
                    <a:pt x="2489" y="3497"/>
                  </a:lnTo>
                  <a:cubicBezTo>
                    <a:pt x="2678" y="3497"/>
                    <a:pt x="2836" y="3340"/>
                    <a:pt x="2836" y="315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9" name="Google Shape;999;p54"/>
          <p:cNvCxnSpPr/>
          <p:nvPr/>
        </p:nvCxnSpPr>
        <p:spPr>
          <a:xfrm>
            <a:off x="1707225" y="2622913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54"/>
          <p:cNvCxnSpPr/>
          <p:nvPr/>
        </p:nvCxnSpPr>
        <p:spPr>
          <a:xfrm>
            <a:off x="4092000" y="2622913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54"/>
          <p:cNvCxnSpPr/>
          <p:nvPr/>
        </p:nvCxnSpPr>
        <p:spPr>
          <a:xfrm>
            <a:off x="6486400" y="2622913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55"/>
          <p:cNvSpPr txBox="1"/>
          <p:nvPr>
            <p:ph type="title"/>
          </p:nvPr>
        </p:nvSpPr>
        <p:spPr>
          <a:xfrm>
            <a:off x="994913" y="2302100"/>
            <a:ext cx="45300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Funksies</a:t>
            </a:r>
            <a:endParaRPr/>
          </a:p>
        </p:txBody>
      </p:sp>
      <p:sp>
        <p:nvSpPr>
          <p:cNvPr id="1007" name="Google Shape;1007;p55"/>
          <p:cNvSpPr txBox="1"/>
          <p:nvPr>
            <p:ph idx="2" type="title"/>
          </p:nvPr>
        </p:nvSpPr>
        <p:spPr>
          <a:xfrm>
            <a:off x="2494438" y="1164975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08" name="Google Shape;1008;p55"/>
          <p:cNvSpPr txBox="1"/>
          <p:nvPr>
            <p:ph idx="1" type="subTitle"/>
          </p:nvPr>
        </p:nvSpPr>
        <p:spPr>
          <a:xfrm>
            <a:off x="1719388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Funksies wat deur die koppelvlak aangebied word</a:t>
            </a:r>
            <a:endParaRPr/>
          </a:p>
        </p:txBody>
      </p:sp>
      <p:cxnSp>
        <p:nvCxnSpPr>
          <p:cNvPr id="1009" name="Google Shape;1009;p55"/>
          <p:cNvCxnSpPr/>
          <p:nvPr/>
        </p:nvCxnSpPr>
        <p:spPr>
          <a:xfrm>
            <a:off x="2577538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10" name="Google Shape;1010;p55"/>
          <p:cNvGrpSpPr/>
          <p:nvPr/>
        </p:nvGrpSpPr>
        <p:grpSpPr>
          <a:xfrm>
            <a:off x="5861384" y="1427078"/>
            <a:ext cx="2287695" cy="2289334"/>
            <a:chOff x="1192500" y="238125"/>
            <a:chExt cx="5235000" cy="5238750"/>
          </a:xfrm>
        </p:grpSpPr>
        <p:sp>
          <p:nvSpPr>
            <p:cNvPr id="1011" name="Google Shape;1011;p55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5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5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5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5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5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5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5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5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5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5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5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5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5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5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5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5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5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5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5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5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5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5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5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5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5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5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5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5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5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5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5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5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5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5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5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5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5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5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5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5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5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5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5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5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5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5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5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5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5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5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5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5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5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5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5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5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5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5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5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5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5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5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5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5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5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5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5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55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5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5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5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5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5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5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5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55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55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5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5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5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5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5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5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5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5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5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5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55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55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5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55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5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5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5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5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5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5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5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5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5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55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5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5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5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5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5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5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5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5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5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55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55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55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5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5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5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5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55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5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5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55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5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55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55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5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5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5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5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5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5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5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5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5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55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5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55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5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55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5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5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55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5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5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5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5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5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5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5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5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5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5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5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5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5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5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5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5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5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5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5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5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5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5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5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5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5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5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5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10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6"/>
          <p:cNvSpPr txBox="1"/>
          <p:nvPr>
            <p:ph idx="1" type="body"/>
          </p:nvPr>
        </p:nvSpPr>
        <p:spPr>
          <a:xfrm>
            <a:off x="122150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/>
              <a:t>Soek beskikbare lokale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Kies toekomstige studietyd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Sorteer en filtreer resultate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Sien kaart en kortste roete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Bekyk kapasiteit en toerusting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5" name="Google Shape;1185;p56"/>
          <p:cNvSpPr txBox="1"/>
          <p:nvPr>
            <p:ph idx="2" type="body"/>
          </p:nvPr>
        </p:nvSpPr>
        <p:spPr>
          <a:xfrm>
            <a:off x="461935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/>
              <a:t>Voeg lokale by of verwyder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Wysig huidige lokale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Bestuur roosters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Wysig kapasiteit en toerusting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Hanteer besprekings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6" name="Google Shape;1186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Program Funksionaliteit</a:t>
            </a:r>
            <a:endParaRPr/>
          </a:p>
        </p:txBody>
      </p:sp>
      <p:sp>
        <p:nvSpPr>
          <p:cNvPr id="1187" name="Google Shape;1187;p56"/>
          <p:cNvSpPr txBox="1"/>
          <p:nvPr>
            <p:ph idx="3" type="title"/>
          </p:nvPr>
        </p:nvSpPr>
        <p:spPr>
          <a:xfrm>
            <a:off x="1221500" y="2417625"/>
            <a:ext cx="3303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Gebruiker</a:t>
            </a:r>
            <a:endParaRPr/>
          </a:p>
        </p:txBody>
      </p:sp>
      <p:sp>
        <p:nvSpPr>
          <p:cNvPr id="1188" name="Google Shape;1188;p56"/>
          <p:cNvSpPr txBox="1"/>
          <p:nvPr>
            <p:ph idx="4" type="title"/>
          </p:nvPr>
        </p:nvSpPr>
        <p:spPr>
          <a:xfrm>
            <a:off x="4619201" y="2417625"/>
            <a:ext cx="3303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cxnSp>
        <p:nvCxnSpPr>
          <p:cNvPr id="1189" name="Google Shape;1189;p56"/>
          <p:cNvCxnSpPr/>
          <p:nvPr/>
        </p:nvCxnSpPr>
        <p:spPr>
          <a:xfrm>
            <a:off x="2393200" y="224748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0" name="Google Shape;1190;p56"/>
          <p:cNvCxnSpPr/>
          <p:nvPr/>
        </p:nvCxnSpPr>
        <p:spPr>
          <a:xfrm>
            <a:off x="5790850" y="224748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1" name="Google Shape;1191;p56"/>
          <p:cNvGrpSpPr/>
          <p:nvPr/>
        </p:nvGrpSpPr>
        <p:grpSpPr>
          <a:xfrm>
            <a:off x="2615807" y="1551953"/>
            <a:ext cx="514786" cy="447655"/>
            <a:chOff x="1723675" y="1235400"/>
            <a:chExt cx="502475" cy="436950"/>
          </a:xfrm>
        </p:grpSpPr>
        <p:sp>
          <p:nvSpPr>
            <p:cNvPr id="1192" name="Google Shape;1192;p56"/>
            <p:cNvSpPr/>
            <p:nvPr/>
          </p:nvSpPr>
          <p:spPr>
            <a:xfrm>
              <a:off x="1779650" y="1235400"/>
              <a:ext cx="116075" cy="258100"/>
            </a:xfrm>
            <a:custGeom>
              <a:rect b="b" l="l" r="r" t="t"/>
              <a:pathLst>
                <a:path extrusionOk="0" h="10324" w="4643">
                  <a:moveTo>
                    <a:pt x="1038" y="1"/>
                  </a:moveTo>
                  <a:lnTo>
                    <a:pt x="820" y="110"/>
                  </a:lnTo>
                  <a:lnTo>
                    <a:pt x="710" y="328"/>
                  </a:lnTo>
                  <a:lnTo>
                    <a:pt x="601" y="547"/>
                  </a:lnTo>
                  <a:lnTo>
                    <a:pt x="656" y="765"/>
                  </a:lnTo>
                  <a:lnTo>
                    <a:pt x="765" y="984"/>
                  </a:lnTo>
                  <a:lnTo>
                    <a:pt x="929" y="1093"/>
                  </a:lnTo>
                  <a:lnTo>
                    <a:pt x="1147" y="1257"/>
                  </a:lnTo>
                  <a:lnTo>
                    <a:pt x="1366" y="1366"/>
                  </a:lnTo>
                  <a:lnTo>
                    <a:pt x="1693" y="1748"/>
                  </a:lnTo>
                  <a:lnTo>
                    <a:pt x="1912" y="2240"/>
                  </a:lnTo>
                  <a:lnTo>
                    <a:pt x="2076" y="2677"/>
                  </a:lnTo>
                  <a:lnTo>
                    <a:pt x="2130" y="3168"/>
                  </a:lnTo>
                  <a:lnTo>
                    <a:pt x="2185" y="3660"/>
                  </a:lnTo>
                  <a:lnTo>
                    <a:pt x="2240" y="4370"/>
                  </a:lnTo>
                  <a:lnTo>
                    <a:pt x="219" y="6118"/>
                  </a:lnTo>
                  <a:lnTo>
                    <a:pt x="110" y="6227"/>
                  </a:lnTo>
                  <a:lnTo>
                    <a:pt x="55" y="6336"/>
                  </a:lnTo>
                  <a:lnTo>
                    <a:pt x="0" y="6500"/>
                  </a:lnTo>
                  <a:lnTo>
                    <a:pt x="0" y="6664"/>
                  </a:lnTo>
                  <a:lnTo>
                    <a:pt x="874" y="10323"/>
                  </a:lnTo>
                  <a:lnTo>
                    <a:pt x="3004" y="9504"/>
                  </a:lnTo>
                  <a:lnTo>
                    <a:pt x="3769" y="7975"/>
                  </a:lnTo>
                  <a:lnTo>
                    <a:pt x="3386" y="4370"/>
                  </a:lnTo>
                  <a:lnTo>
                    <a:pt x="3496" y="3878"/>
                  </a:lnTo>
                  <a:lnTo>
                    <a:pt x="3660" y="3332"/>
                  </a:lnTo>
                  <a:lnTo>
                    <a:pt x="3769" y="3059"/>
                  </a:lnTo>
                  <a:lnTo>
                    <a:pt x="3933" y="2786"/>
                  </a:lnTo>
                  <a:lnTo>
                    <a:pt x="4151" y="2513"/>
                  </a:lnTo>
                  <a:lnTo>
                    <a:pt x="4370" y="2295"/>
                  </a:lnTo>
                  <a:lnTo>
                    <a:pt x="4533" y="2131"/>
                  </a:lnTo>
                  <a:lnTo>
                    <a:pt x="4643" y="1912"/>
                  </a:lnTo>
                  <a:lnTo>
                    <a:pt x="4588" y="1694"/>
                  </a:lnTo>
                  <a:lnTo>
                    <a:pt x="4533" y="1475"/>
                  </a:lnTo>
                  <a:lnTo>
                    <a:pt x="4315" y="1312"/>
                  </a:lnTo>
                  <a:lnTo>
                    <a:pt x="4151" y="1257"/>
                  </a:lnTo>
                  <a:lnTo>
                    <a:pt x="3878" y="1257"/>
                  </a:lnTo>
                  <a:lnTo>
                    <a:pt x="3714" y="1366"/>
                  </a:lnTo>
                  <a:lnTo>
                    <a:pt x="3332" y="1639"/>
                  </a:lnTo>
                  <a:lnTo>
                    <a:pt x="3059" y="1967"/>
                  </a:lnTo>
                  <a:lnTo>
                    <a:pt x="2840" y="1421"/>
                  </a:lnTo>
                  <a:lnTo>
                    <a:pt x="2458" y="875"/>
                  </a:lnTo>
                  <a:lnTo>
                    <a:pt x="2294" y="656"/>
                  </a:lnTo>
                  <a:lnTo>
                    <a:pt x="2021" y="438"/>
                  </a:lnTo>
                  <a:lnTo>
                    <a:pt x="1803" y="219"/>
                  </a:lnTo>
                  <a:lnTo>
                    <a:pt x="1475" y="55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6"/>
            <p:cNvSpPr/>
            <p:nvPr/>
          </p:nvSpPr>
          <p:spPr>
            <a:xfrm>
              <a:off x="1779650" y="1235400"/>
              <a:ext cx="116075" cy="258100"/>
            </a:xfrm>
            <a:custGeom>
              <a:rect b="b" l="l" r="r" t="t"/>
              <a:pathLst>
                <a:path extrusionOk="0" fill="none" h="10324" w="4643">
                  <a:moveTo>
                    <a:pt x="874" y="10323"/>
                  </a:moveTo>
                  <a:lnTo>
                    <a:pt x="3004" y="9504"/>
                  </a:lnTo>
                  <a:lnTo>
                    <a:pt x="3769" y="7975"/>
                  </a:lnTo>
                  <a:lnTo>
                    <a:pt x="3769" y="7975"/>
                  </a:lnTo>
                  <a:lnTo>
                    <a:pt x="3386" y="4370"/>
                  </a:lnTo>
                  <a:lnTo>
                    <a:pt x="3386" y="4370"/>
                  </a:lnTo>
                  <a:lnTo>
                    <a:pt x="3496" y="3878"/>
                  </a:lnTo>
                  <a:lnTo>
                    <a:pt x="3660" y="3332"/>
                  </a:lnTo>
                  <a:lnTo>
                    <a:pt x="3769" y="3059"/>
                  </a:lnTo>
                  <a:lnTo>
                    <a:pt x="3933" y="2786"/>
                  </a:lnTo>
                  <a:lnTo>
                    <a:pt x="4151" y="2513"/>
                  </a:lnTo>
                  <a:lnTo>
                    <a:pt x="4370" y="2295"/>
                  </a:lnTo>
                  <a:lnTo>
                    <a:pt x="4370" y="2295"/>
                  </a:lnTo>
                  <a:lnTo>
                    <a:pt x="4533" y="2131"/>
                  </a:lnTo>
                  <a:lnTo>
                    <a:pt x="4643" y="1912"/>
                  </a:lnTo>
                  <a:lnTo>
                    <a:pt x="4588" y="1694"/>
                  </a:lnTo>
                  <a:lnTo>
                    <a:pt x="4533" y="1475"/>
                  </a:lnTo>
                  <a:lnTo>
                    <a:pt x="4533" y="1475"/>
                  </a:lnTo>
                  <a:lnTo>
                    <a:pt x="4315" y="1312"/>
                  </a:lnTo>
                  <a:lnTo>
                    <a:pt x="4151" y="1257"/>
                  </a:lnTo>
                  <a:lnTo>
                    <a:pt x="3878" y="1257"/>
                  </a:lnTo>
                  <a:lnTo>
                    <a:pt x="3714" y="1366"/>
                  </a:lnTo>
                  <a:lnTo>
                    <a:pt x="3714" y="1366"/>
                  </a:lnTo>
                  <a:lnTo>
                    <a:pt x="3332" y="1639"/>
                  </a:lnTo>
                  <a:lnTo>
                    <a:pt x="3059" y="1967"/>
                  </a:lnTo>
                  <a:lnTo>
                    <a:pt x="3059" y="1967"/>
                  </a:lnTo>
                  <a:lnTo>
                    <a:pt x="2840" y="1421"/>
                  </a:lnTo>
                  <a:lnTo>
                    <a:pt x="2458" y="875"/>
                  </a:lnTo>
                  <a:lnTo>
                    <a:pt x="2294" y="656"/>
                  </a:lnTo>
                  <a:lnTo>
                    <a:pt x="2021" y="438"/>
                  </a:lnTo>
                  <a:lnTo>
                    <a:pt x="1803" y="219"/>
                  </a:lnTo>
                  <a:lnTo>
                    <a:pt x="1475" y="55"/>
                  </a:lnTo>
                  <a:lnTo>
                    <a:pt x="1475" y="55"/>
                  </a:lnTo>
                  <a:lnTo>
                    <a:pt x="1256" y="1"/>
                  </a:lnTo>
                  <a:lnTo>
                    <a:pt x="1038" y="1"/>
                  </a:lnTo>
                  <a:lnTo>
                    <a:pt x="820" y="110"/>
                  </a:lnTo>
                  <a:lnTo>
                    <a:pt x="710" y="328"/>
                  </a:lnTo>
                  <a:lnTo>
                    <a:pt x="710" y="328"/>
                  </a:lnTo>
                  <a:lnTo>
                    <a:pt x="601" y="547"/>
                  </a:lnTo>
                  <a:lnTo>
                    <a:pt x="656" y="765"/>
                  </a:lnTo>
                  <a:lnTo>
                    <a:pt x="765" y="984"/>
                  </a:lnTo>
                  <a:lnTo>
                    <a:pt x="929" y="1093"/>
                  </a:lnTo>
                  <a:lnTo>
                    <a:pt x="929" y="1093"/>
                  </a:lnTo>
                  <a:lnTo>
                    <a:pt x="1147" y="1257"/>
                  </a:lnTo>
                  <a:lnTo>
                    <a:pt x="1366" y="1366"/>
                  </a:lnTo>
                  <a:lnTo>
                    <a:pt x="1693" y="1748"/>
                  </a:lnTo>
                  <a:lnTo>
                    <a:pt x="1912" y="2240"/>
                  </a:lnTo>
                  <a:lnTo>
                    <a:pt x="2076" y="2677"/>
                  </a:lnTo>
                  <a:lnTo>
                    <a:pt x="2130" y="3168"/>
                  </a:lnTo>
                  <a:lnTo>
                    <a:pt x="2185" y="3660"/>
                  </a:lnTo>
                  <a:lnTo>
                    <a:pt x="2240" y="4370"/>
                  </a:lnTo>
                  <a:lnTo>
                    <a:pt x="2240" y="4370"/>
                  </a:lnTo>
                  <a:lnTo>
                    <a:pt x="219" y="6118"/>
                  </a:lnTo>
                  <a:lnTo>
                    <a:pt x="219" y="6118"/>
                  </a:lnTo>
                  <a:lnTo>
                    <a:pt x="110" y="6227"/>
                  </a:lnTo>
                  <a:lnTo>
                    <a:pt x="55" y="6336"/>
                  </a:lnTo>
                  <a:lnTo>
                    <a:pt x="0" y="6500"/>
                  </a:lnTo>
                  <a:lnTo>
                    <a:pt x="0" y="6664"/>
                  </a:lnTo>
                  <a:lnTo>
                    <a:pt x="874" y="1032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6"/>
            <p:cNvSpPr/>
            <p:nvPr/>
          </p:nvSpPr>
          <p:spPr>
            <a:xfrm>
              <a:off x="1801500" y="14934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6"/>
            <p:cNvSpPr/>
            <p:nvPr/>
          </p:nvSpPr>
          <p:spPr>
            <a:xfrm>
              <a:off x="2074575" y="1242225"/>
              <a:ext cx="118800" cy="195275"/>
            </a:xfrm>
            <a:custGeom>
              <a:rect b="b" l="l" r="r" t="t"/>
              <a:pathLst>
                <a:path extrusionOk="0" h="7811" w="4752">
                  <a:moveTo>
                    <a:pt x="4151" y="1"/>
                  </a:moveTo>
                  <a:lnTo>
                    <a:pt x="3933" y="110"/>
                  </a:lnTo>
                  <a:lnTo>
                    <a:pt x="3605" y="274"/>
                  </a:lnTo>
                  <a:lnTo>
                    <a:pt x="3332" y="438"/>
                  </a:lnTo>
                  <a:lnTo>
                    <a:pt x="3113" y="656"/>
                  </a:lnTo>
                  <a:lnTo>
                    <a:pt x="2895" y="929"/>
                  </a:lnTo>
                  <a:lnTo>
                    <a:pt x="2567" y="1475"/>
                  </a:lnTo>
                  <a:lnTo>
                    <a:pt x="2349" y="2022"/>
                  </a:lnTo>
                  <a:lnTo>
                    <a:pt x="2021" y="1694"/>
                  </a:lnTo>
                  <a:lnTo>
                    <a:pt x="1693" y="1421"/>
                  </a:lnTo>
                  <a:lnTo>
                    <a:pt x="1475" y="1312"/>
                  </a:lnTo>
                  <a:lnTo>
                    <a:pt x="1256" y="1312"/>
                  </a:lnTo>
                  <a:lnTo>
                    <a:pt x="1038" y="1366"/>
                  </a:lnTo>
                  <a:lnTo>
                    <a:pt x="874" y="1530"/>
                  </a:lnTo>
                  <a:lnTo>
                    <a:pt x="765" y="1749"/>
                  </a:lnTo>
                  <a:lnTo>
                    <a:pt x="765" y="1967"/>
                  </a:lnTo>
                  <a:lnTo>
                    <a:pt x="820" y="2185"/>
                  </a:lnTo>
                  <a:lnTo>
                    <a:pt x="983" y="2349"/>
                  </a:lnTo>
                  <a:lnTo>
                    <a:pt x="1202" y="2513"/>
                  </a:lnTo>
                  <a:lnTo>
                    <a:pt x="1366" y="2677"/>
                  </a:lnTo>
                  <a:lnTo>
                    <a:pt x="1639" y="3114"/>
                  </a:lnTo>
                  <a:lnTo>
                    <a:pt x="1803" y="3551"/>
                  </a:lnTo>
                  <a:lnTo>
                    <a:pt x="1912" y="3988"/>
                  </a:lnTo>
                  <a:lnTo>
                    <a:pt x="0" y="3551"/>
                  </a:lnTo>
                  <a:lnTo>
                    <a:pt x="328" y="5899"/>
                  </a:lnTo>
                  <a:lnTo>
                    <a:pt x="3223" y="7811"/>
                  </a:lnTo>
                  <a:lnTo>
                    <a:pt x="3168" y="4425"/>
                  </a:lnTo>
                  <a:lnTo>
                    <a:pt x="3223" y="3660"/>
                  </a:lnTo>
                  <a:lnTo>
                    <a:pt x="3223" y="3223"/>
                  </a:lnTo>
                  <a:lnTo>
                    <a:pt x="3332" y="2732"/>
                  </a:lnTo>
                  <a:lnTo>
                    <a:pt x="3496" y="2240"/>
                  </a:lnTo>
                  <a:lnTo>
                    <a:pt x="3714" y="1803"/>
                  </a:lnTo>
                  <a:lnTo>
                    <a:pt x="4042" y="1421"/>
                  </a:lnTo>
                  <a:lnTo>
                    <a:pt x="4206" y="1257"/>
                  </a:lnTo>
                  <a:lnTo>
                    <a:pt x="4424" y="1148"/>
                  </a:lnTo>
                  <a:lnTo>
                    <a:pt x="4643" y="984"/>
                  </a:lnTo>
                  <a:lnTo>
                    <a:pt x="4752" y="820"/>
                  </a:lnTo>
                  <a:lnTo>
                    <a:pt x="4752" y="602"/>
                  </a:lnTo>
                  <a:lnTo>
                    <a:pt x="4697" y="329"/>
                  </a:lnTo>
                  <a:lnTo>
                    <a:pt x="4588" y="165"/>
                  </a:lnTo>
                  <a:lnTo>
                    <a:pt x="4370" y="55"/>
                  </a:lnTo>
                  <a:lnTo>
                    <a:pt x="4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6"/>
            <p:cNvSpPr/>
            <p:nvPr/>
          </p:nvSpPr>
          <p:spPr>
            <a:xfrm>
              <a:off x="2074575" y="1242225"/>
              <a:ext cx="118800" cy="195275"/>
            </a:xfrm>
            <a:custGeom>
              <a:rect b="b" l="l" r="r" t="t"/>
              <a:pathLst>
                <a:path extrusionOk="0" fill="none" h="7811" w="4752">
                  <a:moveTo>
                    <a:pt x="328" y="5899"/>
                  </a:moveTo>
                  <a:lnTo>
                    <a:pt x="3223" y="7811"/>
                  </a:lnTo>
                  <a:lnTo>
                    <a:pt x="3223" y="7811"/>
                  </a:lnTo>
                  <a:lnTo>
                    <a:pt x="3168" y="4425"/>
                  </a:lnTo>
                  <a:lnTo>
                    <a:pt x="3168" y="4425"/>
                  </a:lnTo>
                  <a:lnTo>
                    <a:pt x="3223" y="3660"/>
                  </a:lnTo>
                  <a:lnTo>
                    <a:pt x="3223" y="3223"/>
                  </a:lnTo>
                  <a:lnTo>
                    <a:pt x="3332" y="2732"/>
                  </a:lnTo>
                  <a:lnTo>
                    <a:pt x="3496" y="2240"/>
                  </a:lnTo>
                  <a:lnTo>
                    <a:pt x="3714" y="1803"/>
                  </a:lnTo>
                  <a:lnTo>
                    <a:pt x="4042" y="1421"/>
                  </a:lnTo>
                  <a:lnTo>
                    <a:pt x="4206" y="1257"/>
                  </a:lnTo>
                  <a:lnTo>
                    <a:pt x="4424" y="1148"/>
                  </a:lnTo>
                  <a:lnTo>
                    <a:pt x="4424" y="1148"/>
                  </a:lnTo>
                  <a:lnTo>
                    <a:pt x="4643" y="984"/>
                  </a:lnTo>
                  <a:lnTo>
                    <a:pt x="4752" y="820"/>
                  </a:lnTo>
                  <a:lnTo>
                    <a:pt x="4752" y="602"/>
                  </a:lnTo>
                  <a:lnTo>
                    <a:pt x="4697" y="329"/>
                  </a:lnTo>
                  <a:lnTo>
                    <a:pt x="4697" y="329"/>
                  </a:lnTo>
                  <a:lnTo>
                    <a:pt x="4588" y="165"/>
                  </a:lnTo>
                  <a:lnTo>
                    <a:pt x="4370" y="55"/>
                  </a:lnTo>
                  <a:lnTo>
                    <a:pt x="4151" y="1"/>
                  </a:lnTo>
                  <a:lnTo>
                    <a:pt x="3933" y="110"/>
                  </a:lnTo>
                  <a:lnTo>
                    <a:pt x="3933" y="110"/>
                  </a:lnTo>
                  <a:lnTo>
                    <a:pt x="3605" y="274"/>
                  </a:lnTo>
                  <a:lnTo>
                    <a:pt x="3332" y="438"/>
                  </a:lnTo>
                  <a:lnTo>
                    <a:pt x="3113" y="656"/>
                  </a:lnTo>
                  <a:lnTo>
                    <a:pt x="2895" y="929"/>
                  </a:lnTo>
                  <a:lnTo>
                    <a:pt x="2567" y="1475"/>
                  </a:lnTo>
                  <a:lnTo>
                    <a:pt x="2349" y="2022"/>
                  </a:lnTo>
                  <a:lnTo>
                    <a:pt x="2349" y="2022"/>
                  </a:lnTo>
                  <a:lnTo>
                    <a:pt x="2021" y="1694"/>
                  </a:lnTo>
                  <a:lnTo>
                    <a:pt x="1693" y="1421"/>
                  </a:lnTo>
                  <a:lnTo>
                    <a:pt x="1693" y="1421"/>
                  </a:lnTo>
                  <a:lnTo>
                    <a:pt x="1475" y="1312"/>
                  </a:lnTo>
                  <a:lnTo>
                    <a:pt x="1256" y="1312"/>
                  </a:lnTo>
                  <a:lnTo>
                    <a:pt x="1038" y="1366"/>
                  </a:lnTo>
                  <a:lnTo>
                    <a:pt x="874" y="1530"/>
                  </a:lnTo>
                  <a:lnTo>
                    <a:pt x="874" y="1530"/>
                  </a:lnTo>
                  <a:lnTo>
                    <a:pt x="765" y="1749"/>
                  </a:lnTo>
                  <a:lnTo>
                    <a:pt x="765" y="1967"/>
                  </a:lnTo>
                  <a:lnTo>
                    <a:pt x="820" y="2185"/>
                  </a:lnTo>
                  <a:lnTo>
                    <a:pt x="983" y="2349"/>
                  </a:lnTo>
                  <a:lnTo>
                    <a:pt x="983" y="2349"/>
                  </a:lnTo>
                  <a:lnTo>
                    <a:pt x="1202" y="2513"/>
                  </a:lnTo>
                  <a:lnTo>
                    <a:pt x="1366" y="2677"/>
                  </a:lnTo>
                  <a:lnTo>
                    <a:pt x="1639" y="3114"/>
                  </a:lnTo>
                  <a:lnTo>
                    <a:pt x="1803" y="3551"/>
                  </a:lnTo>
                  <a:lnTo>
                    <a:pt x="1912" y="3988"/>
                  </a:lnTo>
                  <a:lnTo>
                    <a:pt x="0" y="3551"/>
                  </a:lnTo>
                  <a:lnTo>
                    <a:pt x="328" y="589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6"/>
            <p:cNvSpPr/>
            <p:nvPr/>
          </p:nvSpPr>
          <p:spPr>
            <a:xfrm>
              <a:off x="2082750" y="1389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6"/>
            <p:cNvSpPr/>
            <p:nvPr/>
          </p:nvSpPr>
          <p:spPr>
            <a:xfrm>
              <a:off x="1723675" y="1281825"/>
              <a:ext cx="502475" cy="390525"/>
            </a:xfrm>
            <a:custGeom>
              <a:rect b="b" l="l" r="r" t="t"/>
              <a:pathLst>
                <a:path extrusionOk="0" h="15621" w="20099">
                  <a:moveTo>
                    <a:pt x="8793" y="6937"/>
                  </a:moveTo>
                  <a:lnTo>
                    <a:pt x="9012" y="6991"/>
                  </a:lnTo>
                  <a:lnTo>
                    <a:pt x="9230" y="7101"/>
                  </a:lnTo>
                  <a:lnTo>
                    <a:pt x="9339" y="7265"/>
                  </a:lnTo>
                  <a:lnTo>
                    <a:pt x="9394" y="7538"/>
                  </a:lnTo>
                  <a:lnTo>
                    <a:pt x="9339" y="7756"/>
                  </a:lnTo>
                  <a:lnTo>
                    <a:pt x="9230" y="7920"/>
                  </a:lnTo>
                  <a:lnTo>
                    <a:pt x="8520" y="8575"/>
                  </a:lnTo>
                  <a:lnTo>
                    <a:pt x="8739" y="9012"/>
                  </a:lnTo>
                  <a:lnTo>
                    <a:pt x="9175" y="8903"/>
                  </a:lnTo>
                  <a:lnTo>
                    <a:pt x="9612" y="8848"/>
                  </a:lnTo>
                  <a:lnTo>
                    <a:pt x="10049" y="8794"/>
                  </a:lnTo>
                  <a:lnTo>
                    <a:pt x="10541" y="8848"/>
                  </a:lnTo>
                  <a:lnTo>
                    <a:pt x="10923" y="8903"/>
                  </a:lnTo>
                  <a:lnTo>
                    <a:pt x="11360" y="9012"/>
                  </a:lnTo>
                  <a:lnTo>
                    <a:pt x="11797" y="9176"/>
                  </a:lnTo>
                  <a:lnTo>
                    <a:pt x="12179" y="9340"/>
                  </a:lnTo>
                  <a:lnTo>
                    <a:pt x="12562" y="9613"/>
                  </a:lnTo>
                  <a:lnTo>
                    <a:pt x="12889" y="9831"/>
                  </a:lnTo>
                  <a:lnTo>
                    <a:pt x="13217" y="10159"/>
                  </a:lnTo>
                  <a:lnTo>
                    <a:pt x="13490" y="10487"/>
                  </a:lnTo>
                  <a:lnTo>
                    <a:pt x="13763" y="10869"/>
                  </a:lnTo>
                  <a:lnTo>
                    <a:pt x="13982" y="11251"/>
                  </a:lnTo>
                  <a:lnTo>
                    <a:pt x="14146" y="11634"/>
                  </a:lnTo>
                  <a:lnTo>
                    <a:pt x="14255" y="12071"/>
                  </a:lnTo>
                  <a:lnTo>
                    <a:pt x="15183" y="12289"/>
                  </a:lnTo>
                  <a:lnTo>
                    <a:pt x="15402" y="12344"/>
                  </a:lnTo>
                  <a:lnTo>
                    <a:pt x="15566" y="12508"/>
                  </a:lnTo>
                  <a:lnTo>
                    <a:pt x="15675" y="12726"/>
                  </a:lnTo>
                  <a:lnTo>
                    <a:pt x="15675" y="12945"/>
                  </a:lnTo>
                  <a:lnTo>
                    <a:pt x="15566" y="13163"/>
                  </a:lnTo>
                  <a:lnTo>
                    <a:pt x="15456" y="13327"/>
                  </a:lnTo>
                  <a:lnTo>
                    <a:pt x="15292" y="13382"/>
                  </a:lnTo>
                  <a:lnTo>
                    <a:pt x="15074" y="13436"/>
                  </a:lnTo>
                  <a:lnTo>
                    <a:pt x="14419" y="13327"/>
                  </a:lnTo>
                  <a:lnTo>
                    <a:pt x="14419" y="14474"/>
                  </a:lnTo>
                  <a:lnTo>
                    <a:pt x="13217" y="14474"/>
                  </a:lnTo>
                  <a:lnTo>
                    <a:pt x="13217" y="13163"/>
                  </a:lnTo>
                  <a:lnTo>
                    <a:pt x="13217" y="12835"/>
                  </a:lnTo>
                  <a:lnTo>
                    <a:pt x="13162" y="12508"/>
                  </a:lnTo>
                  <a:lnTo>
                    <a:pt x="12999" y="11907"/>
                  </a:lnTo>
                  <a:lnTo>
                    <a:pt x="12671" y="11361"/>
                  </a:lnTo>
                  <a:lnTo>
                    <a:pt x="12289" y="10924"/>
                  </a:lnTo>
                  <a:lnTo>
                    <a:pt x="11852" y="10541"/>
                  </a:lnTo>
                  <a:lnTo>
                    <a:pt x="11305" y="10214"/>
                  </a:lnTo>
                  <a:lnTo>
                    <a:pt x="10705" y="10050"/>
                  </a:lnTo>
                  <a:lnTo>
                    <a:pt x="10377" y="9995"/>
                  </a:lnTo>
                  <a:lnTo>
                    <a:pt x="9722" y="9995"/>
                  </a:lnTo>
                  <a:lnTo>
                    <a:pt x="9394" y="10050"/>
                  </a:lnTo>
                  <a:lnTo>
                    <a:pt x="8793" y="10214"/>
                  </a:lnTo>
                  <a:lnTo>
                    <a:pt x="8247" y="10541"/>
                  </a:lnTo>
                  <a:lnTo>
                    <a:pt x="7810" y="10924"/>
                  </a:lnTo>
                  <a:lnTo>
                    <a:pt x="7428" y="11361"/>
                  </a:lnTo>
                  <a:lnTo>
                    <a:pt x="7100" y="11907"/>
                  </a:lnTo>
                  <a:lnTo>
                    <a:pt x="6936" y="12508"/>
                  </a:lnTo>
                  <a:lnTo>
                    <a:pt x="6882" y="12835"/>
                  </a:lnTo>
                  <a:lnTo>
                    <a:pt x="6882" y="13163"/>
                  </a:lnTo>
                  <a:lnTo>
                    <a:pt x="6882" y="14474"/>
                  </a:lnTo>
                  <a:lnTo>
                    <a:pt x="5680" y="14474"/>
                  </a:lnTo>
                  <a:lnTo>
                    <a:pt x="5680" y="13272"/>
                  </a:lnTo>
                  <a:lnTo>
                    <a:pt x="4642" y="13709"/>
                  </a:lnTo>
                  <a:lnTo>
                    <a:pt x="4424" y="13764"/>
                  </a:lnTo>
                  <a:lnTo>
                    <a:pt x="4205" y="13709"/>
                  </a:lnTo>
                  <a:lnTo>
                    <a:pt x="3987" y="13600"/>
                  </a:lnTo>
                  <a:lnTo>
                    <a:pt x="3878" y="13382"/>
                  </a:lnTo>
                  <a:lnTo>
                    <a:pt x="3823" y="13163"/>
                  </a:lnTo>
                  <a:lnTo>
                    <a:pt x="3823" y="12945"/>
                  </a:lnTo>
                  <a:lnTo>
                    <a:pt x="3987" y="12781"/>
                  </a:lnTo>
                  <a:lnTo>
                    <a:pt x="4151" y="12617"/>
                  </a:lnTo>
                  <a:lnTo>
                    <a:pt x="5899" y="11907"/>
                  </a:lnTo>
                  <a:lnTo>
                    <a:pt x="6008" y="11525"/>
                  </a:lnTo>
                  <a:lnTo>
                    <a:pt x="6172" y="11197"/>
                  </a:lnTo>
                  <a:lnTo>
                    <a:pt x="6554" y="10541"/>
                  </a:lnTo>
                  <a:lnTo>
                    <a:pt x="7045" y="9995"/>
                  </a:lnTo>
                  <a:lnTo>
                    <a:pt x="7646" y="9504"/>
                  </a:lnTo>
                  <a:lnTo>
                    <a:pt x="7319" y="8685"/>
                  </a:lnTo>
                  <a:lnTo>
                    <a:pt x="7264" y="8521"/>
                  </a:lnTo>
                  <a:lnTo>
                    <a:pt x="7264" y="8357"/>
                  </a:lnTo>
                  <a:lnTo>
                    <a:pt x="7319" y="8193"/>
                  </a:lnTo>
                  <a:lnTo>
                    <a:pt x="7428" y="8029"/>
                  </a:lnTo>
                  <a:lnTo>
                    <a:pt x="8356" y="7101"/>
                  </a:lnTo>
                  <a:lnTo>
                    <a:pt x="8575" y="6991"/>
                  </a:lnTo>
                  <a:lnTo>
                    <a:pt x="8793" y="6937"/>
                  </a:lnTo>
                  <a:close/>
                  <a:moveTo>
                    <a:pt x="9995" y="1"/>
                  </a:moveTo>
                  <a:lnTo>
                    <a:pt x="9885" y="55"/>
                  </a:lnTo>
                  <a:lnTo>
                    <a:pt x="9722" y="110"/>
                  </a:lnTo>
                  <a:lnTo>
                    <a:pt x="6772" y="2131"/>
                  </a:lnTo>
                  <a:lnTo>
                    <a:pt x="8957" y="2950"/>
                  </a:lnTo>
                  <a:lnTo>
                    <a:pt x="9175" y="3059"/>
                  </a:lnTo>
                  <a:lnTo>
                    <a:pt x="9285" y="3278"/>
                  </a:lnTo>
                  <a:lnTo>
                    <a:pt x="9339" y="3496"/>
                  </a:lnTo>
                  <a:lnTo>
                    <a:pt x="9285" y="3715"/>
                  </a:lnTo>
                  <a:lnTo>
                    <a:pt x="9175" y="3933"/>
                  </a:lnTo>
                  <a:lnTo>
                    <a:pt x="9012" y="4042"/>
                  </a:lnTo>
                  <a:lnTo>
                    <a:pt x="8793" y="4097"/>
                  </a:lnTo>
                  <a:lnTo>
                    <a:pt x="8520" y="4042"/>
                  </a:lnTo>
                  <a:lnTo>
                    <a:pt x="6936" y="3441"/>
                  </a:lnTo>
                  <a:lnTo>
                    <a:pt x="6936" y="3441"/>
                  </a:lnTo>
                  <a:lnTo>
                    <a:pt x="7155" y="6172"/>
                  </a:lnTo>
                  <a:lnTo>
                    <a:pt x="7155" y="6336"/>
                  </a:lnTo>
                  <a:lnTo>
                    <a:pt x="7100" y="6500"/>
                  </a:lnTo>
                  <a:lnTo>
                    <a:pt x="6172" y="8411"/>
                  </a:lnTo>
                  <a:lnTo>
                    <a:pt x="6062" y="8575"/>
                  </a:lnTo>
                  <a:lnTo>
                    <a:pt x="5844" y="8685"/>
                  </a:lnTo>
                  <a:lnTo>
                    <a:pt x="3495" y="9558"/>
                  </a:lnTo>
                  <a:lnTo>
                    <a:pt x="4260" y="10378"/>
                  </a:lnTo>
                  <a:lnTo>
                    <a:pt x="4369" y="10541"/>
                  </a:lnTo>
                  <a:lnTo>
                    <a:pt x="4424" y="10760"/>
                  </a:lnTo>
                  <a:lnTo>
                    <a:pt x="4369" y="10978"/>
                  </a:lnTo>
                  <a:lnTo>
                    <a:pt x="4260" y="11197"/>
                  </a:lnTo>
                  <a:lnTo>
                    <a:pt x="4042" y="11306"/>
                  </a:lnTo>
                  <a:lnTo>
                    <a:pt x="3823" y="11361"/>
                  </a:lnTo>
                  <a:lnTo>
                    <a:pt x="3605" y="11306"/>
                  </a:lnTo>
                  <a:lnTo>
                    <a:pt x="3441" y="11197"/>
                  </a:lnTo>
                  <a:lnTo>
                    <a:pt x="2294" y="10050"/>
                  </a:lnTo>
                  <a:lnTo>
                    <a:pt x="1092" y="14474"/>
                  </a:lnTo>
                  <a:lnTo>
                    <a:pt x="601" y="14474"/>
                  </a:lnTo>
                  <a:lnTo>
                    <a:pt x="382" y="14528"/>
                  </a:lnTo>
                  <a:lnTo>
                    <a:pt x="164" y="14638"/>
                  </a:lnTo>
                  <a:lnTo>
                    <a:pt x="55" y="14802"/>
                  </a:lnTo>
                  <a:lnTo>
                    <a:pt x="0" y="15075"/>
                  </a:lnTo>
                  <a:lnTo>
                    <a:pt x="55" y="15293"/>
                  </a:lnTo>
                  <a:lnTo>
                    <a:pt x="164" y="15457"/>
                  </a:lnTo>
                  <a:lnTo>
                    <a:pt x="382" y="15566"/>
                  </a:lnTo>
                  <a:lnTo>
                    <a:pt x="601" y="15621"/>
                  </a:lnTo>
                  <a:lnTo>
                    <a:pt x="19498" y="15621"/>
                  </a:lnTo>
                  <a:lnTo>
                    <a:pt x="19716" y="15566"/>
                  </a:lnTo>
                  <a:lnTo>
                    <a:pt x="19935" y="15457"/>
                  </a:lnTo>
                  <a:lnTo>
                    <a:pt x="20044" y="15293"/>
                  </a:lnTo>
                  <a:lnTo>
                    <a:pt x="20099" y="15075"/>
                  </a:lnTo>
                  <a:lnTo>
                    <a:pt x="20044" y="14802"/>
                  </a:lnTo>
                  <a:lnTo>
                    <a:pt x="19935" y="14638"/>
                  </a:lnTo>
                  <a:lnTo>
                    <a:pt x="19716" y="14528"/>
                  </a:lnTo>
                  <a:lnTo>
                    <a:pt x="19498" y="14474"/>
                  </a:lnTo>
                  <a:lnTo>
                    <a:pt x="18897" y="14474"/>
                  </a:lnTo>
                  <a:lnTo>
                    <a:pt x="17696" y="11634"/>
                  </a:lnTo>
                  <a:lnTo>
                    <a:pt x="13162" y="8630"/>
                  </a:lnTo>
                  <a:lnTo>
                    <a:pt x="12999" y="8466"/>
                  </a:lnTo>
                  <a:lnTo>
                    <a:pt x="12944" y="8248"/>
                  </a:lnTo>
                  <a:lnTo>
                    <a:pt x="12944" y="8029"/>
                  </a:lnTo>
                  <a:lnTo>
                    <a:pt x="12999" y="7811"/>
                  </a:lnTo>
                  <a:lnTo>
                    <a:pt x="13162" y="7647"/>
                  </a:lnTo>
                  <a:lnTo>
                    <a:pt x="13381" y="7538"/>
                  </a:lnTo>
                  <a:lnTo>
                    <a:pt x="13599" y="7538"/>
                  </a:lnTo>
                  <a:lnTo>
                    <a:pt x="13818" y="7647"/>
                  </a:lnTo>
                  <a:lnTo>
                    <a:pt x="16931" y="9722"/>
                  </a:lnTo>
                  <a:lnTo>
                    <a:pt x="17149" y="7592"/>
                  </a:lnTo>
                  <a:lnTo>
                    <a:pt x="13818" y="5353"/>
                  </a:lnTo>
                  <a:lnTo>
                    <a:pt x="12562" y="6118"/>
                  </a:lnTo>
                  <a:lnTo>
                    <a:pt x="12398" y="6172"/>
                  </a:lnTo>
                  <a:lnTo>
                    <a:pt x="12234" y="6227"/>
                  </a:lnTo>
                  <a:lnTo>
                    <a:pt x="12016" y="6172"/>
                  </a:lnTo>
                  <a:lnTo>
                    <a:pt x="11415" y="5954"/>
                  </a:lnTo>
                  <a:lnTo>
                    <a:pt x="11196" y="5845"/>
                  </a:lnTo>
                  <a:lnTo>
                    <a:pt x="11087" y="5626"/>
                  </a:lnTo>
                  <a:lnTo>
                    <a:pt x="11032" y="5408"/>
                  </a:lnTo>
                  <a:lnTo>
                    <a:pt x="11087" y="5189"/>
                  </a:lnTo>
                  <a:lnTo>
                    <a:pt x="11196" y="4971"/>
                  </a:lnTo>
                  <a:lnTo>
                    <a:pt x="11360" y="4861"/>
                  </a:lnTo>
                  <a:lnTo>
                    <a:pt x="11579" y="4807"/>
                  </a:lnTo>
                  <a:lnTo>
                    <a:pt x="11852" y="4861"/>
                  </a:lnTo>
                  <a:lnTo>
                    <a:pt x="12179" y="4971"/>
                  </a:lnTo>
                  <a:lnTo>
                    <a:pt x="13162" y="4370"/>
                  </a:lnTo>
                  <a:lnTo>
                    <a:pt x="12780" y="1421"/>
                  </a:lnTo>
                  <a:lnTo>
                    <a:pt x="10322" y="110"/>
                  </a:lnTo>
                  <a:lnTo>
                    <a:pt x="101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56"/>
            <p:cNvSpPr/>
            <p:nvPr/>
          </p:nvSpPr>
          <p:spPr>
            <a:xfrm>
              <a:off x="1723675" y="1281825"/>
              <a:ext cx="502475" cy="390525"/>
            </a:xfrm>
            <a:custGeom>
              <a:rect b="b" l="l" r="r" t="t"/>
              <a:pathLst>
                <a:path extrusionOk="0" fill="none" h="15621" w="20099">
                  <a:moveTo>
                    <a:pt x="19498" y="14474"/>
                  </a:moveTo>
                  <a:lnTo>
                    <a:pt x="18897" y="14474"/>
                  </a:lnTo>
                  <a:lnTo>
                    <a:pt x="17696" y="11634"/>
                  </a:lnTo>
                  <a:lnTo>
                    <a:pt x="13162" y="8630"/>
                  </a:lnTo>
                  <a:lnTo>
                    <a:pt x="13162" y="8630"/>
                  </a:lnTo>
                  <a:lnTo>
                    <a:pt x="12999" y="8466"/>
                  </a:lnTo>
                  <a:lnTo>
                    <a:pt x="12944" y="8248"/>
                  </a:lnTo>
                  <a:lnTo>
                    <a:pt x="12944" y="8029"/>
                  </a:lnTo>
                  <a:lnTo>
                    <a:pt x="12999" y="7811"/>
                  </a:lnTo>
                  <a:lnTo>
                    <a:pt x="12999" y="7811"/>
                  </a:lnTo>
                  <a:lnTo>
                    <a:pt x="13162" y="7647"/>
                  </a:lnTo>
                  <a:lnTo>
                    <a:pt x="13381" y="7538"/>
                  </a:lnTo>
                  <a:lnTo>
                    <a:pt x="13599" y="7538"/>
                  </a:lnTo>
                  <a:lnTo>
                    <a:pt x="13818" y="7647"/>
                  </a:lnTo>
                  <a:lnTo>
                    <a:pt x="16931" y="9722"/>
                  </a:lnTo>
                  <a:lnTo>
                    <a:pt x="17149" y="7592"/>
                  </a:lnTo>
                  <a:lnTo>
                    <a:pt x="13818" y="5353"/>
                  </a:lnTo>
                  <a:lnTo>
                    <a:pt x="12562" y="6118"/>
                  </a:lnTo>
                  <a:lnTo>
                    <a:pt x="12562" y="6118"/>
                  </a:lnTo>
                  <a:lnTo>
                    <a:pt x="12398" y="6172"/>
                  </a:lnTo>
                  <a:lnTo>
                    <a:pt x="12234" y="6227"/>
                  </a:lnTo>
                  <a:lnTo>
                    <a:pt x="12234" y="6227"/>
                  </a:lnTo>
                  <a:lnTo>
                    <a:pt x="12016" y="6172"/>
                  </a:lnTo>
                  <a:lnTo>
                    <a:pt x="11415" y="5954"/>
                  </a:lnTo>
                  <a:lnTo>
                    <a:pt x="11415" y="5954"/>
                  </a:lnTo>
                  <a:lnTo>
                    <a:pt x="11196" y="5845"/>
                  </a:lnTo>
                  <a:lnTo>
                    <a:pt x="11087" y="5626"/>
                  </a:lnTo>
                  <a:lnTo>
                    <a:pt x="11032" y="5408"/>
                  </a:lnTo>
                  <a:lnTo>
                    <a:pt x="11087" y="5189"/>
                  </a:lnTo>
                  <a:lnTo>
                    <a:pt x="11087" y="5189"/>
                  </a:lnTo>
                  <a:lnTo>
                    <a:pt x="11196" y="4971"/>
                  </a:lnTo>
                  <a:lnTo>
                    <a:pt x="11360" y="4861"/>
                  </a:lnTo>
                  <a:lnTo>
                    <a:pt x="11579" y="4807"/>
                  </a:lnTo>
                  <a:lnTo>
                    <a:pt x="11852" y="4861"/>
                  </a:lnTo>
                  <a:lnTo>
                    <a:pt x="12179" y="4971"/>
                  </a:lnTo>
                  <a:lnTo>
                    <a:pt x="13162" y="4370"/>
                  </a:lnTo>
                  <a:lnTo>
                    <a:pt x="12780" y="1421"/>
                  </a:lnTo>
                  <a:lnTo>
                    <a:pt x="10322" y="110"/>
                  </a:lnTo>
                  <a:lnTo>
                    <a:pt x="10322" y="110"/>
                  </a:lnTo>
                  <a:lnTo>
                    <a:pt x="10159" y="1"/>
                  </a:lnTo>
                  <a:lnTo>
                    <a:pt x="9995" y="1"/>
                  </a:lnTo>
                  <a:lnTo>
                    <a:pt x="9885" y="55"/>
                  </a:lnTo>
                  <a:lnTo>
                    <a:pt x="9722" y="110"/>
                  </a:lnTo>
                  <a:lnTo>
                    <a:pt x="6772" y="2131"/>
                  </a:lnTo>
                  <a:lnTo>
                    <a:pt x="8957" y="2950"/>
                  </a:lnTo>
                  <a:lnTo>
                    <a:pt x="8957" y="2950"/>
                  </a:lnTo>
                  <a:lnTo>
                    <a:pt x="9175" y="3059"/>
                  </a:lnTo>
                  <a:lnTo>
                    <a:pt x="9285" y="3278"/>
                  </a:lnTo>
                  <a:lnTo>
                    <a:pt x="9339" y="3496"/>
                  </a:lnTo>
                  <a:lnTo>
                    <a:pt x="9285" y="3715"/>
                  </a:lnTo>
                  <a:lnTo>
                    <a:pt x="9285" y="3715"/>
                  </a:lnTo>
                  <a:lnTo>
                    <a:pt x="9175" y="3933"/>
                  </a:lnTo>
                  <a:lnTo>
                    <a:pt x="9012" y="4042"/>
                  </a:lnTo>
                  <a:lnTo>
                    <a:pt x="8793" y="4097"/>
                  </a:lnTo>
                  <a:lnTo>
                    <a:pt x="8520" y="4042"/>
                  </a:lnTo>
                  <a:lnTo>
                    <a:pt x="6936" y="3441"/>
                  </a:lnTo>
                  <a:lnTo>
                    <a:pt x="7155" y="6172"/>
                  </a:lnTo>
                  <a:lnTo>
                    <a:pt x="7155" y="6172"/>
                  </a:lnTo>
                  <a:lnTo>
                    <a:pt x="7155" y="6336"/>
                  </a:lnTo>
                  <a:lnTo>
                    <a:pt x="7100" y="6500"/>
                  </a:lnTo>
                  <a:lnTo>
                    <a:pt x="6172" y="8411"/>
                  </a:lnTo>
                  <a:lnTo>
                    <a:pt x="6172" y="8411"/>
                  </a:lnTo>
                  <a:lnTo>
                    <a:pt x="6062" y="8575"/>
                  </a:lnTo>
                  <a:lnTo>
                    <a:pt x="5844" y="8685"/>
                  </a:lnTo>
                  <a:lnTo>
                    <a:pt x="3495" y="9558"/>
                  </a:lnTo>
                  <a:lnTo>
                    <a:pt x="4260" y="10378"/>
                  </a:lnTo>
                  <a:lnTo>
                    <a:pt x="4260" y="10378"/>
                  </a:lnTo>
                  <a:lnTo>
                    <a:pt x="4369" y="10541"/>
                  </a:lnTo>
                  <a:lnTo>
                    <a:pt x="4424" y="10760"/>
                  </a:lnTo>
                  <a:lnTo>
                    <a:pt x="4369" y="10978"/>
                  </a:lnTo>
                  <a:lnTo>
                    <a:pt x="4260" y="11197"/>
                  </a:lnTo>
                  <a:lnTo>
                    <a:pt x="4260" y="11197"/>
                  </a:lnTo>
                  <a:lnTo>
                    <a:pt x="4042" y="11306"/>
                  </a:lnTo>
                  <a:lnTo>
                    <a:pt x="3823" y="11361"/>
                  </a:lnTo>
                  <a:lnTo>
                    <a:pt x="3605" y="11306"/>
                  </a:lnTo>
                  <a:lnTo>
                    <a:pt x="3441" y="11197"/>
                  </a:lnTo>
                  <a:lnTo>
                    <a:pt x="2294" y="10050"/>
                  </a:lnTo>
                  <a:lnTo>
                    <a:pt x="1092" y="14474"/>
                  </a:lnTo>
                  <a:lnTo>
                    <a:pt x="601" y="14474"/>
                  </a:lnTo>
                  <a:lnTo>
                    <a:pt x="601" y="14474"/>
                  </a:lnTo>
                  <a:lnTo>
                    <a:pt x="382" y="14528"/>
                  </a:lnTo>
                  <a:lnTo>
                    <a:pt x="164" y="14638"/>
                  </a:lnTo>
                  <a:lnTo>
                    <a:pt x="55" y="14802"/>
                  </a:lnTo>
                  <a:lnTo>
                    <a:pt x="0" y="15075"/>
                  </a:lnTo>
                  <a:lnTo>
                    <a:pt x="0" y="15075"/>
                  </a:lnTo>
                  <a:lnTo>
                    <a:pt x="55" y="15293"/>
                  </a:lnTo>
                  <a:lnTo>
                    <a:pt x="164" y="15457"/>
                  </a:lnTo>
                  <a:lnTo>
                    <a:pt x="382" y="15566"/>
                  </a:lnTo>
                  <a:lnTo>
                    <a:pt x="601" y="15621"/>
                  </a:lnTo>
                  <a:lnTo>
                    <a:pt x="19498" y="15621"/>
                  </a:lnTo>
                  <a:lnTo>
                    <a:pt x="19498" y="15621"/>
                  </a:lnTo>
                  <a:lnTo>
                    <a:pt x="19716" y="15566"/>
                  </a:lnTo>
                  <a:lnTo>
                    <a:pt x="19935" y="15457"/>
                  </a:lnTo>
                  <a:lnTo>
                    <a:pt x="20044" y="15293"/>
                  </a:lnTo>
                  <a:lnTo>
                    <a:pt x="20099" y="15075"/>
                  </a:lnTo>
                  <a:lnTo>
                    <a:pt x="20099" y="15075"/>
                  </a:lnTo>
                  <a:lnTo>
                    <a:pt x="20044" y="14802"/>
                  </a:lnTo>
                  <a:lnTo>
                    <a:pt x="19935" y="14638"/>
                  </a:lnTo>
                  <a:lnTo>
                    <a:pt x="19716" y="14528"/>
                  </a:lnTo>
                  <a:lnTo>
                    <a:pt x="19498" y="14474"/>
                  </a:lnTo>
                  <a:lnTo>
                    <a:pt x="19498" y="14474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6"/>
            <p:cNvSpPr/>
            <p:nvPr/>
          </p:nvSpPr>
          <p:spPr>
            <a:xfrm>
              <a:off x="1819250" y="1455225"/>
              <a:ext cx="296300" cy="188450"/>
            </a:xfrm>
            <a:custGeom>
              <a:rect b="b" l="l" r="r" t="t"/>
              <a:pathLst>
                <a:path extrusionOk="0" fill="none" h="7538" w="11852">
                  <a:moveTo>
                    <a:pt x="9394" y="7538"/>
                  </a:moveTo>
                  <a:lnTo>
                    <a:pt x="9394" y="6227"/>
                  </a:lnTo>
                  <a:lnTo>
                    <a:pt x="9394" y="6227"/>
                  </a:lnTo>
                  <a:lnTo>
                    <a:pt x="9394" y="5899"/>
                  </a:lnTo>
                  <a:lnTo>
                    <a:pt x="9339" y="5572"/>
                  </a:lnTo>
                  <a:lnTo>
                    <a:pt x="9176" y="4971"/>
                  </a:lnTo>
                  <a:lnTo>
                    <a:pt x="8848" y="4425"/>
                  </a:lnTo>
                  <a:lnTo>
                    <a:pt x="8466" y="3988"/>
                  </a:lnTo>
                  <a:lnTo>
                    <a:pt x="8029" y="3605"/>
                  </a:lnTo>
                  <a:lnTo>
                    <a:pt x="7482" y="3278"/>
                  </a:lnTo>
                  <a:lnTo>
                    <a:pt x="6882" y="3114"/>
                  </a:lnTo>
                  <a:lnTo>
                    <a:pt x="6554" y="3059"/>
                  </a:lnTo>
                  <a:lnTo>
                    <a:pt x="6226" y="3059"/>
                  </a:lnTo>
                  <a:lnTo>
                    <a:pt x="6226" y="3059"/>
                  </a:lnTo>
                  <a:lnTo>
                    <a:pt x="5899" y="3059"/>
                  </a:lnTo>
                  <a:lnTo>
                    <a:pt x="5571" y="3114"/>
                  </a:lnTo>
                  <a:lnTo>
                    <a:pt x="4970" y="3278"/>
                  </a:lnTo>
                  <a:lnTo>
                    <a:pt x="4424" y="3605"/>
                  </a:lnTo>
                  <a:lnTo>
                    <a:pt x="3987" y="3988"/>
                  </a:lnTo>
                  <a:lnTo>
                    <a:pt x="3605" y="4425"/>
                  </a:lnTo>
                  <a:lnTo>
                    <a:pt x="3277" y="4971"/>
                  </a:lnTo>
                  <a:lnTo>
                    <a:pt x="3113" y="5572"/>
                  </a:lnTo>
                  <a:lnTo>
                    <a:pt x="3059" y="5899"/>
                  </a:lnTo>
                  <a:lnTo>
                    <a:pt x="3059" y="6227"/>
                  </a:lnTo>
                  <a:lnTo>
                    <a:pt x="3059" y="7538"/>
                  </a:lnTo>
                  <a:lnTo>
                    <a:pt x="1857" y="7538"/>
                  </a:lnTo>
                  <a:lnTo>
                    <a:pt x="1857" y="6336"/>
                  </a:lnTo>
                  <a:lnTo>
                    <a:pt x="819" y="6773"/>
                  </a:lnTo>
                  <a:lnTo>
                    <a:pt x="819" y="6773"/>
                  </a:lnTo>
                  <a:lnTo>
                    <a:pt x="601" y="6828"/>
                  </a:lnTo>
                  <a:lnTo>
                    <a:pt x="382" y="6773"/>
                  </a:lnTo>
                  <a:lnTo>
                    <a:pt x="164" y="6664"/>
                  </a:lnTo>
                  <a:lnTo>
                    <a:pt x="55" y="6446"/>
                  </a:lnTo>
                  <a:lnTo>
                    <a:pt x="55" y="6446"/>
                  </a:lnTo>
                  <a:lnTo>
                    <a:pt x="0" y="6227"/>
                  </a:lnTo>
                  <a:lnTo>
                    <a:pt x="0" y="6009"/>
                  </a:lnTo>
                  <a:lnTo>
                    <a:pt x="164" y="5845"/>
                  </a:lnTo>
                  <a:lnTo>
                    <a:pt x="328" y="5681"/>
                  </a:lnTo>
                  <a:lnTo>
                    <a:pt x="2076" y="4971"/>
                  </a:lnTo>
                  <a:lnTo>
                    <a:pt x="2076" y="4971"/>
                  </a:lnTo>
                  <a:lnTo>
                    <a:pt x="2185" y="4589"/>
                  </a:lnTo>
                  <a:lnTo>
                    <a:pt x="2349" y="4261"/>
                  </a:lnTo>
                  <a:lnTo>
                    <a:pt x="2731" y="3605"/>
                  </a:lnTo>
                  <a:lnTo>
                    <a:pt x="3222" y="3059"/>
                  </a:lnTo>
                  <a:lnTo>
                    <a:pt x="3823" y="2568"/>
                  </a:lnTo>
                  <a:lnTo>
                    <a:pt x="3496" y="1749"/>
                  </a:lnTo>
                  <a:lnTo>
                    <a:pt x="3496" y="1749"/>
                  </a:lnTo>
                  <a:lnTo>
                    <a:pt x="3441" y="1585"/>
                  </a:lnTo>
                  <a:lnTo>
                    <a:pt x="3441" y="1421"/>
                  </a:lnTo>
                  <a:lnTo>
                    <a:pt x="3496" y="1257"/>
                  </a:lnTo>
                  <a:lnTo>
                    <a:pt x="3605" y="1093"/>
                  </a:lnTo>
                  <a:lnTo>
                    <a:pt x="4533" y="165"/>
                  </a:lnTo>
                  <a:lnTo>
                    <a:pt x="4533" y="165"/>
                  </a:lnTo>
                  <a:lnTo>
                    <a:pt x="4752" y="55"/>
                  </a:lnTo>
                  <a:lnTo>
                    <a:pt x="4970" y="1"/>
                  </a:lnTo>
                  <a:lnTo>
                    <a:pt x="5189" y="55"/>
                  </a:lnTo>
                  <a:lnTo>
                    <a:pt x="5407" y="165"/>
                  </a:lnTo>
                  <a:lnTo>
                    <a:pt x="5407" y="165"/>
                  </a:lnTo>
                  <a:lnTo>
                    <a:pt x="5516" y="329"/>
                  </a:lnTo>
                  <a:lnTo>
                    <a:pt x="5571" y="602"/>
                  </a:lnTo>
                  <a:lnTo>
                    <a:pt x="5516" y="820"/>
                  </a:lnTo>
                  <a:lnTo>
                    <a:pt x="5407" y="984"/>
                  </a:lnTo>
                  <a:lnTo>
                    <a:pt x="4697" y="1639"/>
                  </a:lnTo>
                  <a:lnTo>
                    <a:pt x="4916" y="2076"/>
                  </a:lnTo>
                  <a:lnTo>
                    <a:pt x="4916" y="2076"/>
                  </a:lnTo>
                  <a:lnTo>
                    <a:pt x="5352" y="1967"/>
                  </a:lnTo>
                  <a:lnTo>
                    <a:pt x="5789" y="1912"/>
                  </a:lnTo>
                  <a:lnTo>
                    <a:pt x="6226" y="1858"/>
                  </a:lnTo>
                  <a:lnTo>
                    <a:pt x="6718" y="1912"/>
                  </a:lnTo>
                  <a:lnTo>
                    <a:pt x="7100" y="1967"/>
                  </a:lnTo>
                  <a:lnTo>
                    <a:pt x="7537" y="2076"/>
                  </a:lnTo>
                  <a:lnTo>
                    <a:pt x="7974" y="2240"/>
                  </a:lnTo>
                  <a:lnTo>
                    <a:pt x="8356" y="2404"/>
                  </a:lnTo>
                  <a:lnTo>
                    <a:pt x="8739" y="2677"/>
                  </a:lnTo>
                  <a:lnTo>
                    <a:pt x="9066" y="2895"/>
                  </a:lnTo>
                  <a:lnTo>
                    <a:pt x="9394" y="3223"/>
                  </a:lnTo>
                  <a:lnTo>
                    <a:pt x="9667" y="3551"/>
                  </a:lnTo>
                  <a:lnTo>
                    <a:pt x="9940" y="3933"/>
                  </a:lnTo>
                  <a:lnTo>
                    <a:pt x="10159" y="4315"/>
                  </a:lnTo>
                  <a:lnTo>
                    <a:pt x="10323" y="4698"/>
                  </a:lnTo>
                  <a:lnTo>
                    <a:pt x="10432" y="5135"/>
                  </a:lnTo>
                  <a:lnTo>
                    <a:pt x="11360" y="5353"/>
                  </a:lnTo>
                  <a:lnTo>
                    <a:pt x="11360" y="5353"/>
                  </a:lnTo>
                  <a:lnTo>
                    <a:pt x="11579" y="5408"/>
                  </a:lnTo>
                  <a:lnTo>
                    <a:pt x="11743" y="5572"/>
                  </a:lnTo>
                  <a:lnTo>
                    <a:pt x="11852" y="5790"/>
                  </a:lnTo>
                  <a:lnTo>
                    <a:pt x="11852" y="6009"/>
                  </a:lnTo>
                  <a:lnTo>
                    <a:pt x="11852" y="6009"/>
                  </a:lnTo>
                  <a:lnTo>
                    <a:pt x="11743" y="6227"/>
                  </a:lnTo>
                  <a:lnTo>
                    <a:pt x="11633" y="6391"/>
                  </a:lnTo>
                  <a:lnTo>
                    <a:pt x="11469" y="6446"/>
                  </a:lnTo>
                  <a:lnTo>
                    <a:pt x="11251" y="6500"/>
                  </a:lnTo>
                  <a:lnTo>
                    <a:pt x="11251" y="6500"/>
                  </a:lnTo>
                  <a:lnTo>
                    <a:pt x="10596" y="6391"/>
                  </a:lnTo>
                  <a:lnTo>
                    <a:pt x="10596" y="7538"/>
                  </a:lnTo>
                  <a:lnTo>
                    <a:pt x="9394" y="7538"/>
                  </a:lnTo>
                  <a:lnTo>
                    <a:pt x="9394" y="753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6"/>
            <p:cNvSpPr/>
            <p:nvPr/>
          </p:nvSpPr>
          <p:spPr>
            <a:xfrm>
              <a:off x="2054100" y="16436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2" name="Google Shape;1202;p56"/>
          <p:cNvGrpSpPr/>
          <p:nvPr/>
        </p:nvGrpSpPr>
        <p:grpSpPr>
          <a:xfrm>
            <a:off x="6013446" y="1518377"/>
            <a:ext cx="514811" cy="514786"/>
            <a:chOff x="4667450" y="3310800"/>
            <a:chExt cx="502500" cy="502475"/>
          </a:xfrm>
        </p:grpSpPr>
        <p:sp>
          <p:nvSpPr>
            <p:cNvPr id="1203" name="Google Shape;1203;p56"/>
            <p:cNvSpPr/>
            <p:nvPr/>
          </p:nvSpPr>
          <p:spPr>
            <a:xfrm>
              <a:off x="4861350" y="3504675"/>
              <a:ext cx="114700" cy="114725"/>
            </a:xfrm>
            <a:custGeom>
              <a:rect b="b" l="l" r="r" t="t"/>
              <a:pathLst>
                <a:path extrusionOk="0" h="4589" w="4588">
                  <a:moveTo>
                    <a:pt x="2294" y="1"/>
                  </a:moveTo>
                  <a:lnTo>
                    <a:pt x="0" y="2295"/>
                  </a:lnTo>
                  <a:lnTo>
                    <a:pt x="2294" y="4588"/>
                  </a:lnTo>
                  <a:lnTo>
                    <a:pt x="4588" y="2295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6"/>
            <p:cNvSpPr/>
            <p:nvPr/>
          </p:nvSpPr>
          <p:spPr>
            <a:xfrm>
              <a:off x="4861350" y="3504675"/>
              <a:ext cx="114700" cy="114725"/>
            </a:xfrm>
            <a:custGeom>
              <a:rect b="b" l="l" r="r" t="t"/>
              <a:pathLst>
                <a:path extrusionOk="0" fill="none" h="4589" w="4588">
                  <a:moveTo>
                    <a:pt x="0" y="2295"/>
                  </a:moveTo>
                  <a:lnTo>
                    <a:pt x="2294" y="1"/>
                  </a:lnTo>
                  <a:lnTo>
                    <a:pt x="4588" y="2295"/>
                  </a:lnTo>
                  <a:lnTo>
                    <a:pt x="2294" y="4588"/>
                  </a:lnTo>
                  <a:lnTo>
                    <a:pt x="0" y="229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6"/>
            <p:cNvSpPr/>
            <p:nvPr/>
          </p:nvSpPr>
          <p:spPr>
            <a:xfrm>
              <a:off x="4861350" y="35620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6"/>
            <p:cNvSpPr/>
            <p:nvPr/>
          </p:nvSpPr>
          <p:spPr>
            <a:xfrm>
              <a:off x="4753475" y="3396825"/>
              <a:ext cx="330450" cy="330450"/>
            </a:xfrm>
            <a:custGeom>
              <a:rect b="b" l="l" r="r" t="t"/>
              <a:pathLst>
                <a:path extrusionOk="0" h="13218" w="13218">
                  <a:moveTo>
                    <a:pt x="3551" y="2895"/>
                  </a:moveTo>
                  <a:lnTo>
                    <a:pt x="3769" y="2949"/>
                  </a:lnTo>
                  <a:lnTo>
                    <a:pt x="3933" y="3168"/>
                  </a:lnTo>
                  <a:lnTo>
                    <a:pt x="4042" y="3332"/>
                  </a:lnTo>
                  <a:lnTo>
                    <a:pt x="4042" y="3496"/>
                  </a:lnTo>
                  <a:lnTo>
                    <a:pt x="4042" y="3605"/>
                  </a:lnTo>
                  <a:lnTo>
                    <a:pt x="3987" y="3769"/>
                  </a:lnTo>
                  <a:lnTo>
                    <a:pt x="3878" y="3878"/>
                  </a:lnTo>
                  <a:lnTo>
                    <a:pt x="3714" y="3987"/>
                  </a:lnTo>
                  <a:lnTo>
                    <a:pt x="3605" y="4042"/>
                  </a:lnTo>
                  <a:lnTo>
                    <a:pt x="3387" y="4042"/>
                  </a:lnTo>
                  <a:lnTo>
                    <a:pt x="3223" y="3987"/>
                  </a:lnTo>
                  <a:lnTo>
                    <a:pt x="3114" y="3932"/>
                  </a:lnTo>
                  <a:lnTo>
                    <a:pt x="3004" y="3769"/>
                  </a:lnTo>
                  <a:lnTo>
                    <a:pt x="2895" y="3659"/>
                  </a:lnTo>
                  <a:lnTo>
                    <a:pt x="2895" y="3496"/>
                  </a:lnTo>
                  <a:lnTo>
                    <a:pt x="2895" y="3332"/>
                  </a:lnTo>
                  <a:lnTo>
                    <a:pt x="2950" y="3168"/>
                  </a:lnTo>
                  <a:lnTo>
                    <a:pt x="3114" y="3004"/>
                  </a:lnTo>
                  <a:lnTo>
                    <a:pt x="3332" y="2895"/>
                  </a:lnTo>
                  <a:close/>
                  <a:moveTo>
                    <a:pt x="9886" y="2895"/>
                  </a:moveTo>
                  <a:lnTo>
                    <a:pt x="10050" y="3004"/>
                  </a:lnTo>
                  <a:lnTo>
                    <a:pt x="10214" y="3113"/>
                  </a:lnTo>
                  <a:lnTo>
                    <a:pt x="10323" y="3332"/>
                  </a:lnTo>
                  <a:lnTo>
                    <a:pt x="10323" y="3550"/>
                  </a:lnTo>
                  <a:lnTo>
                    <a:pt x="10268" y="3769"/>
                  </a:lnTo>
                  <a:lnTo>
                    <a:pt x="10104" y="3932"/>
                  </a:lnTo>
                  <a:lnTo>
                    <a:pt x="9941" y="4042"/>
                  </a:lnTo>
                  <a:lnTo>
                    <a:pt x="9668" y="4042"/>
                  </a:lnTo>
                  <a:lnTo>
                    <a:pt x="9449" y="3987"/>
                  </a:lnTo>
                  <a:lnTo>
                    <a:pt x="9285" y="3823"/>
                  </a:lnTo>
                  <a:lnTo>
                    <a:pt x="9176" y="3659"/>
                  </a:lnTo>
                  <a:lnTo>
                    <a:pt x="9176" y="3386"/>
                  </a:lnTo>
                  <a:lnTo>
                    <a:pt x="9231" y="3168"/>
                  </a:lnTo>
                  <a:lnTo>
                    <a:pt x="9394" y="3004"/>
                  </a:lnTo>
                  <a:lnTo>
                    <a:pt x="9613" y="2895"/>
                  </a:lnTo>
                  <a:close/>
                  <a:moveTo>
                    <a:pt x="3660" y="9176"/>
                  </a:moveTo>
                  <a:lnTo>
                    <a:pt x="3878" y="9339"/>
                  </a:lnTo>
                  <a:lnTo>
                    <a:pt x="3987" y="9503"/>
                  </a:lnTo>
                  <a:lnTo>
                    <a:pt x="4042" y="9667"/>
                  </a:lnTo>
                  <a:lnTo>
                    <a:pt x="4042" y="9831"/>
                  </a:lnTo>
                  <a:lnTo>
                    <a:pt x="3987" y="9995"/>
                  </a:lnTo>
                  <a:lnTo>
                    <a:pt x="3933" y="10104"/>
                  </a:lnTo>
                  <a:lnTo>
                    <a:pt x="3824" y="10213"/>
                  </a:lnTo>
                  <a:lnTo>
                    <a:pt x="3660" y="10322"/>
                  </a:lnTo>
                  <a:lnTo>
                    <a:pt x="3277" y="10322"/>
                  </a:lnTo>
                  <a:lnTo>
                    <a:pt x="3168" y="10268"/>
                  </a:lnTo>
                  <a:lnTo>
                    <a:pt x="3004" y="10159"/>
                  </a:lnTo>
                  <a:lnTo>
                    <a:pt x="2950" y="9995"/>
                  </a:lnTo>
                  <a:lnTo>
                    <a:pt x="2895" y="9831"/>
                  </a:lnTo>
                  <a:lnTo>
                    <a:pt x="2895" y="9667"/>
                  </a:lnTo>
                  <a:lnTo>
                    <a:pt x="2950" y="9503"/>
                  </a:lnTo>
                  <a:lnTo>
                    <a:pt x="3004" y="9394"/>
                  </a:lnTo>
                  <a:lnTo>
                    <a:pt x="3223" y="9230"/>
                  </a:lnTo>
                  <a:lnTo>
                    <a:pt x="3441" y="9176"/>
                  </a:lnTo>
                  <a:close/>
                  <a:moveTo>
                    <a:pt x="6609" y="2895"/>
                  </a:moveTo>
                  <a:lnTo>
                    <a:pt x="6828" y="2949"/>
                  </a:lnTo>
                  <a:lnTo>
                    <a:pt x="7046" y="3059"/>
                  </a:lnTo>
                  <a:lnTo>
                    <a:pt x="10159" y="6172"/>
                  </a:lnTo>
                  <a:lnTo>
                    <a:pt x="10268" y="6390"/>
                  </a:lnTo>
                  <a:lnTo>
                    <a:pt x="10323" y="6609"/>
                  </a:lnTo>
                  <a:lnTo>
                    <a:pt x="10268" y="6827"/>
                  </a:lnTo>
                  <a:lnTo>
                    <a:pt x="10159" y="7046"/>
                  </a:lnTo>
                  <a:lnTo>
                    <a:pt x="7046" y="10159"/>
                  </a:lnTo>
                  <a:lnTo>
                    <a:pt x="6828" y="10268"/>
                  </a:lnTo>
                  <a:lnTo>
                    <a:pt x="6609" y="10322"/>
                  </a:lnTo>
                  <a:lnTo>
                    <a:pt x="6391" y="10268"/>
                  </a:lnTo>
                  <a:lnTo>
                    <a:pt x="6172" y="10159"/>
                  </a:lnTo>
                  <a:lnTo>
                    <a:pt x="3059" y="7046"/>
                  </a:lnTo>
                  <a:lnTo>
                    <a:pt x="2950" y="6827"/>
                  </a:lnTo>
                  <a:lnTo>
                    <a:pt x="2895" y="6609"/>
                  </a:lnTo>
                  <a:lnTo>
                    <a:pt x="2950" y="6390"/>
                  </a:lnTo>
                  <a:lnTo>
                    <a:pt x="3059" y="6172"/>
                  </a:lnTo>
                  <a:lnTo>
                    <a:pt x="6172" y="3059"/>
                  </a:lnTo>
                  <a:lnTo>
                    <a:pt x="6391" y="2949"/>
                  </a:lnTo>
                  <a:lnTo>
                    <a:pt x="6609" y="2895"/>
                  </a:lnTo>
                  <a:close/>
                  <a:moveTo>
                    <a:pt x="9886" y="9176"/>
                  </a:moveTo>
                  <a:lnTo>
                    <a:pt x="10050" y="9230"/>
                  </a:lnTo>
                  <a:lnTo>
                    <a:pt x="10214" y="9394"/>
                  </a:lnTo>
                  <a:lnTo>
                    <a:pt x="10323" y="9612"/>
                  </a:lnTo>
                  <a:lnTo>
                    <a:pt x="10323" y="9831"/>
                  </a:lnTo>
                  <a:lnTo>
                    <a:pt x="10268" y="9995"/>
                  </a:lnTo>
                  <a:lnTo>
                    <a:pt x="10159" y="10213"/>
                  </a:lnTo>
                  <a:lnTo>
                    <a:pt x="9941" y="10322"/>
                  </a:lnTo>
                  <a:lnTo>
                    <a:pt x="9668" y="10322"/>
                  </a:lnTo>
                  <a:lnTo>
                    <a:pt x="9449" y="10268"/>
                  </a:lnTo>
                  <a:lnTo>
                    <a:pt x="9285" y="10104"/>
                  </a:lnTo>
                  <a:lnTo>
                    <a:pt x="9176" y="9940"/>
                  </a:lnTo>
                  <a:lnTo>
                    <a:pt x="9176" y="9667"/>
                  </a:lnTo>
                  <a:lnTo>
                    <a:pt x="9231" y="9449"/>
                  </a:lnTo>
                  <a:lnTo>
                    <a:pt x="9394" y="9285"/>
                  </a:lnTo>
                  <a:lnTo>
                    <a:pt x="9613" y="9176"/>
                  </a:lnTo>
                  <a:close/>
                  <a:moveTo>
                    <a:pt x="6008" y="0"/>
                  </a:moveTo>
                  <a:lnTo>
                    <a:pt x="5408" y="55"/>
                  </a:lnTo>
                  <a:lnTo>
                    <a:pt x="4861" y="219"/>
                  </a:lnTo>
                  <a:lnTo>
                    <a:pt x="4315" y="382"/>
                  </a:lnTo>
                  <a:lnTo>
                    <a:pt x="3769" y="601"/>
                  </a:lnTo>
                  <a:lnTo>
                    <a:pt x="3277" y="874"/>
                  </a:lnTo>
                  <a:lnTo>
                    <a:pt x="2786" y="1202"/>
                  </a:lnTo>
                  <a:lnTo>
                    <a:pt x="2349" y="1529"/>
                  </a:lnTo>
                  <a:lnTo>
                    <a:pt x="1912" y="1912"/>
                  </a:lnTo>
                  <a:lnTo>
                    <a:pt x="1530" y="2349"/>
                  </a:lnTo>
                  <a:lnTo>
                    <a:pt x="1202" y="2786"/>
                  </a:lnTo>
                  <a:lnTo>
                    <a:pt x="874" y="3277"/>
                  </a:lnTo>
                  <a:lnTo>
                    <a:pt x="601" y="3769"/>
                  </a:lnTo>
                  <a:lnTo>
                    <a:pt x="383" y="4315"/>
                  </a:lnTo>
                  <a:lnTo>
                    <a:pt x="219" y="4861"/>
                  </a:lnTo>
                  <a:lnTo>
                    <a:pt x="55" y="5407"/>
                  </a:lnTo>
                  <a:lnTo>
                    <a:pt x="1" y="6008"/>
                  </a:lnTo>
                  <a:lnTo>
                    <a:pt x="656" y="6008"/>
                  </a:lnTo>
                  <a:lnTo>
                    <a:pt x="874" y="6062"/>
                  </a:lnTo>
                  <a:lnTo>
                    <a:pt x="1038" y="6172"/>
                  </a:lnTo>
                  <a:lnTo>
                    <a:pt x="1202" y="6390"/>
                  </a:lnTo>
                  <a:lnTo>
                    <a:pt x="1257" y="6609"/>
                  </a:lnTo>
                  <a:lnTo>
                    <a:pt x="1202" y="6827"/>
                  </a:lnTo>
                  <a:lnTo>
                    <a:pt x="1038" y="7046"/>
                  </a:lnTo>
                  <a:lnTo>
                    <a:pt x="874" y="7155"/>
                  </a:lnTo>
                  <a:lnTo>
                    <a:pt x="656" y="7209"/>
                  </a:lnTo>
                  <a:lnTo>
                    <a:pt x="1" y="7209"/>
                  </a:lnTo>
                  <a:lnTo>
                    <a:pt x="55" y="7810"/>
                  </a:lnTo>
                  <a:lnTo>
                    <a:pt x="219" y="8356"/>
                  </a:lnTo>
                  <a:lnTo>
                    <a:pt x="383" y="8902"/>
                  </a:lnTo>
                  <a:lnTo>
                    <a:pt x="601" y="9449"/>
                  </a:lnTo>
                  <a:lnTo>
                    <a:pt x="874" y="9940"/>
                  </a:lnTo>
                  <a:lnTo>
                    <a:pt x="1202" y="10432"/>
                  </a:lnTo>
                  <a:lnTo>
                    <a:pt x="1530" y="10869"/>
                  </a:lnTo>
                  <a:lnTo>
                    <a:pt x="1912" y="11306"/>
                  </a:lnTo>
                  <a:lnTo>
                    <a:pt x="2349" y="11688"/>
                  </a:lnTo>
                  <a:lnTo>
                    <a:pt x="2786" y="12016"/>
                  </a:lnTo>
                  <a:lnTo>
                    <a:pt x="3277" y="12343"/>
                  </a:lnTo>
                  <a:lnTo>
                    <a:pt x="3769" y="12616"/>
                  </a:lnTo>
                  <a:lnTo>
                    <a:pt x="4315" y="12835"/>
                  </a:lnTo>
                  <a:lnTo>
                    <a:pt x="4861" y="12999"/>
                  </a:lnTo>
                  <a:lnTo>
                    <a:pt x="5408" y="13162"/>
                  </a:lnTo>
                  <a:lnTo>
                    <a:pt x="6008" y="13217"/>
                  </a:lnTo>
                  <a:lnTo>
                    <a:pt x="6008" y="12562"/>
                  </a:lnTo>
                  <a:lnTo>
                    <a:pt x="6063" y="12343"/>
                  </a:lnTo>
                  <a:lnTo>
                    <a:pt x="6172" y="12179"/>
                  </a:lnTo>
                  <a:lnTo>
                    <a:pt x="6391" y="12016"/>
                  </a:lnTo>
                  <a:lnTo>
                    <a:pt x="6609" y="11961"/>
                  </a:lnTo>
                  <a:lnTo>
                    <a:pt x="6828" y="12016"/>
                  </a:lnTo>
                  <a:lnTo>
                    <a:pt x="7046" y="12179"/>
                  </a:lnTo>
                  <a:lnTo>
                    <a:pt x="7155" y="12343"/>
                  </a:lnTo>
                  <a:lnTo>
                    <a:pt x="7210" y="12562"/>
                  </a:lnTo>
                  <a:lnTo>
                    <a:pt x="7210" y="13217"/>
                  </a:lnTo>
                  <a:lnTo>
                    <a:pt x="7811" y="13162"/>
                  </a:lnTo>
                  <a:lnTo>
                    <a:pt x="8357" y="12999"/>
                  </a:lnTo>
                  <a:lnTo>
                    <a:pt x="8903" y="12835"/>
                  </a:lnTo>
                  <a:lnTo>
                    <a:pt x="9449" y="12616"/>
                  </a:lnTo>
                  <a:lnTo>
                    <a:pt x="9941" y="12343"/>
                  </a:lnTo>
                  <a:lnTo>
                    <a:pt x="10432" y="12016"/>
                  </a:lnTo>
                  <a:lnTo>
                    <a:pt x="10869" y="11688"/>
                  </a:lnTo>
                  <a:lnTo>
                    <a:pt x="11306" y="11306"/>
                  </a:lnTo>
                  <a:lnTo>
                    <a:pt x="11688" y="10869"/>
                  </a:lnTo>
                  <a:lnTo>
                    <a:pt x="12016" y="10432"/>
                  </a:lnTo>
                  <a:lnTo>
                    <a:pt x="12344" y="9940"/>
                  </a:lnTo>
                  <a:lnTo>
                    <a:pt x="12617" y="9449"/>
                  </a:lnTo>
                  <a:lnTo>
                    <a:pt x="12835" y="8902"/>
                  </a:lnTo>
                  <a:lnTo>
                    <a:pt x="12999" y="8356"/>
                  </a:lnTo>
                  <a:lnTo>
                    <a:pt x="13163" y="7810"/>
                  </a:lnTo>
                  <a:lnTo>
                    <a:pt x="13218" y="7209"/>
                  </a:lnTo>
                  <a:lnTo>
                    <a:pt x="12562" y="7209"/>
                  </a:lnTo>
                  <a:lnTo>
                    <a:pt x="12344" y="7155"/>
                  </a:lnTo>
                  <a:lnTo>
                    <a:pt x="12180" y="7046"/>
                  </a:lnTo>
                  <a:lnTo>
                    <a:pt x="12016" y="6827"/>
                  </a:lnTo>
                  <a:lnTo>
                    <a:pt x="11961" y="6609"/>
                  </a:lnTo>
                  <a:lnTo>
                    <a:pt x="12016" y="6390"/>
                  </a:lnTo>
                  <a:lnTo>
                    <a:pt x="12180" y="6172"/>
                  </a:lnTo>
                  <a:lnTo>
                    <a:pt x="12344" y="6062"/>
                  </a:lnTo>
                  <a:lnTo>
                    <a:pt x="12562" y="6008"/>
                  </a:lnTo>
                  <a:lnTo>
                    <a:pt x="13218" y="6008"/>
                  </a:lnTo>
                  <a:lnTo>
                    <a:pt x="13163" y="5407"/>
                  </a:lnTo>
                  <a:lnTo>
                    <a:pt x="12999" y="4861"/>
                  </a:lnTo>
                  <a:lnTo>
                    <a:pt x="12835" y="4315"/>
                  </a:lnTo>
                  <a:lnTo>
                    <a:pt x="12617" y="3769"/>
                  </a:lnTo>
                  <a:lnTo>
                    <a:pt x="12344" y="3277"/>
                  </a:lnTo>
                  <a:lnTo>
                    <a:pt x="12016" y="2786"/>
                  </a:lnTo>
                  <a:lnTo>
                    <a:pt x="11688" y="2349"/>
                  </a:lnTo>
                  <a:lnTo>
                    <a:pt x="11306" y="1912"/>
                  </a:lnTo>
                  <a:lnTo>
                    <a:pt x="10869" y="1529"/>
                  </a:lnTo>
                  <a:lnTo>
                    <a:pt x="10432" y="1202"/>
                  </a:lnTo>
                  <a:lnTo>
                    <a:pt x="9941" y="874"/>
                  </a:lnTo>
                  <a:lnTo>
                    <a:pt x="9449" y="601"/>
                  </a:lnTo>
                  <a:lnTo>
                    <a:pt x="8903" y="382"/>
                  </a:lnTo>
                  <a:lnTo>
                    <a:pt x="8357" y="219"/>
                  </a:lnTo>
                  <a:lnTo>
                    <a:pt x="7811" y="55"/>
                  </a:lnTo>
                  <a:lnTo>
                    <a:pt x="7210" y="0"/>
                  </a:lnTo>
                  <a:lnTo>
                    <a:pt x="7210" y="656"/>
                  </a:lnTo>
                  <a:lnTo>
                    <a:pt x="7155" y="874"/>
                  </a:lnTo>
                  <a:lnTo>
                    <a:pt x="7046" y="1038"/>
                  </a:lnTo>
                  <a:lnTo>
                    <a:pt x="6828" y="1202"/>
                  </a:lnTo>
                  <a:lnTo>
                    <a:pt x="6609" y="1256"/>
                  </a:lnTo>
                  <a:lnTo>
                    <a:pt x="6391" y="1202"/>
                  </a:lnTo>
                  <a:lnTo>
                    <a:pt x="6172" y="1038"/>
                  </a:lnTo>
                  <a:lnTo>
                    <a:pt x="6063" y="874"/>
                  </a:lnTo>
                  <a:lnTo>
                    <a:pt x="6008" y="656"/>
                  </a:lnTo>
                  <a:lnTo>
                    <a:pt x="6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6"/>
            <p:cNvSpPr/>
            <p:nvPr/>
          </p:nvSpPr>
          <p:spPr>
            <a:xfrm>
              <a:off x="4753475" y="3396825"/>
              <a:ext cx="330450" cy="330450"/>
            </a:xfrm>
            <a:custGeom>
              <a:rect b="b" l="l" r="r" t="t"/>
              <a:pathLst>
                <a:path extrusionOk="0" fill="none" h="13218" w="13218">
                  <a:moveTo>
                    <a:pt x="12562" y="7209"/>
                  </a:moveTo>
                  <a:lnTo>
                    <a:pt x="12562" y="7209"/>
                  </a:lnTo>
                  <a:lnTo>
                    <a:pt x="12344" y="7155"/>
                  </a:lnTo>
                  <a:lnTo>
                    <a:pt x="12180" y="7046"/>
                  </a:lnTo>
                  <a:lnTo>
                    <a:pt x="12016" y="6827"/>
                  </a:lnTo>
                  <a:lnTo>
                    <a:pt x="11961" y="6609"/>
                  </a:lnTo>
                  <a:lnTo>
                    <a:pt x="11961" y="6609"/>
                  </a:lnTo>
                  <a:lnTo>
                    <a:pt x="12016" y="6390"/>
                  </a:lnTo>
                  <a:lnTo>
                    <a:pt x="12180" y="6172"/>
                  </a:lnTo>
                  <a:lnTo>
                    <a:pt x="12344" y="6062"/>
                  </a:lnTo>
                  <a:lnTo>
                    <a:pt x="12562" y="6008"/>
                  </a:lnTo>
                  <a:lnTo>
                    <a:pt x="13218" y="6008"/>
                  </a:lnTo>
                  <a:lnTo>
                    <a:pt x="13218" y="6008"/>
                  </a:lnTo>
                  <a:lnTo>
                    <a:pt x="13163" y="5407"/>
                  </a:lnTo>
                  <a:lnTo>
                    <a:pt x="12999" y="4861"/>
                  </a:lnTo>
                  <a:lnTo>
                    <a:pt x="12835" y="4315"/>
                  </a:lnTo>
                  <a:lnTo>
                    <a:pt x="12617" y="3769"/>
                  </a:lnTo>
                  <a:lnTo>
                    <a:pt x="12344" y="3277"/>
                  </a:lnTo>
                  <a:lnTo>
                    <a:pt x="12016" y="2786"/>
                  </a:lnTo>
                  <a:lnTo>
                    <a:pt x="11688" y="2349"/>
                  </a:lnTo>
                  <a:lnTo>
                    <a:pt x="11306" y="1912"/>
                  </a:lnTo>
                  <a:lnTo>
                    <a:pt x="10869" y="1529"/>
                  </a:lnTo>
                  <a:lnTo>
                    <a:pt x="10432" y="1202"/>
                  </a:lnTo>
                  <a:lnTo>
                    <a:pt x="9941" y="874"/>
                  </a:lnTo>
                  <a:lnTo>
                    <a:pt x="9449" y="601"/>
                  </a:lnTo>
                  <a:lnTo>
                    <a:pt x="8903" y="382"/>
                  </a:lnTo>
                  <a:lnTo>
                    <a:pt x="8357" y="219"/>
                  </a:lnTo>
                  <a:lnTo>
                    <a:pt x="7811" y="55"/>
                  </a:lnTo>
                  <a:lnTo>
                    <a:pt x="7210" y="0"/>
                  </a:lnTo>
                  <a:lnTo>
                    <a:pt x="7210" y="656"/>
                  </a:lnTo>
                  <a:lnTo>
                    <a:pt x="7210" y="656"/>
                  </a:lnTo>
                  <a:lnTo>
                    <a:pt x="7155" y="874"/>
                  </a:lnTo>
                  <a:lnTo>
                    <a:pt x="7046" y="1038"/>
                  </a:lnTo>
                  <a:lnTo>
                    <a:pt x="6828" y="1202"/>
                  </a:lnTo>
                  <a:lnTo>
                    <a:pt x="6609" y="1256"/>
                  </a:lnTo>
                  <a:lnTo>
                    <a:pt x="6609" y="1256"/>
                  </a:lnTo>
                  <a:lnTo>
                    <a:pt x="6391" y="1202"/>
                  </a:lnTo>
                  <a:lnTo>
                    <a:pt x="6172" y="1038"/>
                  </a:lnTo>
                  <a:lnTo>
                    <a:pt x="6063" y="874"/>
                  </a:lnTo>
                  <a:lnTo>
                    <a:pt x="6008" y="656"/>
                  </a:lnTo>
                  <a:lnTo>
                    <a:pt x="6008" y="0"/>
                  </a:lnTo>
                  <a:lnTo>
                    <a:pt x="6008" y="0"/>
                  </a:lnTo>
                  <a:lnTo>
                    <a:pt x="5408" y="55"/>
                  </a:lnTo>
                  <a:lnTo>
                    <a:pt x="4861" y="219"/>
                  </a:lnTo>
                  <a:lnTo>
                    <a:pt x="4315" y="382"/>
                  </a:lnTo>
                  <a:lnTo>
                    <a:pt x="3769" y="601"/>
                  </a:lnTo>
                  <a:lnTo>
                    <a:pt x="3277" y="874"/>
                  </a:lnTo>
                  <a:lnTo>
                    <a:pt x="2786" y="1202"/>
                  </a:lnTo>
                  <a:lnTo>
                    <a:pt x="2349" y="1529"/>
                  </a:lnTo>
                  <a:lnTo>
                    <a:pt x="1912" y="1912"/>
                  </a:lnTo>
                  <a:lnTo>
                    <a:pt x="1530" y="2349"/>
                  </a:lnTo>
                  <a:lnTo>
                    <a:pt x="1202" y="2786"/>
                  </a:lnTo>
                  <a:lnTo>
                    <a:pt x="874" y="3277"/>
                  </a:lnTo>
                  <a:lnTo>
                    <a:pt x="601" y="3769"/>
                  </a:lnTo>
                  <a:lnTo>
                    <a:pt x="383" y="4315"/>
                  </a:lnTo>
                  <a:lnTo>
                    <a:pt x="219" y="4861"/>
                  </a:lnTo>
                  <a:lnTo>
                    <a:pt x="55" y="5407"/>
                  </a:lnTo>
                  <a:lnTo>
                    <a:pt x="1" y="6008"/>
                  </a:lnTo>
                  <a:lnTo>
                    <a:pt x="656" y="6008"/>
                  </a:lnTo>
                  <a:lnTo>
                    <a:pt x="656" y="6008"/>
                  </a:lnTo>
                  <a:lnTo>
                    <a:pt x="874" y="6062"/>
                  </a:lnTo>
                  <a:lnTo>
                    <a:pt x="1038" y="6172"/>
                  </a:lnTo>
                  <a:lnTo>
                    <a:pt x="1202" y="6390"/>
                  </a:lnTo>
                  <a:lnTo>
                    <a:pt x="1257" y="6609"/>
                  </a:lnTo>
                  <a:lnTo>
                    <a:pt x="1257" y="6609"/>
                  </a:lnTo>
                  <a:lnTo>
                    <a:pt x="1202" y="6827"/>
                  </a:lnTo>
                  <a:lnTo>
                    <a:pt x="1038" y="7046"/>
                  </a:lnTo>
                  <a:lnTo>
                    <a:pt x="874" y="7155"/>
                  </a:lnTo>
                  <a:lnTo>
                    <a:pt x="656" y="7209"/>
                  </a:lnTo>
                  <a:lnTo>
                    <a:pt x="1" y="7209"/>
                  </a:lnTo>
                  <a:lnTo>
                    <a:pt x="1" y="7209"/>
                  </a:lnTo>
                  <a:lnTo>
                    <a:pt x="55" y="7810"/>
                  </a:lnTo>
                  <a:lnTo>
                    <a:pt x="219" y="8356"/>
                  </a:lnTo>
                  <a:lnTo>
                    <a:pt x="383" y="8902"/>
                  </a:lnTo>
                  <a:lnTo>
                    <a:pt x="601" y="9449"/>
                  </a:lnTo>
                  <a:lnTo>
                    <a:pt x="874" y="9940"/>
                  </a:lnTo>
                  <a:lnTo>
                    <a:pt x="1202" y="10432"/>
                  </a:lnTo>
                  <a:lnTo>
                    <a:pt x="1530" y="10869"/>
                  </a:lnTo>
                  <a:lnTo>
                    <a:pt x="1912" y="11306"/>
                  </a:lnTo>
                  <a:lnTo>
                    <a:pt x="2349" y="11688"/>
                  </a:lnTo>
                  <a:lnTo>
                    <a:pt x="2786" y="12016"/>
                  </a:lnTo>
                  <a:lnTo>
                    <a:pt x="3277" y="12343"/>
                  </a:lnTo>
                  <a:lnTo>
                    <a:pt x="3769" y="12616"/>
                  </a:lnTo>
                  <a:lnTo>
                    <a:pt x="4315" y="12835"/>
                  </a:lnTo>
                  <a:lnTo>
                    <a:pt x="4861" y="12999"/>
                  </a:lnTo>
                  <a:lnTo>
                    <a:pt x="5408" y="13162"/>
                  </a:lnTo>
                  <a:lnTo>
                    <a:pt x="6008" y="13217"/>
                  </a:lnTo>
                  <a:lnTo>
                    <a:pt x="6008" y="12562"/>
                  </a:lnTo>
                  <a:lnTo>
                    <a:pt x="6008" y="12562"/>
                  </a:lnTo>
                  <a:lnTo>
                    <a:pt x="6063" y="12343"/>
                  </a:lnTo>
                  <a:lnTo>
                    <a:pt x="6172" y="12179"/>
                  </a:lnTo>
                  <a:lnTo>
                    <a:pt x="6391" y="12016"/>
                  </a:lnTo>
                  <a:lnTo>
                    <a:pt x="6609" y="11961"/>
                  </a:lnTo>
                  <a:lnTo>
                    <a:pt x="6609" y="11961"/>
                  </a:lnTo>
                  <a:lnTo>
                    <a:pt x="6828" y="12016"/>
                  </a:lnTo>
                  <a:lnTo>
                    <a:pt x="7046" y="12179"/>
                  </a:lnTo>
                  <a:lnTo>
                    <a:pt x="7155" y="12343"/>
                  </a:lnTo>
                  <a:lnTo>
                    <a:pt x="7210" y="12562"/>
                  </a:lnTo>
                  <a:lnTo>
                    <a:pt x="7210" y="13217"/>
                  </a:lnTo>
                  <a:lnTo>
                    <a:pt x="7210" y="13217"/>
                  </a:lnTo>
                  <a:lnTo>
                    <a:pt x="7811" y="13162"/>
                  </a:lnTo>
                  <a:lnTo>
                    <a:pt x="8357" y="12999"/>
                  </a:lnTo>
                  <a:lnTo>
                    <a:pt x="8903" y="12835"/>
                  </a:lnTo>
                  <a:lnTo>
                    <a:pt x="9449" y="12616"/>
                  </a:lnTo>
                  <a:lnTo>
                    <a:pt x="9941" y="12343"/>
                  </a:lnTo>
                  <a:lnTo>
                    <a:pt x="10432" y="12016"/>
                  </a:lnTo>
                  <a:lnTo>
                    <a:pt x="10869" y="11688"/>
                  </a:lnTo>
                  <a:lnTo>
                    <a:pt x="11306" y="11306"/>
                  </a:lnTo>
                  <a:lnTo>
                    <a:pt x="11688" y="10869"/>
                  </a:lnTo>
                  <a:lnTo>
                    <a:pt x="12016" y="10432"/>
                  </a:lnTo>
                  <a:lnTo>
                    <a:pt x="12344" y="9940"/>
                  </a:lnTo>
                  <a:lnTo>
                    <a:pt x="12617" y="9449"/>
                  </a:lnTo>
                  <a:lnTo>
                    <a:pt x="12835" y="8902"/>
                  </a:lnTo>
                  <a:lnTo>
                    <a:pt x="12999" y="8356"/>
                  </a:lnTo>
                  <a:lnTo>
                    <a:pt x="13163" y="7810"/>
                  </a:lnTo>
                  <a:lnTo>
                    <a:pt x="13218" y="7209"/>
                  </a:lnTo>
                  <a:lnTo>
                    <a:pt x="12562" y="720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6"/>
            <p:cNvSpPr/>
            <p:nvPr/>
          </p:nvSpPr>
          <p:spPr>
            <a:xfrm>
              <a:off x="4825850" y="3469175"/>
              <a:ext cx="28700" cy="28700"/>
            </a:xfrm>
            <a:custGeom>
              <a:rect b="b" l="l" r="r" t="t"/>
              <a:pathLst>
                <a:path extrusionOk="0" fill="none" h="1148" w="1148">
                  <a:moveTo>
                    <a:pt x="219" y="110"/>
                  </a:moveTo>
                  <a:lnTo>
                    <a:pt x="219" y="110"/>
                  </a:lnTo>
                  <a:lnTo>
                    <a:pt x="437" y="1"/>
                  </a:lnTo>
                  <a:lnTo>
                    <a:pt x="656" y="1"/>
                  </a:lnTo>
                  <a:lnTo>
                    <a:pt x="874" y="55"/>
                  </a:lnTo>
                  <a:lnTo>
                    <a:pt x="1038" y="274"/>
                  </a:lnTo>
                  <a:lnTo>
                    <a:pt x="1038" y="274"/>
                  </a:lnTo>
                  <a:lnTo>
                    <a:pt x="1147" y="438"/>
                  </a:lnTo>
                  <a:lnTo>
                    <a:pt x="1147" y="602"/>
                  </a:lnTo>
                  <a:lnTo>
                    <a:pt x="1147" y="711"/>
                  </a:lnTo>
                  <a:lnTo>
                    <a:pt x="1092" y="875"/>
                  </a:lnTo>
                  <a:lnTo>
                    <a:pt x="983" y="984"/>
                  </a:lnTo>
                  <a:lnTo>
                    <a:pt x="819" y="1093"/>
                  </a:lnTo>
                  <a:lnTo>
                    <a:pt x="710" y="1148"/>
                  </a:lnTo>
                  <a:lnTo>
                    <a:pt x="492" y="1148"/>
                  </a:lnTo>
                  <a:lnTo>
                    <a:pt x="492" y="1148"/>
                  </a:lnTo>
                  <a:lnTo>
                    <a:pt x="328" y="1093"/>
                  </a:lnTo>
                  <a:lnTo>
                    <a:pt x="219" y="1038"/>
                  </a:lnTo>
                  <a:lnTo>
                    <a:pt x="109" y="875"/>
                  </a:lnTo>
                  <a:lnTo>
                    <a:pt x="0" y="765"/>
                  </a:lnTo>
                  <a:lnTo>
                    <a:pt x="0" y="602"/>
                  </a:lnTo>
                  <a:lnTo>
                    <a:pt x="0" y="438"/>
                  </a:lnTo>
                  <a:lnTo>
                    <a:pt x="55" y="274"/>
                  </a:lnTo>
                  <a:lnTo>
                    <a:pt x="219" y="110"/>
                  </a:lnTo>
                  <a:lnTo>
                    <a:pt x="219" y="11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6"/>
            <p:cNvSpPr/>
            <p:nvPr/>
          </p:nvSpPr>
          <p:spPr>
            <a:xfrm>
              <a:off x="4825850" y="3626200"/>
              <a:ext cx="28700" cy="28700"/>
            </a:xfrm>
            <a:custGeom>
              <a:rect b="b" l="l" r="r" t="t"/>
              <a:pathLst>
                <a:path extrusionOk="0" fill="none" h="1148" w="1148">
                  <a:moveTo>
                    <a:pt x="601" y="1147"/>
                  </a:moveTo>
                  <a:lnTo>
                    <a:pt x="601" y="1147"/>
                  </a:lnTo>
                  <a:lnTo>
                    <a:pt x="382" y="1147"/>
                  </a:lnTo>
                  <a:lnTo>
                    <a:pt x="273" y="1093"/>
                  </a:lnTo>
                  <a:lnTo>
                    <a:pt x="109" y="984"/>
                  </a:lnTo>
                  <a:lnTo>
                    <a:pt x="55" y="820"/>
                  </a:lnTo>
                  <a:lnTo>
                    <a:pt x="0" y="656"/>
                  </a:lnTo>
                  <a:lnTo>
                    <a:pt x="0" y="492"/>
                  </a:lnTo>
                  <a:lnTo>
                    <a:pt x="55" y="328"/>
                  </a:lnTo>
                  <a:lnTo>
                    <a:pt x="109" y="219"/>
                  </a:lnTo>
                  <a:lnTo>
                    <a:pt x="109" y="219"/>
                  </a:lnTo>
                  <a:lnTo>
                    <a:pt x="328" y="55"/>
                  </a:lnTo>
                  <a:lnTo>
                    <a:pt x="546" y="1"/>
                  </a:lnTo>
                  <a:lnTo>
                    <a:pt x="765" y="1"/>
                  </a:lnTo>
                  <a:lnTo>
                    <a:pt x="983" y="164"/>
                  </a:lnTo>
                  <a:lnTo>
                    <a:pt x="983" y="164"/>
                  </a:lnTo>
                  <a:lnTo>
                    <a:pt x="1092" y="328"/>
                  </a:lnTo>
                  <a:lnTo>
                    <a:pt x="1147" y="492"/>
                  </a:lnTo>
                  <a:lnTo>
                    <a:pt x="1147" y="656"/>
                  </a:lnTo>
                  <a:lnTo>
                    <a:pt x="1092" y="820"/>
                  </a:lnTo>
                  <a:lnTo>
                    <a:pt x="1038" y="929"/>
                  </a:lnTo>
                  <a:lnTo>
                    <a:pt x="929" y="1038"/>
                  </a:lnTo>
                  <a:lnTo>
                    <a:pt x="765" y="1147"/>
                  </a:lnTo>
                  <a:lnTo>
                    <a:pt x="601" y="1147"/>
                  </a:lnTo>
                  <a:lnTo>
                    <a:pt x="601" y="114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6"/>
            <p:cNvSpPr/>
            <p:nvPr/>
          </p:nvSpPr>
          <p:spPr>
            <a:xfrm>
              <a:off x="4825850" y="3469175"/>
              <a:ext cx="185700" cy="185725"/>
            </a:xfrm>
            <a:custGeom>
              <a:rect b="b" l="l" r="r" t="t"/>
              <a:pathLst>
                <a:path extrusionOk="0" fill="none" h="7429" w="7428">
                  <a:moveTo>
                    <a:pt x="4151" y="7265"/>
                  </a:moveTo>
                  <a:lnTo>
                    <a:pt x="4151" y="7265"/>
                  </a:lnTo>
                  <a:lnTo>
                    <a:pt x="3933" y="7374"/>
                  </a:lnTo>
                  <a:lnTo>
                    <a:pt x="3714" y="7428"/>
                  </a:lnTo>
                  <a:lnTo>
                    <a:pt x="3496" y="7374"/>
                  </a:lnTo>
                  <a:lnTo>
                    <a:pt x="3277" y="7265"/>
                  </a:lnTo>
                  <a:lnTo>
                    <a:pt x="164" y="4152"/>
                  </a:lnTo>
                  <a:lnTo>
                    <a:pt x="164" y="4152"/>
                  </a:lnTo>
                  <a:lnTo>
                    <a:pt x="55" y="3933"/>
                  </a:lnTo>
                  <a:lnTo>
                    <a:pt x="0" y="3715"/>
                  </a:lnTo>
                  <a:lnTo>
                    <a:pt x="55" y="3496"/>
                  </a:lnTo>
                  <a:lnTo>
                    <a:pt x="164" y="3278"/>
                  </a:lnTo>
                  <a:lnTo>
                    <a:pt x="3277" y="165"/>
                  </a:lnTo>
                  <a:lnTo>
                    <a:pt x="3277" y="165"/>
                  </a:lnTo>
                  <a:lnTo>
                    <a:pt x="3496" y="55"/>
                  </a:lnTo>
                  <a:lnTo>
                    <a:pt x="3714" y="1"/>
                  </a:lnTo>
                  <a:lnTo>
                    <a:pt x="3933" y="55"/>
                  </a:lnTo>
                  <a:lnTo>
                    <a:pt x="4151" y="165"/>
                  </a:lnTo>
                  <a:lnTo>
                    <a:pt x="7264" y="3278"/>
                  </a:lnTo>
                  <a:lnTo>
                    <a:pt x="7264" y="3278"/>
                  </a:lnTo>
                  <a:lnTo>
                    <a:pt x="7373" y="3496"/>
                  </a:lnTo>
                  <a:lnTo>
                    <a:pt x="7428" y="3715"/>
                  </a:lnTo>
                  <a:lnTo>
                    <a:pt x="7373" y="3933"/>
                  </a:lnTo>
                  <a:lnTo>
                    <a:pt x="7264" y="4152"/>
                  </a:lnTo>
                  <a:lnTo>
                    <a:pt x="4151" y="726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6"/>
            <p:cNvSpPr/>
            <p:nvPr/>
          </p:nvSpPr>
          <p:spPr>
            <a:xfrm>
              <a:off x="4982875" y="3626200"/>
              <a:ext cx="28675" cy="28700"/>
            </a:xfrm>
            <a:custGeom>
              <a:rect b="b" l="l" r="r" t="t"/>
              <a:pathLst>
                <a:path extrusionOk="0" fill="none" h="1148" w="1147">
                  <a:moveTo>
                    <a:pt x="1147" y="656"/>
                  </a:moveTo>
                  <a:lnTo>
                    <a:pt x="1147" y="656"/>
                  </a:lnTo>
                  <a:lnTo>
                    <a:pt x="1092" y="820"/>
                  </a:lnTo>
                  <a:lnTo>
                    <a:pt x="983" y="1038"/>
                  </a:lnTo>
                  <a:lnTo>
                    <a:pt x="765" y="1147"/>
                  </a:lnTo>
                  <a:lnTo>
                    <a:pt x="492" y="1147"/>
                  </a:lnTo>
                  <a:lnTo>
                    <a:pt x="492" y="1147"/>
                  </a:lnTo>
                  <a:lnTo>
                    <a:pt x="273" y="1093"/>
                  </a:lnTo>
                  <a:lnTo>
                    <a:pt x="109" y="929"/>
                  </a:lnTo>
                  <a:lnTo>
                    <a:pt x="0" y="765"/>
                  </a:lnTo>
                  <a:lnTo>
                    <a:pt x="0" y="492"/>
                  </a:lnTo>
                  <a:lnTo>
                    <a:pt x="0" y="492"/>
                  </a:lnTo>
                  <a:lnTo>
                    <a:pt x="55" y="274"/>
                  </a:lnTo>
                  <a:lnTo>
                    <a:pt x="218" y="110"/>
                  </a:lnTo>
                  <a:lnTo>
                    <a:pt x="437" y="1"/>
                  </a:lnTo>
                  <a:lnTo>
                    <a:pt x="710" y="1"/>
                  </a:lnTo>
                  <a:lnTo>
                    <a:pt x="710" y="1"/>
                  </a:lnTo>
                  <a:lnTo>
                    <a:pt x="874" y="55"/>
                  </a:lnTo>
                  <a:lnTo>
                    <a:pt x="1038" y="219"/>
                  </a:lnTo>
                  <a:lnTo>
                    <a:pt x="1147" y="437"/>
                  </a:lnTo>
                  <a:lnTo>
                    <a:pt x="1147" y="656"/>
                  </a:lnTo>
                  <a:lnTo>
                    <a:pt x="1147" y="6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6"/>
            <p:cNvSpPr/>
            <p:nvPr/>
          </p:nvSpPr>
          <p:spPr>
            <a:xfrm>
              <a:off x="4982875" y="3469175"/>
              <a:ext cx="28675" cy="28700"/>
            </a:xfrm>
            <a:custGeom>
              <a:rect b="b" l="l" r="r" t="t"/>
              <a:pathLst>
                <a:path extrusionOk="0" fill="none" h="1148" w="1147">
                  <a:moveTo>
                    <a:pt x="1147" y="656"/>
                  </a:moveTo>
                  <a:lnTo>
                    <a:pt x="1147" y="656"/>
                  </a:lnTo>
                  <a:lnTo>
                    <a:pt x="1092" y="875"/>
                  </a:lnTo>
                  <a:lnTo>
                    <a:pt x="928" y="1038"/>
                  </a:lnTo>
                  <a:lnTo>
                    <a:pt x="765" y="1148"/>
                  </a:lnTo>
                  <a:lnTo>
                    <a:pt x="492" y="1148"/>
                  </a:lnTo>
                  <a:lnTo>
                    <a:pt x="492" y="1148"/>
                  </a:lnTo>
                  <a:lnTo>
                    <a:pt x="273" y="1093"/>
                  </a:lnTo>
                  <a:lnTo>
                    <a:pt x="109" y="929"/>
                  </a:lnTo>
                  <a:lnTo>
                    <a:pt x="0" y="765"/>
                  </a:lnTo>
                  <a:lnTo>
                    <a:pt x="0" y="492"/>
                  </a:lnTo>
                  <a:lnTo>
                    <a:pt x="0" y="492"/>
                  </a:lnTo>
                  <a:lnTo>
                    <a:pt x="55" y="274"/>
                  </a:lnTo>
                  <a:lnTo>
                    <a:pt x="218" y="110"/>
                  </a:lnTo>
                  <a:lnTo>
                    <a:pt x="437" y="1"/>
                  </a:lnTo>
                  <a:lnTo>
                    <a:pt x="710" y="1"/>
                  </a:lnTo>
                  <a:lnTo>
                    <a:pt x="710" y="1"/>
                  </a:lnTo>
                  <a:lnTo>
                    <a:pt x="874" y="110"/>
                  </a:lnTo>
                  <a:lnTo>
                    <a:pt x="1038" y="219"/>
                  </a:lnTo>
                  <a:lnTo>
                    <a:pt x="1147" y="438"/>
                  </a:lnTo>
                  <a:lnTo>
                    <a:pt x="1147" y="656"/>
                  </a:lnTo>
                  <a:lnTo>
                    <a:pt x="1147" y="6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6"/>
            <p:cNvSpPr/>
            <p:nvPr/>
          </p:nvSpPr>
          <p:spPr>
            <a:xfrm>
              <a:off x="5011525" y="3485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6"/>
            <p:cNvSpPr/>
            <p:nvPr/>
          </p:nvSpPr>
          <p:spPr>
            <a:xfrm>
              <a:off x="4667450" y="3310800"/>
              <a:ext cx="502500" cy="502475"/>
            </a:xfrm>
            <a:custGeom>
              <a:rect b="b" l="l" r="r" t="t"/>
              <a:pathLst>
                <a:path extrusionOk="0" h="20099" w="20100">
                  <a:moveTo>
                    <a:pt x="10050" y="2240"/>
                  </a:moveTo>
                  <a:lnTo>
                    <a:pt x="10705" y="2294"/>
                  </a:lnTo>
                  <a:lnTo>
                    <a:pt x="11415" y="2349"/>
                  </a:lnTo>
                  <a:lnTo>
                    <a:pt x="12071" y="2513"/>
                  </a:lnTo>
                  <a:lnTo>
                    <a:pt x="12726" y="2731"/>
                  </a:lnTo>
                  <a:lnTo>
                    <a:pt x="13382" y="3004"/>
                  </a:lnTo>
                  <a:lnTo>
                    <a:pt x="13982" y="3277"/>
                  </a:lnTo>
                  <a:lnTo>
                    <a:pt x="14583" y="3660"/>
                  </a:lnTo>
                  <a:lnTo>
                    <a:pt x="15129" y="4151"/>
                  </a:lnTo>
                  <a:lnTo>
                    <a:pt x="15512" y="3769"/>
                  </a:lnTo>
                  <a:lnTo>
                    <a:pt x="15675" y="3660"/>
                  </a:lnTo>
                  <a:lnTo>
                    <a:pt x="15894" y="3605"/>
                  </a:lnTo>
                  <a:lnTo>
                    <a:pt x="16112" y="3660"/>
                  </a:lnTo>
                  <a:lnTo>
                    <a:pt x="16331" y="3769"/>
                  </a:lnTo>
                  <a:lnTo>
                    <a:pt x="16440" y="3987"/>
                  </a:lnTo>
                  <a:lnTo>
                    <a:pt x="16495" y="4206"/>
                  </a:lnTo>
                  <a:lnTo>
                    <a:pt x="16440" y="4424"/>
                  </a:lnTo>
                  <a:lnTo>
                    <a:pt x="16331" y="4588"/>
                  </a:lnTo>
                  <a:lnTo>
                    <a:pt x="15949" y="4970"/>
                  </a:lnTo>
                  <a:lnTo>
                    <a:pt x="16440" y="5517"/>
                  </a:lnTo>
                  <a:lnTo>
                    <a:pt x="16822" y="6117"/>
                  </a:lnTo>
                  <a:lnTo>
                    <a:pt x="17095" y="6718"/>
                  </a:lnTo>
                  <a:lnTo>
                    <a:pt x="17369" y="7373"/>
                  </a:lnTo>
                  <a:lnTo>
                    <a:pt x="17587" y="8029"/>
                  </a:lnTo>
                  <a:lnTo>
                    <a:pt x="17751" y="8684"/>
                  </a:lnTo>
                  <a:lnTo>
                    <a:pt x="17806" y="9394"/>
                  </a:lnTo>
                  <a:lnTo>
                    <a:pt x="17860" y="10050"/>
                  </a:lnTo>
                  <a:lnTo>
                    <a:pt x="17806" y="10705"/>
                  </a:lnTo>
                  <a:lnTo>
                    <a:pt x="17751" y="11415"/>
                  </a:lnTo>
                  <a:lnTo>
                    <a:pt x="17587" y="12070"/>
                  </a:lnTo>
                  <a:lnTo>
                    <a:pt x="17369" y="12726"/>
                  </a:lnTo>
                  <a:lnTo>
                    <a:pt x="17095" y="13381"/>
                  </a:lnTo>
                  <a:lnTo>
                    <a:pt x="16822" y="13982"/>
                  </a:lnTo>
                  <a:lnTo>
                    <a:pt x="16440" y="14583"/>
                  </a:lnTo>
                  <a:lnTo>
                    <a:pt x="15949" y="15129"/>
                  </a:lnTo>
                  <a:lnTo>
                    <a:pt x="16331" y="15511"/>
                  </a:lnTo>
                  <a:lnTo>
                    <a:pt x="16440" y="15675"/>
                  </a:lnTo>
                  <a:lnTo>
                    <a:pt x="16495" y="15893"/>
                  </a:lnTo>
                  <a:lnTo>
                    <a:pt x="16440" y="16112"/>
                  </a:lnTo>
                  <a:lnTo>
                    <a:pt x="16331" y="16330"/>
                  </a:lnTo>
                  <a:lnTo>
                    <a:pt x="16112" y="16440"/>
                  </a:lnTo>
                  <a:lnTo>
                    <a:pt x="15894" y="16494"/>
                  </a:lnTo>
                  <a:lnTo>
                    <a:pt x="15675" y="16440"/>
                  </a:lnTo>
                  <a:lnTo>
                    <a:pt x="15512" y="16330"/>
                  </a:lnTo>
                  <a:lnTo>
                    <a:pt x="15129" y="15948"/>
                  </a:lnTo>
                  <a:lnTo>
                    <a:pt x="14583" y="16440"/>
                  </a:lnTo>
                  <a:lnTo>
                    <a:pt x="13982" y="16822"/>
                  </a:lnTo>
                  <a:lnTo>
                    <a:pt x="13382" y="17095"/>
                  </a:lnTo>
                  <a:lnTo>
                    <a:pt x="12726" y="17368"/>
                  </a:lnTo>
                  <a:lnTo>
                    <a:pt x="12071" y="17587"/>
                  </a:lnTo>
                  <a:lnTo>
                    <a:pt x="11415" y="17750"/>
                  </a:lnTo>
                  <a:lnTo>
                    <a:pt x="10705" y="17805"/>
                  </a:lnTo>
                  <a:lnTo>
                    <a:pt x="10050" y="17860"/>
                  </a:lnTo>
                  <a:lnTo>
                    <a:pt x="9395" y="17805"/>
                  </a:lnTo>
                  <a:lnTo>
                    <a:pt x="8685" y="17750"/>
                  </a:lnTo>
                  <a:lnTo>
                    <a:pt x="8029" y="17587"/>
                  </a:lnTo>
                  <a:lnTo>
                    <a:pt x="7374" y="17368"/>
                  </a:lnTo>
                  <a:lnTo>
                    <a:pt x="6718" y="17095"/>
                  </a:lnTo>
                  <a:lnTo>
                    <a:pt x="6118" y="16822"/>
                  </a:lnTo>
                  <a:lnTo>
                    <a:pt x="5517" y="16440"/>
                  </a:lnTo>
                  <a:lnTo>
                    <a:pt x="4971" y="15948"/>
                  </a:lnTo>
                  <a:lnTo>
                    <a:pt x="4588" y="16330"/>
                  </a:lnTo>
                  <a:lnTo>
                    <a:pt x="4425" y="16440"/>
                  </a:lnTo>
                  <a:lnTo>
                    <a:pt x="4206" y="16494"/>
                  </a:lnTo>
                  <a:lnTo>
                    <a:pt x="3988" y="16440"/>
                  </a:lnTo>
                  <a:lnTo>
                    <a:pt x="3769" y="16330"/>
                  </a:lnTo>
                  <a:lnTo>
                    <a:pt x="3660" y="16112"/>
                  </a:lnTo>
                  <a:lnTo>
                    <a:pt x="3605" y="15893"/>
                  </a:lnTo>
                  <a:lnTo>
                    <a:pt x="3660" y="15675"/>
                  </a:lnTo>
                  <a:lnTo>
                    <a:pt x="3769" y="15511"/>
                  </a:lnTo>
                  <a:lnTo>
                    <a:pt x="4152" y="15129"/>
                  </a:lnTo>
                  <a:lnTo>
                    <a:pt x="3660" y="14583"/>
                  </a:lnTo>
                  <a:lnTo>
                    <a:pt x="3278" y="13982"/>
                  </a:lnTo>
                  <a:lnTo>
                    <a:pt x="3005" y="13381"/>
                  </a:lnTo>
                  <a:lnTo>
                    <a:pt x="2732" y="12726"/>
                  </a:lnTo>
                  <a:lnTo>
                    <a:pt x="2513" y="12070"/>
                  </a:lnTo>
                  <a:lnTo>
                    <a:pt x="2349" y="11415"/>
                  </a:lnTo>
                  <a:lnTo>
                    <a:pt x="2295" y="10705"/>
                  </a:lnTo>
                  <a:lnTo>
                    <a:pt x="2240" y="10050"/>
                  </a:lnTo>
                  <a:lnTo>
                    <a:pt x="2295" y="9394"/>
                  </a:lnTo>
                  <a:lnTo>
                    <a:pt x="2349" y="8684"/>
                  </a:lnTo>
                  <a:lnTo>
                    <a:pt x="2513" y="8029"/>
                  </a:lnTo>
                  <a:lnTo>
                    <a:pt x="2732" y="7373"/>
                  </a:lnTo>
                  <a:lnTo>
                    <a:pt x="3005" y="6718"/>
                  </a:lnTo>
                  <a:lnTo>
                    <a:pt x="3278" y="6117"/>
                  </a:lnTo>
                  <a:lnTo>
                    <a:pt x="3660" y="5517"/>
                  </a:lnTo>
                  <a:lnTo>
                    <a:pt x="4152" y="4970"/>
                  </a:lnTo>
                  <a:lnTo>
                    <a:pt x="3769" y="4588"/>
                  </a:lnTo>
                  <a:lnTo>
                    <a:pt x="3660" y="4424"/>
                  </a:lnTo>
                  <a:lnTo>
                    <a:pt x="3605" y="4206"/>
                  </a:lnTo>
                  <a:lnTo>
                    <a:pt x="3660" y="3987"/>
                  </a:lnTo>
                  <a:lnTo>
                    <a:pt x="3769" y="3769"/>
                  </a:lnTo>
                  <a:lnTo>
                    <a:pt x="3988" y="3660"/>
                  </a:lnTo>
                  <a:lnTo>
                    <a:pt x="4206" y="3605"/>
                  </a:lnTo>
                  <a:lnTo>
                    <a:pt x="4425" y="3660"/>
                  </a:lnTo>
                  <a:lnTo>
                    <a:pt x="4588" y="3769"/>
                  </a:lnTo>
                  <a:lnTo>
                    <a:pt x="4971" y="4151"/>
                  </a:lnTo>
                  <a:lnTo>
                    <a:pt x="5517" y="3660"/>
                  </a:lnTo>
                  <a:lnTo>
                    <a:pt x="6118" y="3277"/>
                  </a:lnTo>
                  <a:lnTo>
                    <a:pt x="6718" y="3004"/>
                  </a:lnTo>
                  <a:lnTo>
                    <a:pt x="7374" y="2731"/>
                  </a:lnTo>
                  <a:lnTo>
                    <a:pt x="8029" y="2513"/>
                  </a:lnTo>
                  <a:lnTo>
                    <a:pt x="8685" y="2349"/>
                  </a:lnTo>
                  <a:lnTo>
                    <a:pt x="9395" y="2294"/>
                  </a:lnTo>
                  <a:lnTo>
                    <a:pt x="10050" y="2240"/>
                  </a:lnTo>
                  <a:close/>
                  <a:moveTo>
                    <a:pt x="10050" y="0"/>
                  </a:moveTo>
                  <a:lnTo>
                    <a:pt x="9067" y="55"/>
                  </a:lnTo>
                  <a:lnTo>
                    <a:pt x="8139" y="164"/>
                  </a:lnTo>
                  <a:lnTo>
                    <a:pt x="7210" y="437"/>
                  </a:lnTo>
                  <a:lnTo>
                    <a:pt x="6282" y="710"/>
                  </a:lnTo>
                  <a:lnTo>
                    <a:pt x="5353" y="1147"/>
                  </a:lnTo>
                  <a:lnTo>
                    <a:pt x="4534" y="1639"/>
                  </a:lnTo>
                  <a:lnTo>
                    <a:pt x="3715" y="2240"/>
                  </a:lnTo>
                  <a:lnTo>
                    <a:pt x="2950" y="2950"/>
                  </a:lnTo>
                  <a:lnTo>
                    <a:pt x="2240" y="3714"/>
                  </a:lnTo>
                  <a:lnTo>
                    <a:pt x="1639" y="4533"/>
                  </a:lnTo>
                  <a:lnTo>
                    <a:pt x="1148" y="5353"/>
                  </a:lnTo>
                  <a:lnTo>
                    <a:pt x="711" y="6281"/>
                  </a:lnTo>
                  <a:lnTo>
                    <a:pt x="438" y="7210"/>
                  </a:lnTo>
                  <a:lnTo>
                    <a:pt x="165" y="8138"/>
                  </a:lnTo>
                  <a:lnTo>
                    <a:pt x="55" y="9067"/>
                  </a:lnTo>
                  <a:lnTo>
                    <a:pt x="1" y="10050"/>
                  </a:lnTo>
                  <a:lnTo>
                    <a:pt x="55" y="11033"/>
                  </a:lnTo>
                  <a:lnTo>
                    <a:pt x="165" y="11961"/>
                  </a:lnTo>
                  <a:lnTo>
                    <a:pt x="438" y="12890"/>
                  </a:lnTo>
                  <a:lnTo>
                    <a:pt x="711" y="13818"/>
                  </a:lnTo>
                  <a:lnTo>
                    <a:pt x="1148" y="14747"/>
                  </a:lnTo>
                  <a:lnTo>
                    <a:pt x="1639" y="15566"/>
                  </a:lnTo>
                  <a:lnTo>
                    <a:pt x="2240" y="16385"/>
                  </a:lnTo>
                  <a:lnTo>
                    <a:pt x="2950" y="17150"/>
                  </a:lnTo>
                  <a:lnTo>
                    <a:pt x="3715" y="17860"/>
                  </a:lnTo>
                  <a:lnTo>
                    <a:pt x="4534" y="18460"/>
                  </a:lnTo>
                  <a:lnTo>
                    <a:pt x="5353" y="18952"/>
                  </a:lnTo>
                  <a:lnTo>
                    <a:pt x="6282" y="19389"/>
                  </a:lnTo>
                  <a:lnTo>
                    <a:pt x="7210" y="19662"/>
                  </a:lnTo>
                  <a:lnTo>
                    <a:pt x="8139" y="19935"/>
                  </a:lnTo>
                  <a:lnTo>
                    <a:pt x="9067" y="20044"/>
                  </a:lnTo>
                  <a:lnTo>
                    <a:pt x="10050" y="20099"/>
                  </a:lnTo>
                  <a:lnTo>
                    <a:pt x="11033" y="20044"/>
                  </a:lnTo>
                  <a:lnTo>
                    <a:pt x="11962" y="19935"/>
                  </a:lnTo>
                  <a:lnTo>
                    <a:pt x="12890" y="19662"/>
                  </a:lnTo>
                  <a:lnTo>
                    <a:pt x="13819" y="19389"/>
                  </a:lnTo>
                  <a:lnTo>
                    <a:pt x="14747" y="18952"/>
                  </a:lnTo>
                  <a:lnTo>
                    <a:pt x="15566" y="18460"/>
                  </a:lnTo>
                  <a:lnTo>
                    <a:pt x="16385" y="17860"/>
                  </a:lnTo>
                  <a:lnTo>
                    <a:pt x="17150" y="17150"/>
                  </a:lnTo>
                  <a:lnTo>
                    <a:pt x="17860" y="16385"/>
                  </a:lnTo>
                  <a:lnTo>
                    <a:pt x="18461" y="15566"/>
                  </a:lnTo>
                  <a:lnTo>
                    <a:pt x="18952" y="14747"/>
                  </a:lnTo>
                  <a:lnTo>
                    <a:pt x="19389" y="13818"/>
                  </a:lnTo>
                  <a:lnTo>
                    <a:pt x="19662" y="12890"/>
                  </a:lnTo>
                  <a:lnTo>
                    <a:pt x="19936" y="11961"/>
                  </a:lnTo>
                  <a:lnTo>
                    <a:pt x="20045" y="11033"/>
                  </a:lnTo>
                  <a:lnTo>
                    <a:pt x="20099" y="10050"/>
                  </a:lnTo>
                  <a:lnTo>
                    <a:pt x="20045" y="9067"/>
                  </a:lnTo>
                  <a:lnTo>
                    <a:pt x="19936" y="8138"/>
                  </a:lnTo>
                  <a:lnTo>
                    <a:pt x="19662" y="7210"/>
                  </a:lnTo>
                  <a:lnTo>
                    <a:pt x="19389" y="6281"/>
                  </a:lnTo>
                  <a:lnTo>
                    <a:pt x="18952" y="5353"/>
                  </a:lnTo>
                  <a:lnTo>
                    <a:pt x="18461" y="4533"/>
                  </a:lnTo>
                  <a:lnTo>
                    <a:pt x="17860" y="3714"/>
                  </a:lnTo>
                  <a:lnTo>
                    <a:pt x="17150" y="2950"/>
                  </a:lnTo>
                  <a:lnTo>
                    <a:pt x="16385" y="2240"/>
                  </a:lnTo>
                  <a:lnTo>
                    <a:pt x="15566" y="1639"/>
                  </a:lnTo>
                  <a:lnTo>
                    <a:pt x="14747" y="1147"/>
                  </a:lnTo>
                  <a:lnTo>
                    <a:pt x="13819" y="710"/>
                  </a:lnTo>
                  <a:lnTo>
                    <a:pt x="12890" y="437"/>
                  </a:lnTo>
                  <a:lnTo>
                    <a:pt x="11962" y="164"/>
                  </a:lnTo>
                  <a:lnTo>
                    <a:pt x="11033" y="55"/>
                  </a:lnTo>
                  <a:lnTo>
                    <a:pt x="100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6"/>
            <p:cNvSpPr/>
            <p:nvPr/>
          </p:nvSpPr>
          <p:spPr>
            <a:xfrm>
              <a:off x="4667450" y="3310800"/>
              <a:ext cx="502500" cy="502475"/>
            </a:xfrm>
            <a:custGeom>
              <a:rect b="b" l="l" r="r" t="t"/>
              <a:pathLst>
                <a:path extrusionOk="0" fill="none" h="20099" w="20100">
                  <a:moveTo>
                    <a:pt x="17150" y="2950"/>
                  </a:moveTo>
                  <a:lnTo>
                    <a:pt x="17150" y="2950"/>
                  </a:lnTo>
                  <a:lnTo>
                    <a:pt x="16385" y="2240"/>
                  </a:lnTo>
                  <a:lnTo>
                    <a:pt x="15566" y="1639"/>
                  </a:lnTo>
                  <a:lnTo>
                    <a:pt x="14747" y="1147"/>
                  </a:lnTo>
                  <a:lnTo>
                    <a:pt x="13819" y="710"/>
                  </a:lnTo>
                  <a:lnTo>
                    <a:pt x="12890" y="437"/>
                  </a:lnTo>
                  <a:lnTo>
                    <a:pt x="11962" y="164"/>
                  </a:lnTo>
                  <a:lnTo>
                    <a:pt x="11033" y="55"/>
                  </a:lnTo>
                  <a:lnTo>
                    <a:pt x="10050" y="0"/>
                  </a:lnTo>
                  <a:lnTo>
                    <a:pt x="9067" y="55"/>
                  </a:lnTo>
                  <a:lnTo>
                    <a:pt x="8139" y="164"/>
                  </a:lnTo>
                  <a:lnTo>
                    <a:pt x="7210" y="437"/>
                  </a:lnTo>
                  <a:lnTo>
                    <a:pt x="6282" y="710"/>
                  </a:lnTo>
                  <a:lnTo>
                    <a:pt x="5353" y="1147"/>
                  </a:lnTo>
                  <a:lnTo>
                    <a:pt x="4534" y="1639"/>
                  </a:lnTo>
                  <a:lnTo>
                    <a:pt x="3715" y="2240"/>
                  </a:lnTo>
                  <a:lnTo>
                    <a:pt x="2950" y="2950"/>
                  </a:lnTo>
                  <a:lnTo>
                    <a:pt x="2950" y="2950"/>
                  </a:lnTo>
                  <a:lnTo>
                    <a:pt x="2240" y="3714"/>
                  </a:lnTo>
                  <a:lnTo>
                    <a:pt x="1639" y="4533"/>
                  </a:lnTo>
                  <a:lnTo>
                    <a:pt x="1148" y="5353"/>
                  </a:lnTo>
                  <a:lnTo>
                    <a:pt x="711" y="6281"/>
                  </a:lnTo>
                  <a:lnTo>
                    <a:pt x="438" y="7210"/>
                  </a:lnTo>
                  <a:lnTo>
                    <a:pt x="165" y="8138"/>
                  </a:lnTo>
                  <a:lnTo>
                    <a:pt x="55" y="9067"/>
                  </a:lnTo>
                  <a:lnTo>
                    <a:pt x="1" y="10050"/>
                  </a:lnTo>
                  <a:lnTo>
                    <a:pt x="55" y="11033"/>
                  </a:lnTo>
                  <a:lnTo>
                    <a:pt x="165" y="11961"/>
                  </a:lnTo>
                  <a:lnTo>
                    <a:pt x="438" y="12890"/>
                  </a:lnTo>
                  <a:lnTo>
                    <a:pt x="711" y="13818"/>
                  </a:lnTo>
                  <a:lnTo>
                    <a:pt x="1148" y="14747"/>
                  </a:lnTo>
                  <a:lnTo>
                    <a:pt x="1639" y="15566"/>
                  </a:lnTo>
                  <a:lnTo>
                    <a:pt x="2240" y="16385"/>
                  </a:lnTo>
                  <a:lnTo>
                    <a:pt x="2950" y="17150"/>
                  </a:lnTo>
                  <a:lnTo>
                    <a:pt x="2950" y="17150"/>
                  </a:lnTo>
                  <a:lnTo>
                    <a:pt x="3715" y="17860"/>
                  </a:lnTo>
                  <a:lnTo>
                    <a:pt x="4534" y="18460"/>
                  </a:lnTo>
                  <a:lnTo>
                    <a:pt x="5353" y="18952"/>
                  </a:lnTo>
                  <a:lnTo>
                    <a:pt x="6282" y="19389"/>
                  </a:lnTo>
                  <a:lnTo>
                    <a:pt x="7210" y="19662"/>
                  </a:lnTo>
                  <a:lnTo>
                    <a:pt x="8139" y="19935"/>
                  </a:lnTo>
                  <a:lnTo>
                    <a:pt x="9067" y="20044"/>
                  </a:lnTo>
                  <a:lnTo>
                    <a:pt x="10050" y="20099"/>
                  </a:lnTo>
                  <a:lnTo>
                    <a:pt x="11033" y="20044"/>
                  </a:lnTo>
                  <a:lnTo>
                    <a:pt x="11962" y="19935"/>
                  </a:lnTo>
                  <a:lnTo>
                    <a:pt x="12890" y="19662"/>
                  </a:lnTo>
                  <a:lnTo>
                    <a:pt x="13819" y="19389"/>
                  </a:lnTo>
                  <a:lnTo>
                    <a:pt x="14747" y="18952"/>
                  </a:lnTo>
                  <a:lnTo>
                    <a:pt x="15566" y="18460"/>
                  </a:lnTo>
                  <a:lnTo>
                    <a:pt x="16385" y="17860"/>
                  </a:lnTo>
                  <a:lnTo>
                    <a:pt x="17150" y="17150"/>
                  </a:lnTo>
                  <a:lnTo>
                    <a:pt x="17150" y="17150"/>
                  </a:lnTo>
                  <a:lnTo>
                    <a:pt x="17860" y="16385"/>
                  </a:lnTo>
                  <a:lnTo>
                    <a:pt x="18461" y="15566"/>
                  </a:lnTo>
                  <a:lnTo>
                    <a:pt x="18952" y="14747"/>
                  </a:lnTo>
                  <a:lnTo>
                    <a:pt x="19389" y="13818"/>
                  </a:lnTo>
                  <a:lnTo>
                    <a:pt x="19662" y="12890"/>
                  </a:lnTo>
                  <a:lnTo>
                    <a:pt x="19936" y="11961"/>
                  </a:lnTo>
                  <a:lnTo>
                    <a:pt x="20045" y="11033"/>
                  </a:lnTo>
                  <a:lnTo>
                    <a:pt x="20099" y="10050"/>
                  </a:lnTo>
                  <a:lnTo>
                    <a:pt x="20045" y="9067"/>
                  </a:lnTo>
                  <a:lnTo>
                    <a:pt x="19936" y="8138"/>
                  </a:lnTo>
                  <a:lnTo>
                    <a:pt x="19662" y="7210"/>
                  </a:lnTo>
                  <a:lnTo>
                    <a:pt x="19389" y="6281"/>
                  </a:lnTo>
                  <a:lnTo>
                    <a:pt x="18952" y="5353"/>
                  </a:lnTo>
                  <a:lnTo>
                    <a:pt x="18461" y="4533"/>
                  </a:lnTo>
                  <a:lnTo>
                    <a:pt x="17860" y="3714"/>
                  </a:lnTo>
                  <a:lnTo>
                    <a:pt x="17150" y="2950"/>
                  </a:lnTo>
                  <a:lnTo>
                    <a:pt x="17150" y="295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6"/>
            <p:cNvSpPr/>
            <p:nvPr/>
          </p:nvSpPr>
          <p:spPr>
            <a:xfrm>
              <a:off x="4723425" y="3366775"/>
              <a:ext cx="390550" cy="390525"/>
            </a:xfrm>
            <a:custGeom>
              <a:rect b="b" l="l" r="r" t="t"/>
              <a:pathLst>
                <a:path extrusionOk="0" fill="none" h="15621" w="15622">
                  <a:moveTo>
                    <a:pt x="13273" y="14091"/>
                  </a:moveTo>
                  <a:lnTo>
                    <a:pt x="12890" y="13709"/>
                  </a:lnTo>
                  <a:lnTo>
                    <a:pt x="12890" y="13709"/>
                  </a:lnTo>
                  <a:lnTo>
                    <a:pt x="12344" y="14201"/>
                  </a:lnTo>
                  <a:lnTo>
                    <a:pt x="11743" y="14583"/>
                  </a:lnTo>
                  <a:lnTo>
                    <a:pt x="11143" y="14856"/>
                  </a:lnTo>
                  <a:lnTo>
                    <a:pt x="10487" y="15129"/>
                  </a:lnTo>
                  <a:lnTo>
                    <a:pt x="9832" y="15348"/>
                  </a:lnTo>
                  <a:lnTo>
                    <a:pt x="9176" y="15511"/>
                  </a:lnTo>
                  <a:lnTo>
                    <a:pt x="8466" y="15566"/>
                  </a:lnTo>
                  <a:lnTo>
                    <a:pt x="7811" y="15621"/>
                  </a:lnTo>
                  <a:lnTo>
                    <a:pt x="7156" y="15566"/>
                  </a:lnTo>
                  <a:lnTo>
                    <a:pt x="6446" y="15511"/>
                  </a:lnTo>
                  <a:lnTo>
                    <a:pt x="5790" y="15348"/>
                  </a:lnTo>
                  <a:lnTo>
                    <a:pt x="5135" y="15129"/>
                  </a:lnTo>
                  <a:lnTo>
                    <a:pt x="4479" y="14856"/>
                  </a:lnTo>
                  <a:lnTo>
                    <a:pt x="3879" y="14583"/>
                  </a:lnTo>
                  <a:lnTo>
                    <a:pt x="3278" y="14201"/>
                  </a:lnTo>
                  <a:lnTo>
                    <a:pt x="2732" y="13709"/>
                  </a:lnTo>
                  <a:lnTo>
                    <a:pt x="2349" y="14091"/>
                  </a:lnTo>
                  <a:lnTo>
                    <a:pt x="2349" y="14091"/>
                  </a:lnTo>
                  <a:lnTo>
                    <a:pt x="2186" y="14201"/>
                  </a:lnTo>
                  <a:lnTo>
                    <a:pt x="1967" y="14255"/>
                  </a:lnTo>
                  <a:lnTo>
                    <a:pt x="1749" y="14201"/>
                  </a:lnTo>
                  <a:lnTo>
                    <a:pt x="1530" y="14091"/>
                  </a:lnTo>
                  <a:lnTo>
                    <a:pt x="1530" y="14091"/>
                  </a:lnTo>
                  <a:lnTo>
                    <a:pt x="1421" y="13873"/>
                  </a:lnTo>
                  <a:lnTo>
                    <a:pt x="1366" y="13654"/>
                  </a:lnTo>
                  <a:lnTo>
                    <a:pt x="1421" y="13436"/>
                  </a:lnTo>
                  <a:lnTo>
                    <a:pt x="1530" y="13272"/>
                  </a:lnTo>
                  <a:lnTo>
                    <a:pt x="1913" y="12890"/>
                  </a:lnTo>
                  <a:lnTo>
                    <a:pt x="1913" y="12890"/>
                  </a:lnTo>
                  <a:lnTo>
                    <a:pt x="1421" y="12344"/>
                  </a:lnTo>
                  <a:lnTo>
                    <a:pt x="1039" y="11743"/>
                  </a:lnTo>
                  <a:lnTo>
                    <a:pt x="766" y="11142"/>
                  </a:lnTo>
                  <a:lnTo>
                    <a:pt x="493" y="10487"/>
                  </a:lnTo>
                  <a:lnTo>
                    <a:pt x="274" y="9831"/>
                  </a:lnTo>
                  <a:lnTo>
                    <a:pt x="110" y="9176"/>
                  </a:lnTo>
                  <a:lnTo>
                    <a:pt x="56" y="8466"/>
                  </a:lnTo>
                  <a:lnTo>
                    <a:pt x="1" y="7811"/>
                  </a:lnTo>
                  <a:lnTo>
                    <a:pt x="56" y="7155"/>
                  </a:lnTo>
                  <a:lnTo>
                    <a:pt x="110" y="6445"/>
                  </a:lnTo>
                  <a:lnTo>
                    <a:pt x="274" y="5790"/>
                  </a:lnTo>
                  <a:lnTo>
                    <a:pt x="493" y="5134"/>
                  </a:lnTo>
                  <a:lnTo>
                    <a:pt x="766" y="4479"/>
                  </a:lnTo>
                  <a:lnTo>
                    <a:pt x="1039" y="3878"/>
                  </a:lnTo>
                  <a:lnTo>
                    <a:pt x="1421" y="3278"/>
                  </a:lnTo>
                  <a:lnTo>
                    <a:pt x="1913" y="2731"/>
                  </a:lnTo>
                  <a:lnTo>
                    <a:pt x="1530" y="2349"/>
                  </a:lnTo>
                  <a:lnTo>
                    <a:pt x="1530" y="2349"/>
                  </a:lnTo>
                  <a:lnTo>
                    <a:pt x="1421" y="2185"/>
                  </a:lnTo>
                  <a:lnTo>
                    <a:pt x="1366" y="1967"/>
                  </a:lnTo>
                  <a:lnTo>
                    <a:pt x="1421" y="1748"/>
                  </a:lnTo>
                  <a:lnTo>
                    <a:pt x="1530" y="1530"/>
                  </a:lnTo>
                  <a:lnTo>
                    <a:pt x="1530" y="1530"/>
                  </a:lnTo>
                  <a:lnTo>
                    <a:pt x="1749" y="1421"/>
                  </a:lnTo>
                  <a:lnTo>
                    <a:pt x="1967" y="1366"/>
                  </a:lnTo>
                  <a:lnTo>
                    <a:pt x="2186" y="1421"/>
                  </a:lnTo>
                  <a:lnTo>
                    <a:pt x="2349" y="1530"/>
                  </a:lnTo>
                  <a:lnTo>
                    <a:pt x="2732" y="1912"/>
                  </a:lnTo>
                  <a:lnTo>
                    <a:pt x="2732" y="1912"/>
                  </a:lnTo>
                  <a:lnTo>
                    <a:pt x="3278" y="1421"/>
                  </a:lnTo>
                  <a:lnTo>
                    <a:pt x="3879" y="1038"/>
                  </a:lnTo>
                  <a:lnTo>
                    <a:pt x="4479" y="765"/>
                  </a:lnTo>
                  <a:lnTo>
                    <a:pt x="5135" y="492"/>
                  </a:lnTo>
                  <a:lnTo>
                    <a:pt x="5790" y="274"/>
                  </a:lnTo>
                  <a:lnTo>
                    <a:pt x="6446" y="110"/>
                  </a:lnTo>
                  <a:lnTo>
                    <a:pt x="7156" y="55"/>
                  </a:lnTo>
                  <a:lnTo>
                    <a:pt x="7811" y="1"/>
                  </a:lnTo>
                  <a:lnTo>
                    <a:pt x="8466" y="55"/>
                  </a:lnTo>
                  <a:lnTo>
                    <a:pt x="9176" y="110"/>
                  </a:lnTo>
                  <a:lnTo>
                    <a:pt x="9832" y="274"/>
                  </a:lnTo>
                  <a:lnTo>
                    <a:pt x="10487" y="492"/>
                  </a:lnTo>
                  <a:lnTo>
                    <a:pt x="11143" y="765"/>
                  </a:lnTo>
                  <a:lnTo>
                    <a:pt x="11743" y="1038"/>
                  </a:lnTo>
                  <a:lnTo>
                    <a:pt x="12344" y="1421"/>
                  </a:lnTo>
                  <a:lnTo>
                    <a:pt x="12890" y="1912"/>
                  </a:lnTo>
                  <a:lnTo>
                    <a:pt x="13273" y="1530"/>
                  </a:lnTo>
                  <a:lnTo>
                    <a:pt x="13273" y="1530"/>
                  </a:lnTo>
                  <a:lnTo>
                    <a:pt x="13436" y="1421"/>
                  </a:lnTo>
                  <a:lnTo>
                    <a:pt x="13655" y="1366"/>
                  </a:lnTo>
                  <a:lnTo>
                    <a:pt x="13873" y="1421"/>
                  </a:lnTo>
                  <a:lnTo>
                    <a:pt x="14092" y="1530"/>
                  </a:lnTo>
                  <a:lnTo>
                    <a:pt x="14092" y="1530"/>
                  </a:lnTo>
                  <a:lnTo>
                    <a:pt x="14201" y="1748"/>
                  </a:lnTo>
                  <a:lnTo>
                    <a:pt x="14256" y="1967"/>
                  </a:lnTo>
                  <a:lnTo>
                    <a:pt x="14201" y="2185"/>
                  </a:lnTo>
                  <a:lnTo>
                    <a:pt x="14092" y="2349"/>
                  </a:lnTo>
                  <a:lnTo>
                    <a:pt x="13710" y="2731"/>
                  </a:lnTo>
                  <a:lnTo>
                    <a:pt x="13710" y="2731"/>
                  </a:lnTo>
                  <a:lnTo>
                    <a:pt x="14201" y="3278"/>
                  </a:lnTo>
                  <a:lnTo>
                    <a:pt x="14583" y="3878"/>
                  </a:lnTo>
                  <a:lnTo>
                    <a:pt x="14856" y="4479"/>
                  </a:lnTo>
                  <a:lnTo>
                    <a:pt x="15130" y="5134"/>
                  </a:lnTo>
                  <a:lnTo>
                    <a:pt x="15348" y="5790"/>
                  </a:lnTo>
                  <a:lnTo>
                    <a:pt x="15512" y="6445"/>
                  </a:lnTo>
                  <a:lnTo>
                    <a:pt x="15567" y="7155"/>
                  </a:lnTo>
                  <a:lnTo>
                    <a:pt x="15621" y="7811"/>
                  </a:lnTo>
                  <a:lnTo>
                    <a:pt x="15567" y="8466"/>
                  </a:lnTo>
                  <a:lnTo>
                    <a:pt x="15512" y="9176"/>
                  </a:lnTo>
                  <a:lnTo>
                    <a:pt x="15348" y="9831"/>
                  </a:lnTo>
                  <a:lnTo>
                    <a:pt x="15130" y="10487"/>
                  </a:lnTo>
                  <a:lnTo>
                    <a:pt x="14856" y="11142"/>
                  </a:lnTo>
                  <a:lnTo>
                    <a:pt x="14583" y="11743"/>
                  </a:lnTo>
                  <a:lnTo>
                    <a:pt x="14201" y="12344"/>
                  </a:lnTo>
                  <a:lnTo>
                    <a:pt x="13710" y="12890"/>
                  </a:lnTo>
                  <a:lnTo>
                    <a:pt x="14092" y="13272"/>
                  </a:lnTo>
                  <a:lnTo>
                    <a:pt x="14092" y="13272"/>
                  </a:lnTo>
                  <a:lnTo>
                    <a:pt x="14201" y="13436"/>
                  </a:lnTo>
                  <a:lnTo>
                    <a:pt x="14256" y="13654"/>
                  </a:lnTo>
                  <a:lnTo>
                    <a:pt x="14201" y="13873"/>
                  </a:lnTo>
                  <a:lnTo>
                    <a:pt x="14092" y="14091"/>
                  </a:lnTo>
                  <a:lnTo>
                    <a:pt x="14092" y="14091"/>
                  </a:lnTo>
                  <a:lnTo>
                    <a:pt x="13873" y="14201"/>
                  </a:lnTo>
                  <a:lnTo>
                    <a:pt x="13655" y="14255"/>
                  </a:lnTo>
                  <a:lnTo>
                    <a:pt x="13436" y="14201"/>
                  </a:lnTo>
                  <a:lnTo>
                    <a:pt x="13273" y="14091"/>
                  </a:lnTo>
                  <a:lnTo>
                    <a:pt x="13273" y="1409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6"/>
            <p:cNvSpPr/>
            <p:nvPr/>
          </p:nvSpPr>
          <p:spPr>
            <a:xfrm>
              <a:off x="5055225" y="3719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18" name="Google Shape;1218;p5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874335">
            <a:off x="6848973" y="-2363527"/>
            <a:ext cx="6700174" cy="434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7"/>
          <p:cNvSpPr txBox="1"/>
          <p:nvPr>
            <p:ph type="title"/>
          </p:nvPr>
        </p:nvSpPr>
        <p:spPr>
          <a:xfrm>
            <a:off x="2391900" y="364001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— Program Vloei</a:t>
            </a:r>
            <a:endParaRPr/>
          </a:p>
        </p:txBody>
      </p:sp>
      <p:sp>
        <p:nvSpPr>
          <p:cNvPr id="1224" name="Google Shape;1224;p57"/>
          <p:cNvSpPr txBox="1"/>
          <p:nvPr>
            <p:ph idx="1" type="subTitle"/>
          </p:nvPr>
        </p:nvSpPr>
        <p:spPr>
          <a:xfrm>
            <a:off x="1571900" y="1453575"/>
            <a:ext cx="60003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Student kies kampus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Studente voer huidige ligging in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Optionele invoer van gewenste studietyd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Stelsel gebruik huidige tyd, indien geen tyd ingevoer word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Databasis bepaal beskikbare lokale volgens rooster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Resultate kan gesorteer en gefiltreer word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Kortste roete word bereken, en vertoon</a:t>
            </a:r>
            <a:endParaRPr sz="1400"/>
          </a:p>
        </p:txBody>
      </p:sp>
      <p:cxnSp>
        <p:nvCxnSpPr>
          <p:cNvPr id="1225" name="Google Shape;1225;p57"/>
          <p:cNvCxnSpPr/>
          <p:nvPr/>
        </p:nvCxnSpPr>
        <p:spPr>
          <a:xfrm>
            <a:off x="3421800" y="3487625"/>
            <a:ext cx="23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8"/>
          <p:cNvSpPr txBox="1"/>
          <p:nvPr>
            <p:ph type="title"/>
          </p:nvPr>
        </p:nvSpPr>
        <p:spPr>
          <a:xfrm>
            <a:off x="3842675" y="2428325"/>
            <a:ext cx="4530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ADT</a:t>
            </a:r>
            <a:endParaRPr/>
          </a:p>
        </p:txBody>
      </p:sp>
      <p:sp>
        <p:nvSpPr>
          <p:cNvPr id="1231" name="Google Shape;1231;p58"/>
          <p:cNvSpPr txBox="1"/>
          <p:nvPr>
            <p:ph idx="2" type="title"/>
          </p:nvPr>
        </p:nvSpPr>
        <p:spPr>
          <a:xfrm>
            <a:off x="5342188" y="1291200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32" name="Google Shape;1232;p58"/>
          <p:cNvSpPr txBox="1"/>
          <p:nvPr>
            <p:ph idx="1" type="subTitle"/>
          </p:nvPr>
        </p:nvSpPr>
        <p:spPr>
          <a:xfrm>
            <a:off x="4567138" y="33703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Beskrywing en motivering vir abstrakte data tipes wat gebruik word</a:t>
            </a:r>
            <a:endParaRPr/>
          </a:p>
        </p:txBody>
      </p:sp>
      <p:cxnSp>
        <p:nvCxnSpPr>
          <p:cNvPr id="1233" name="Google Shape;1233;p58"/>
          <p:cNvCxnSpPr/>
          <p:nvPr/>
        </p:nvCxnSpPr>
        <p:spPr>
          <a:xfrm>
            <a:off x="5425288" y="2260978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4" name="Google Shape;1234;p58"/>
          <p:cNvGrpSpPr/>
          <p:nvPr/>
        </p:nvGrpSpPr>
        <p:grpSpPr>
          <a:xfrm>
            <a:off x="1805872" y="734091"/>
            <a:ext cx="2287695" cy="2289334"/>
            <a:chOff x="1192500" y="238125"/>
            <a:chExt cx="5235000" cy="5238750"/>
          </a:xfrm>
        </p:grpSpPr>
        <p:sp>
          <p:nvSpPr>
            <p:cNvPr id="1235" name="Google Shape;1235;p58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8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8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8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8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8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8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8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8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8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8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8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8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8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8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8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58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8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8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8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8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8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8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8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8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8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8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58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58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8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58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8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8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8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8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8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8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8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8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58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58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58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58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58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58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58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8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58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8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8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8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58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58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58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58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58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58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58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58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8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58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58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8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58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8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8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8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58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58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8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8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8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8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58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58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8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8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8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8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8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8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8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8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8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8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8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8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8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58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58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8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8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8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8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8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8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8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8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8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8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8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8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8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8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8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8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8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8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8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8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8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8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58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58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58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58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58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8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8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58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8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58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8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58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8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58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58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58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8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58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58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58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58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58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58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8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8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8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58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8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8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58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58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58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8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58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8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8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8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8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58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8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58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58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58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58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58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58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58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58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58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58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58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58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58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58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04" name="Google Shape;1404;p5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076215">
            <a:off x="-1616015" y="2704203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59"/>
          <p:cNvSpPr txBox="1"/>
          <p:nvPr>
            <p:ph type="title"/>
          </p:nvPr>
        </p:nvSpPr>
        <p:spPr>
          <a:xfrm>
            <a:off x="720000" y="445025"/>
            <a:ext cx="47391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Geweegde Grafiek</a:t>
            </a:r>
            <a:endParaRPr/>
          </a:p>
        </p:txBody>
      </p:sp>
      <p:sp>
        <p:nvSpPr>
          <p:cNvPr id="1410" name="Google Shape;1410;p59"/>
          <p:cNvSpPr txBox="1"/>
          <p:nvPr>
            <p:ph idx="1" type="body"/>
          </p:nvPr>
        </p:nvSpPr>
        <p:spPr>
          <a:xfrm>
            <a:off x="759800" y="1423725"/>
            <a:ext cx="3571500" cy="21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‘n Geweegde Grafiek is vir ons oplossing die mees praktiese ADT om te gebruik: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Nodusse -&gt; geboue, lokale en ander areas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Rande -&gt; paaie en verbindings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Ongerigte grafiek, paaie werk albei kante toe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Positiewe gewigte stel afstande voor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411" name="Google Shape;1411;p59"/>
          <p:cNvPicPr preferRelativeResize="0"/>
          <p:nvPr/>
        </p:nvPicPr>
        <p:blipFill rotWithShape="1">
          <a:blip r:embed="rId3">
            <a:alphaModFix/>
          </a:blip>
          <a:srcRect b="0" l="4189" r="4189" t="0"/>
          <a:stretch/>
        </p:blipFill>
        <p:spPr>
          <a:xfrm>
            <a:off x="5028660" y="910590"/>
            <a:ext cx="3395340" cy="3322319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Motivering</a:t>
            </a:r>
            <a:endParaRPr/>
          </a:p>
        </p:txBody>
      </p:sp>
      <p:sp>
        <p:nvSpPr>
          <p:cNvPr id="1417" name="Google Shape;1417;p60"/>
          <p:cNvSpPr txBox="1"/>
          <p:nvPr>
            <p:ph idx="1" type="body"/>
          </p:nvPr>
        </p:nvSpPr>
        <p:spPr>
          <a:xfrm>
            <a:off x="878650" y="1424100"/>
            <a:ext cx="44622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‘n Paar redes wat die keuse sal ondersteun: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Modulleer die kampusuitleg natuurlik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Verteenwoordig afstande tussen punte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Maak kortste roete berekening moontlik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Ideaal vir die dijkstra algoritme, a.g.v. die positiewe gewigte</a:t>
            </a:r>
            <a:endParaRPr/>
          </a:p>
        </p:txBody>
      </p:sp>
      <p:grpSp>
        <p:nvGrpSpPr>
          <p:cNvPr id="1418" name="Google Shape;1418;p60"/>
          <p:cNvGrpSpPr/>
          <p:nvPr/>
        </p:nvGrpSpPr>
        <p:grpSpPr>
          <a:xfrm>
            <a:off x="5192772" y="3542516"/>
            <a:ext cx="2287695" cy="2289334"/>
            <a:chOff x="1192500" y="238125"/>
            <a:chExt cx="5235000" cy="5238750"/>
          </a:xfrm>
        </p:grpSpPr>
        <p:sp>
          <p:nvSpPr>
            <p:cNvPr id="1419" name="Google Shape;1419;p60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60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60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60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60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60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60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60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60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60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60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60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60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60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60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60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60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60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60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60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60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60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60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60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60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60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60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60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60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60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60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60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60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60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60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60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60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60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60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60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60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60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60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60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60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60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60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60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60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60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60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60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60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60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60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60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60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60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60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60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60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60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60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60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60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60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60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60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60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60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60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60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60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60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60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60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60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60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60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60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60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60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60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60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60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60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60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60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60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60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60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60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60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60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60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60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60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60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60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0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60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60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60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60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60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60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60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60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60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0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60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60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60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60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60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60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60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60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60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60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60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60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60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60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60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60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60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60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60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60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60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60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60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60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60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60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60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60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60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60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60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60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60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60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60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60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60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60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60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60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60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60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60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60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60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60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60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60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60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0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60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60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60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60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60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60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8" name="Google Shape;1588;p60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85896">
            <a:off x="6121022" y="954127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4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61"/>
          <p:cNvSpPr txBox="1"/>
          <p:nvPr>
            <p:ph type="title"/>
          </p:nvPr>
        </p:nvSpPr>
        <p:spPr>
          <a:xfrm>
            <a:off x="2391900" y="364001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— Dijkstra Algoritme</a:t>
            </a:r>
            <a:endParaRPr/>
          </a:p>
        </p:txBody>
      </p:sp>
      <p:sp>
        <p:nvSpPr>
          <p:cNvPr id="1594" name="Google Shape;1594;p61"/>
          <p:cNvSpPr txBox="1"/>
          <p:nvPr>
            <p:ph idx="1" type="subTitle"/>
          </p:nvPr>
        </p:nvSpPr>
        <p:spPr>
          <a:xfrm>
            <a:off x="1571900" y="1453574"/>
            <a:ext cx="6383380" cy="203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Begin by student se huidige ligging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Bereken die korste afstand na die ander nodusse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Kies telkens die onbesoekde node met die kortste afstand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Werk afstande op waar ‘n korter roete gevind word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Bepaal uiteindelik die kortste roete na die bestemming</a:t>
            </a:r>
            <a:endParaRPr sz="1400"/>
          </a:p>
        </p:txBody>
      </p:sp>
      <p:cxnSp>
        <p:nvCxnSpPr>
          <p:cNvPr id="1595" name="Google Shape;1595;p61"/>
          <p:cNvCxnSpPr/>
          <p:nvPr/>
        </p:nvCxnSpPr>
        <p:spPr>
          <a:xfrm>
            <a:off x="3421800" y="3487625"/>
            <a:ext cx="23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62"/>
          <p:cNvSpPr txBox="1"/>
          <p:nvPr>
            <p:ph idx="13" type="subTitle"/>
          </p:nvPr>
        </p:nvSpPr>
        <p:spPr>
          <a:xfrm>
            <a:off x="6083079" y="2309310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Probleem is die van die kortste pad, nie ‘n boom nie</a:t>
            </a:r>
            <a:endParaRPr/>
          </a:p>
        </p:txBody>
      </p:sp>
      <p:pic>
        <p:nvPicPr>
          <p:cNvPr id="1601" name="Google Shape;1601;p6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3988">
            <a:off x="7013343" y="-2380227"/>
            <a:ext cx="6907361" cy="447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6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2700008">
            <a:off x="-3258506" y="4291647"/>
            <a:ext cx="6907361" cy="447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62"/>
          <p:cNvSpPr txBox="1"/>
          <p:nvPr>
            <p:ph idx="15" type="subTitle"/>
          </p:nvPr>
        </p:nvSpPr>
        <p:spPr>
          <a:xfrm>
            <a:off x="6056776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Geweegde Grafieke ondersteun reeds Dijkstra</a:t>
            </a:r>
            <a:endParaRPr/>
          </a:p>
        </p:txBody>
      </p:sp>
      <p:sp>
        <p:nvSpPr>
          <p:cNvPr id="1604" name="Google Shape;1604;p62"/>
          <p:cNvSpPr txBox="1"/>
          <p:nvPr>
            <p:ph idx="9" type="title"/>
          </p:nvPr>
        </p:nvSpPr>
        <p:spPr>
          <a:xfrm>
            <a:off x="5867253" y="1910944"/>
            <a:ext cx="2454764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Kortste Roete</a:t>
            </a:r>
            <a:endParaRPr/>
          </a:p>
        </p:txBody>
      </p:sp>
      <p:sp>
        <p:nvSpPr>
          <p:cNvPr id="1605" name="Google Shape;1605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Waarom nie ‘n boom nie?</a:t>
            </a:r>
            <a:endParaRPr/>
          </a:p>
        </p:txBody>
      </p:sp>
      <p:sp>
        <p:nvSpPr>
          <p:cNvPr id="1606" name="Google Shape;1606;p62"/>
          <p:cNvSpPr txBox="1"/>
          <p:nvPr>
            <p:ph idx="2" type="title"/>
          </p:nvPr>
        </p:nvSpPr>
        <p:spPr>
          <a:xfrm>
            <a:off x="1101175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Hiërargie</a:t>
            </a:r>
            <a:endParaRPr/>
          </a:p>
        </p:txBody>
      </p:sp>
      <p:sp>
        <p:nvSpPr>
          <p:cNvPr id="1607" name="Google Shape;1607;p62"/>
          <p:cNvSpPr txBox="1"/>
          <p:nvPr>
            <p:ph idx="1" type="subTitle"/>
          </p:nvPr>
        </p:nvSpPr>
        <p:spPr>
          <a:xfrm>
            <a:off x="1101175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Word reeds deur die databasis hanteer</a:t>
            </a:r>
            <a:endParaRPr/>
          </a:p>
        </p:txBody>
      </p:sp>
      <p:sp>
        <p:nvSpPr>
          <p:cNvPr id="1608" name="Google Shape;1608;p62"/>
          <p:cNvSpPr txBox="1"/>
          <p:nvPr>
            <p:ph idx="3" type="title"/>
          </p:nvPr>
        </p:nvSpPr>
        <p:spPr>
          <a:xfrm>
            <a:off x="3578946" y="1908092"/>
            <a:ext cx="2070013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Verhoudings</a:t>
            </a:r>
            <a:endParaRPr/>
          </a:p>
        </p:txBody>
      </p:sp>
      <p:sp>
        <p:nvSpPr>
          <p:cNvPr id="1609" name="Google Shape;1609;p62"/>
          <p:cNvSpPr txBox="1"/>
          <p:nvPr>
            <p:ph idx="4" type="subTitle"/>
          </p:nvPr>
        </p:nvSpPr>
        <p:spPr>
          <a:xfrm>
            <a:off x="3578947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‘n Boom is nie nodig om verhoudings voor te stel nie</a:t>
            </a:r>
            <a:endParaRPr/>
          </a:p>
        </p:txBody>
      </p:sp>
      <p:sp>
        <p:nvSpPr>
          <p:cNvPr id="1610" name="Google Shape;1610;p62"/>
          <p:cNvSpPr txBox="1"/>
          <p:nvPr>
            <p:ph idx="6" type="subTitle"/>
          </p:nvPr>
        </p:nvSpPr>
        <p:spPr>
          <a:xfrm>
            <a:off x="1101175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Slegs een pad word tussen nodusse toegelaat </a:t>
            </a:r>
            <a:endParaRPr/>
          </a:p>
        </p:txBody>
      </p:sp>
      <p:sp>
        <p:nvSpPr>
          <p:cNvPr id="1611" name="Google Shape;1611;p62"/>
          <p:cNvSpPr txBox="1"/>
          <p:nvPr>
            <p:ph idx="8" type="subTitle"/>
          </p:nvPr>
        </p:nvSpPr>
        <p:spPr>
          <a:xfrm>
            <a:off x="3578947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Daar is verskeie moontlike paaie tussen lokale</a:t>
            </a:r>
            <a:endParaRPr/>
          </a:p>
        </p:txBody>
      </p:sp>
      <p:sp>
        <p:nvSpPr>
          <p:cNvPr id="1612" name="Google Shape;1612;p62"/>
          <p:cNvSpPr txBox="1"/>
          <p:nvPr>
            <p:ph idx="14" type="title"/>
          </p:nvPr>
        </p:nvSpPr>
        <p:spPr>
          <a:xfrm>
            <a:off x="6056776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Dijkstra</a:t>
            </a:r>
            <a:endParaRPr/>
          </a:p>
        </p:txBody>
      </p:sp>
      <p:sp>
        <p:nvSpPr>
          <p:cNvPr id="1613" name="Google Shape;1613;p62"/>
          <p:cNvSpPr txBox="1"/>
          <p:nvPr>
            <p:ph idx="5" type="title"/>
          </p:nvPr>
        </p:nvSpPr>
        <p:spPr>
          <a:xfrm>
            <a:off x="1101175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Een Pad</a:t>
            </a:r>
            <a:endParaRPr/>
          </a:p>
        </p:txBody>
      </p:sp>
      <p:sp>
        <p:nvSpPr>
          <p:cNvPr id="1614" name="Google Shape;1614;p62"/>
          <p:cNvSpPr txBox="1"/>
          <p:nvPr>
            <p:ph idx="7" type="title"/>
          </p:nvPr>
        </p:nvSpPr>
        <p:spPr>
          <a:xfrm>
            <a:off x="3458924" y="3692889"/>
            <a:ext cx="2293533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Moontlikhede</a:t>
            </a:r>
            <a:endParaRPr/>
          </a:p>
        </p:txBody>
      </p:sp>
      <p:grpSp>
        <p:nvGrpSpPr>
          <p:cNvPr id="1615" name="Google Shape;1615;p62"/>
          <p:cNvGrpSpPr/>
          <p:nvPr/>
        </p:nvGrpSpPr>
        <p:grpSpPr>
          <a:xfrm>
            <a:off x="1958161" y="1328250"/>
            <a:ext cx="277339" cy="272482"/>
            <a:chOff x="-40748275" y="3238700"/>
            <a:chExt cx="322600" cy="316950"/>
          </a:xfrm>
        </p:grpSpPr>
        <p:sp>
          <p:nvSpPr>
            <p:cNvPr id="1616" name="Google Shape;1616;p62"/>
            <p:cNvSpPr/>
            <p:nvPr/>
          </p:nvSpPr>
          <p:spPr>
            <a:xfrm>
              <a:off x="-40709675" y="3273750"/>
              <a:ext cx="84300" cy="84300"/>
            </a:xfrm>
            <a:custGeom>
              <a:rect b="b" l="l" r="r" t="t"/>
              <a:pathLst>
                <a:path extrusionOk="0" h="3372" w="3372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62"/>
            <p:cNvSpPr/>
            <p:nvPr/>
          </p:nvSpPr>
          <p:spPr>
            <a:xfrm>
              <a:off x="-40578925" y="3247175"/>
              <a:ext cx="151250" cy="149475"/>
            </a:xfrm>
            <a:custGeom>
              <a:rect b="b" l="l" r="r" t="t"/>
              <a:pathLst>
                <a:path extrusionOk="0" h="5979" w="605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62"/>
            <p:cNvSpPr/>
            <p:nvPr/>
          </p:nvSpPr>
          <p:spPr>
            <a:xfrm>
              <a:off x="-40678175" y="3305250"/>
              <a:ext cx="213475" cy="213475"/>
            </a:xfrm>
            <a:custGeom>
              <a:rect b="b" l="l" r="r" t="t"/>
              <a:pathLst>
                <a:path extrusionOk="0" h="8539" w="8539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62"/>
            <p:cNvSpPr/>
            <p:nvPr/>
          </p:nvSpPr>
          <p:spPr>
            <a:xfrm>
              <a:off x="-40513550" y="3469850"/>
              <a:ext cx="87875" cy="85800"/>
            </a:xfrm>
            <a:custGeom>
              <a:rect b="b" l="l" r="r" t="t"/>
              <a:pathLst>
                <a:path extrusionOk="0" h="3432" w="3515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62"/>
            <p:cNvSpPr/>
            <p:nvPr/>
          </p:nvSpPr>
          <p:spPr>
            <a:xfrm>
              <a:off x="-40738025" y="3404500"/>
              <a:ext cx="150450" cy="149475"/>
            </a:xfrm>
            <a:custGeom>
              <a:rect b="b" l="l" r="r" t="t"/>
              <a:pathLst>
                <a:path extrusionOk="0" h="5979" w="6018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62"/>
            <p:cNvSpPr/>
            <p:nvPr/>
          </p:nvSpPr>
          <p:spPr>
            <a:xfrm>
              <a:off x="-40748275" y="3238700"/>
              <a:ext cx="92175" cy="87850"/>
            </a:xfrm>
            <a:custGeom>
              <a:rect b="b" l="l" r="r" t="t"/>
              <a:pathLst>
                <a:path extrusionOk="0" h="3514" w="3687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2" name="Google Shape;1622;p62"/>
          <p:cNvGrpSpPr/>
          <p:nvPr/>
        </p:nvGrpSpPr>
        <p:grpSpPr>
          <a:xfrm>
            <a:off x="4437835" y="1339866"/>
            <a:ext cx="273578" cy="249206"/>
            <a:chOff x="-40745125" y="3632900"/>
            <a:chExt cx="318225" cy="289875"/>
          </a:xfrm>
        </p:grpSpPr>
        <p:sp>
          <p:nvSpPr>
            <p:cNvPr id="1623" name="Google Shape;1623;p62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62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62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62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62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62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62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0" name="Google Shape;1630;p62"/>
          <p:cNvSpPr/>
          <p:nvPr/>
        </p:nvSpPr>
        <p:spPr>
          <a:xfrm>
            <a:off x="1955430" y="3093412"/>
            <a:ext cx="277366" cy="276689"/>
          </a:xfrm>
          <a:custGeom>
            <a:rect b="b" l="l" r="r" t="t"/>
            <a:pathLst>
              <a:path extrusionOk="0" h="12666" w="12697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1" name="Google Shape;1631;p62"/>
          <p:cNvGrpSpPr/>
          <p:nvPr/>
        </p:nvGrpSpPr>
        <p:grpSpPr>
          <a:xfrm>
            <a:off x="6916550" y="1339693"/>
            <a:ext cx="269571" cy="250049"/>
            <a:chOff x="-62511900" y="4129100"/>
            <a:chExt cx="304050" cy="282000"/>
          </a:xfrm>
        </p:grpSpPr>
        <p:sp>
          <p:nvSpPr>
            <p:cNvPr id="1632" name="Google Shape;1632;p62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62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62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62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62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7" name="Google Shape;1637;p62"/>
          <p:cNvSpPr/>
          <p:nvPr/>
        </p:nvSpPr>
        <p:spPr>
          <a:xfrm>
            <a:off x="6911047" y="3092702"/>
            <a:ext cx="277363" cy="278086"/>
          </a:xfrm>
          <a:custGeom>
            <a:rect b="b" l="l" r="r" t="t"/>
            <a:pathLst>
              <a:path extrusionOk="0" h="12698" w="12665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8" name="Google Shape;1638;p62"/>
          <p:cNvGrpSpPr/>
          <p:nvPr/>
        </p:nvGrpSpPr>
        <p:grpSpPr>
          <a:xfrm>
            <a:off x="4436664" y="3092537"/>
            <a:ext cx="277354" cy="278054"/>
            <a:chOff x="-61784125" y="3377700"/>
            <a:chExt cx="316650" cy="317450"/>
          </a:xfrm>
        </p:grpSpPr>
        <p:sp>
          <p:nvSpPr>
            <p:cNvPr id="1639" name="Google Shape;1639;p62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62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62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62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62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62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62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46" name="Google Shape;1646;p62"/>
          <p:cNvCxnSpPr/>
          <p:nvPr/>
        </p:nvCxnSpPr>
        <p:spPr>
          <a:xfrm>
            <a:off x="1616825" y="1818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7" name="Google Shape;1647;p62"/>
          <p:cNvCxnSpPr/>
          <p:nvPr/>
        </p:nvCxnSpPr>
        <p:spPr>
          <a:xfrm>
            <a:off x="1616825" y="3603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8" name="Google Shape;1648;p62"/>
          <p:cNvCxnSpPr/>
          <p:nvPr/>
        </p:nvCxnSpPr>
        <p:spPr>
          <a:xfrm>
            <a:off x="4091975" y="1818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9" name="Google Shape;1649;p62"/>
          <p:cNvCxnSpPr/>
          <p:nvPr/>
        </p:nvCxnSpPr>
        <p:spPr>
          <a:xfrm>
            <a:off x="4091975" y="3603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0" name="Google Shape;1650;p62"/>
          <p:cNvCxnSpPr/>
          <p:nvPr/>
        </p:nvCxnSpPr>
        <p:spPr>
          <a:xfrm>
            <a:off x="6567125" y="1818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1" name="Google Shape;1651;p62"/>
          <p:cNvCxnSpPr/>
          <p:nvPr/>
        </p:nvCxnSpPr>
        <p:spPr>
          <a:xfrm>
            <a:off x="6567125" y="3603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63"/>
          <p:cNvSpPr txBox="1"/>
          <p:nvPr>
            <p:ph type="title"/>
          </p:nvPr>
        </p:nvSpPr>
        <p:spPr>
          <a:xfrm>
            <a:off x="720000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Databasis</a:t>
            </a:r>
            <a:endParaRPr/>
          </a:p>
        </p:txBody>
      </p:sp>
      <p:sp>
        <p:nvSpPr>
          <p:cNvPr id="1657" name="Google Shape;1657;p63"/>
          <p:cNvSpPr txBox="1"/>
          <p:nvPr>
            <p:ph idx="2" type="title"/>
          </p:nvPr>
        </p:nvSpPr>
        <p:spPr>
          <a:xfrm>
            <a:off x="720000" y="1164975"/>
            <a:ext cx="153095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58" name="Google Shape;1658;p63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Databasis ontwerp wat gebruik gaan word</a:t>
            </a:r>
            <a:endParaRPr/>
          </a:p>
        </p:txBody>
      </p:sp>
      <p:cxnSp>
        <p:nvCxnSpPr>
          <p:cNvPr id="1659" name="Google Shape;1659;p63"/>
          <p:cNvCxnSpPr/>
          <p:nvPr/>
        </p:nvCxnSpPr>
        <p:spPr>
          <a:xfrm>
            <a:off x="8862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0" name="Google Shape;1660;p63"/>
          <p:cNvGrpSpPr/>
          <p:nvPr/>
        </p:nvGrpSpPr>
        <p:grpSpPr>
          <a:xfrm>
            <a:off x="4712859" y="2535991"/>
            <a:ext cx="2287695" cy="2289334"/>
            <a:chOff x="1192500" y="238125"/>
            <a:chExt cx="5235000" cy="5238750"/>
          </a:xfrm>
        </p:grpSpPr>
        <p:sp>
          <p:nvSpPr>
            <p:cNvPr id="1661" name="Google Shape;1661;p63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63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63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63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63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63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63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63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63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63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63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63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63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63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63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63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63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63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63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63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63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63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63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63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63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63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63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63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63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63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63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63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63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63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63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63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63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63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63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63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63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63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63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63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63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63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63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63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63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63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63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63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63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63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63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63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63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63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63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63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63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63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63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63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63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63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63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63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63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63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63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63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63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63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63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63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63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63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63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63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63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63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63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63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63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63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63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63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63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63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63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63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63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63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63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63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63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63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63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63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63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63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63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63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63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63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63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63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63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63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63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63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63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63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63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63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63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63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3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63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63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63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63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63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63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63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63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63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63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63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63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63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63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63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63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63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63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63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63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3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63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63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63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63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63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63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63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3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63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63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63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63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63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63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63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63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63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63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63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63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63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63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63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63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63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63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63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63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63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64"/>
          <p:cNvSpPr txBox="1"/>
          <p:nvPr>
            <p:ph idx="4294967295" type="title"/>
          </p:nvPr>
        </p:nvSpPr>
        <p:spPr>
          <a:xfrm>
            <a:off x="5006340" y="1985210"/>
            <a:ext cx="385188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2"/>
                </a:solidFill>
              </a:rPr>
              <a:t>ERD van Databasis Ontwerp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5"/>
          <p:cNvSpPr txBox="1"/>
          <p:nvPr>
            <p:ph type="title"/>
          </p:nvPr>
        </p:nvSpPr>
        <p:spPr>
          <a:xfrm>
            <a:off x="2919552" y="1169063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Kampus en Geboue:</a:t>
            </a:r>
            <a:endParaRPr/>
          </a:p>
        </p:txBody>
      </p:sp>
      <p:sp>
        <p:nvSpPr>
          <p:cNvPr id="1840" name="Google Shape;1840;p65"/>
          <p:cNvSpPr txBox="1"/>
          <p:nvPr>
            <p:ph idx="2" type="title"/>
          </p:nvPr>
        </p:nvSpPr>
        <p:spPr>
          <a:xfrm>
            <a:off x="2919628" y="3255838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Lokale:</a:t>
            </a:r>
            <a:endParaRPr/>
          </a:p>
        </p:txBody>
      </p:sp>
      <p:sp>
        <p:nvSpPr>
          <p:cNvPr id="1841" name="Google Shape;1841;p65"/>
          <p:cNvSpPr txBox="1"/>
          <p:nvPr>
            <p:ph idx="1" type="subTitle"/>
          </p:nvPr>
        </p:nvSpPr>
        <p:spPr>
          <a:xfrm>
            <a:off x="2919775" y="3686763"/>
            <a:ext cx="4251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lokaal behoort aan presies een gebou.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lokaal is aan 'n spesifieke verdieping van sy gebou gekoppel.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Lokaal se kapasiteit is opsioneel.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Toerusting is aan 'n spesifieke lokaal gekoppel.</a:t>
            </a:r>
            <a:endParaRPr/>
          </a:p>
        </p:txBody>
      </p:sp>
      <p:sp>
        <p:nvSpPr>
          <p:cNvPr id="1842" name="Google Shape;1842;p65"/>
          <p:cNvSpPr txBox="1"/>
          <p:nvPr>
            <p:ph idx="3" type="subTitle"/>
          </p:nvPr>
        </p:nvSpPr>
        <p:spPr>
          <a:xfrm>
            <a:off x="2919774" y="1598838"/>
            <a:ext cx="47841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Kampus kan een of meer geboue hê, maar elke gebou hoort aan presies een kampus.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Gebou moet aan 'n geldige kampus gekoppel wees.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kampus het tenminste een kampuskaart gekoppel.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Gebou kan vir een of meer van sy verdiepings 'n eie vloerplan-kaart hê; elke vloerplan-kaart hoort aan presies een verdieping van ‘n gebou.</a:t>
            </a:r>
            <a:endParaRPr/>
          </a:p>
        </p:txBody>
      </p:sp>
      <p:sp>
        <p:nvSpPr>
          <p:cNvPr id="1843" name="Google Shape;1843;p65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Besigheids Reëls</a:t>
            </a:r>
            <a:endParaRPr/>
          </a:p>
        </p:txBody>
      </p:sp>
      <p:grpSp>
        <p:nvGrpSpPr>
          <p:cNvPr id="1844" name="Google Shape;1844;p65"/>
          <p:cNvGrpSpPr/>
          <p:nvPr/>
        </p:nvGrpSpPr>
        <p:grpSpPr>
          <a:xfrm>
            <a:off x="2008511" y="1478451"/>
            <a:ext cx="357303" cy="396117"/>
            <a:chOff x="3300325" y="249875"/>
            <a:chExt cx="433725" cy="480900"/>
          </a:xfrm>
        </p:grpSpPr>
        <p:sp>
          <p:nvSpPr>
            <p:cNvPr id="1845" name="Google Shape;1845;p65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1" name="Google Shape;1851;p65"/>
          <p:cNvSpPr/>
          <p:nvPr/>
        </p:nvSpPr>
        <p:spPr>
          <a:xfrm>
            <a:off x="1970038" y="3582662"/>
            <a:ext cx="434260" cy="403132"/>
          </a:xfrm>
          <a:custGeom>
            <a:rect b="b" l="l" r="r" t="t"/>
            <a:pathLst>
              <a:path extrusionOk="0" h="18196" w="19601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2" name="Google Shape;1852;p65"/>
          <p:cNvCxnSpPr/>
          <p:nvPr/>
        </p:nvCxnSpPr>
        <p:spPr>
          <a:xfrm>
            <a:off x="1707163" y="2262701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3" name="Google Shape;1853;p65"/>
          <p:cNvCxnSpPr/>
          <p:nvPr/>
        </p:nvCxnSpPr>
        <p:spPr>
          <a:xfrm>
            <a:off x="1707163" y="43434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66"/>
          <p:cNvSpPr txBox="1"/>
          <p:nvPr>
            <p:ph type="title"/>
          </p:nvPr>
        </p:nvSpPr>
        <p:spPr>
          <a:xfrm>
            <a:off x="720000" y="445025"/>
            <a:ext cx="49032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Besigheids Reëls</a:t>
            </a:r>
            <a:endParaRPr b="1"/>
          </a:p>
        </p:txBody>
      </p:sp>
      <p:sp>
        <p:nvSpPr>
          <p:cNvPr id="1859" name="Google Shape;1859;p66"/>
          <p:cNvSpPr txBox="1"/>
          <p:nvPr>
            <p:ph idx="2" type="title"/>
          </p:nvPr>
        </p:nvSpPr>
        <p:spPr>
          <a:xfrm>
            <a:off x="2644226" y="1615504"/>
            <a:ext cx="4585405" cy="5116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Gebruikers en Verifikasie:</a:t>
            </a:r>
            <a:endParaRPr/>
          </a:p>
        </p:txBody>
      </p:sp>
      <p:sp>
        <p:nvSpPr>
          <p:cNvPr id="1860" name="Google Shape;1860;p66"/>
          <p:cNvSpPr txBox="1"/>
          <p:nvPr>
            <p:ph idx="3" type="title"/>
          </p:nvPr>
        </p:nvSpPr>
        <p:spPr>
          <a:xfrm>
            <a:off x="2644226" y="3044350"/>
            <a:ext cx="2813400" cy="4420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Grafiek:</a:t>
            </a:r>
            <a:endParaRPr/>
          </a:p>
        </p:txBody>
      </p:sp>
      <p:sp>
        <p:nvSpPr>
          <p:cNvPr id="1861" name="Google Shape;1861;p66"/>
          <p:cNvSpPr txBox="1"/>
          <p:nvPr>
            <p:ph idx="1" type="subTitle"/>
          </p:nvPr>
        </p:nvSpPr>
        <p:spPr>
          <a:xfrm>
            <a:off x="2644226" y="3404056"/>
            <a:ext cx="640833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Klasrooster inskrywing is aan presies een vertrek gekoppel en geld slegs op een spesifieke dag van die week.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Rooster inskrywing se eindtyd moet na sy begintyd wees.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Bespreking is aan presies een vertrek en presies een gebruiker gekoppel.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Bespreking se eindtyd moet na sy begintyd wees.</a:t>
            </a:r>
            <a:endParaRPr sz="1200"/>
          </a:p>
        </p:txBody>
      </p:sp>
      <p:sp>
        <p:nvSpPr>
          <p:cNvPr id="1862" name="Google Shape;1862;p66"/>
          <p:cNvSpPr txBox="1"/>
          <p:nvPr>
            <p:ph idx="4" type="subTitle"/>
          </p:nvPr>
        </p:nvSpPr>
        <p:spPr>
          <a:xfrm>
            <a:off x="2644226" y="1979448"/>
            <a:ext cx="5089699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9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gebruiker het presies een verifikasie rekord.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9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e-posse tussen gebruikers en hulle verifikasie rekord moet ooreenstem.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9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Wagwoorde word altyd geënkripteerd gestoor.</a:t>
            </a:r>
            <a:endParaRPr sz="1200"/>
          </a:p>
        </p:txBody>
      </p:sp>
      <p:cxnSp>
        <p:nvCxnSpPr>
          <p:cNvPr id="1863" name="Google Shape;1863;p66"/>
          <p:cNvCxnSpPr/>
          <p:nvPr/>
        </p:nvCxnSpPr>
        <p:spPr>
          <a:xfrm>
            <a:off x="1311600" y="2721362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4" name="Google Shape;1864;p66"/>
          <p:cNvCxnSpPr/>
          <p:nvPr/>
        </p:nvCxnSpPr>
        <p:spPr>
          <a:xfrm>
            <a:off x="1311600" y="4204437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5" name="Google Shape;1865;p66"/>
          <p:cNvGrpSpPr/>
          <p:nvPr/>
        </p:nvGrpSpPr>
        <p:grpSpPr>
          <a:xfrm>
            <a:off x="1524579" y="3237837"/>
            <a:ext cx="533961" cy="531068"/>
            <a:chOff x="1535000" y="3223325"/>
            <a:chExt cx="484450" cy="481825"/>
          </a:xfrm>
        </p:grpSpPr>
        <p:sp>
          <p:nvSpPr>
            <p:cNvPr id="1866" name="Google Shape;1866;p66"/>
            <p:cNvSpPr/>
            <p:nvPr/>
          </p:nvSpPr>
          <p:spPr>
            <a:xfrm>
              <a:off x="1760150" y="3308225"/>
              <a:ext cx="143825" cy="140600"/>
            </a:xfrm>
            <a:custGeom>
              <a:rect b="b" l="l" r="r" t="t"/>
              <a:pathLst>
                <a:path extrusionOk="0" h="5624" w="5753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66"/>
            <p:cNvSpPr/>
            <p:nvPr/>
          </p:nvSpPr>
          <p:spPr>
            <a:xfrm>
              <a:off x="1873075" y="3421150"/>
              <a:ext cx="146375" cy="140600"/>
            </a:xfrm>
            <a:custGeom>
              <a:rect b="b" l="l" r="r" t="t"/>
              <a:pathLst>
                <a:path extrusionOk="0" h="5624" w="5855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66"/>
            <p:cNvSpPr/>
            <p:nvPr/>
          </p:nvSpPr>
          <p:spPr>
            <a:xfrm>
              <a:off x="1535000" y="3223325"/>
              <a:ext cx="406450" cy="481825"/>
            </a:xfrm>
            <a:custGeom>
              <a:rect b="b" l="l" r="r" t="t"/>
              <a:pathLst>
                <a:path extrusionOk="0" h="19273" w="16258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9" name="Google Shape;1869;p66"/>
          <p:cNvSpPr/>
          <p:nvPr/>
        </p:nvSpPr>
        <p:spPr>
          <a:xfrm>
            <a:off x="1554499" y="1871325"/>
            <a:ext cx="433141" cy="511642"/>
          </a:xfrm>
          <a:custGeom>
            <a:rect b="b" l="l" r="r" t="t"/>
            <a:pathLst>
              <a:path extrusionOk="0" h="12729" w="10776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67"/>
          <p:cNvSpPr txBox="1"/>
          <p:nvPr>
            <p:ph type="title"/>
          </p:nvPr>
        </p:nvSpPr>
        <p:spPr>
          <a:xfrm>
            <a:off x="720000" y="445025"/>
            <a:ext cx="4903200" cy="1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Besigheids Reëls</a:t>
            </a:r>
            <a:endParaRPr/>
          </a:p>
        </p:txBody>
      </p:sp>
      <p:sp>
        <p:nvSpPr>
          <p:cNvPr id="1875" name="Google Shape;1875;p67"/>
          <p:cNvSpPr txBox="1"/>
          <p:nvPr>
            <p:ph idx="2" type="title"/>
          </p:nvPr>
        </p:nvSpPr>
        <p:spPr>
          <a:xfrm>
            <a:off x="2644226" y="1615504"/>
            <a:ext cx="45855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Grafiek:</a:t>
            </a:r>
            <a:endParaRPr/>
          </a:p>
        </p:txBody>
      </p:sp>
      <p:cxnSp>
        <p:nvCxnSpPr>
          <p:cNvPr id="1876" name="Google Shape;1876;p67"/>
          <p:cNvCxnSpPr/>
          <p:nvPr/>
        </p:nvCxnSpPr>
        <p:spPr>
          <a:xfrm>
            <a:off x="1311600" y="2721362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7" name="Google Shape;1877;p67"/>
          <p:cNvSpPr txBox="1"/>
          <p:nvPr>
            <p:ph idx="4" type="subTitle"/>
          </p:nvPr>
        </p:nvSpPr>
        <p:spPr>
          <a:xfrm>
            <a:off x="2644226" y="1979448"/>
            <a:ext cx="508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node kan op een van twee vlakke gestoor word: kampus vlak of gebou vlak.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Kampus-node moet aan 'n Kampus gekoppel wees en het geen verdieping nie.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Gebou-node moet aan 'n Gebou gekoppel wees en moet 'n verdieping spesifiseer.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rand tussen twee nodes word slegs een keer gestoor.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Geen duplikaat rande tussen dieselfde twee hoekpunte word toegelaat nie.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Node kan nie aan homself gekoppel word nie.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8" name="Google Shape;1878;p67"/>
          <p:cNvGrpSpPr/>
          <p:nvPr/>
        </p:nvGrpSpPr>
        <p:grpSpPr>
          <a:xfrm>
            <a:off x="1575028" y="1944020"/>
            <a:ext cx="433146" cy="434240"/>
            <a:chOff x="-61784125" y="3377700"/>
            <a:chExt cx="316650" cy="317450"/>
          </a:xfrm>
        </p:grpSpPr>
        <p:sp>
          <p:nvSpPr>
            <p:cNvPr id="1879" name="Google Shape;1879;p67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67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67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67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67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67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67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68"/>
          <p:cNvSpPr txBox="1"/>
          <p:nvPr>
            <p:ph type="title"/>
          </p:nvPr>
        </p:nvSpPr>
        <p:spPr>
          <a:xfrm>
            <a:off x="4084320" y="2302100"/>
            <a:ext cx="4241205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Stelsel Argitektuur</a:t>
            </a:r>
            <a:endParaRPr/>
          </a:p>
        </p:txBody>
      </p:sp>
      <p:sp>
        <p:nvSpPr>
          <p:cNvPr id="1891" name="Google Shape;1891;p68"/>
          <p:cNvSpPr txBox="1"/>
          <p:nvPr>
            <p:ph idx="2" type="title"/>
          </p:nvPr>
        </p:nvSpPr>
        <p:spPr>
          <a:xfrm>
            <a:off x="6562700" y="1241175"/>
            <a:ext cx="1762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892" name="Google Shape;1892;p68"/>
          <p:cNvSpPr txBox="1"/>
          <p:nvPr>
            <p:ph idx="1" type="subTitle"/>
          </p:nvPr>
        </p:nvSpPr>
        <p:spPr>
          <a:xfrm>
            <a:off x="5244525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Stelsel ontwerp en Argitektuur</a:t>
            </a:r>
            <a:endParaRPr/>
          </a:p>
        </p:txBody>
      </p:sp>
      <p:grpSp>
        <p:nvGrpSpPr>
          <p:cNvPr id="1893" name="Google Shape;1893;p68"/>
          <p:cNvGrpSpPr/>
          <p:nvPr/>
        </p:nvGrpSpPr>
        <p:grpSpPr>
          <a:xfrm>
            <a:off x="1969472" y="529416"/>
            <a:ext cx="2287695" cy="2289334"/>
            <a:chOff x="1192500" y="238125"/>
            <a:chExt cx="5235000" cy="5238750"/>
          </a:xfrm>
        </p:grpSpPr>
        <p:sp>
          <p:nvSpPr>
            <p:cNvPr id="1894" name="Google Shape;1894;p68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68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68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68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68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68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68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68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68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68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68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68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68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68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68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68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68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68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68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68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68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68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68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68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68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68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68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68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68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68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68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68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68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68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68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68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68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68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68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68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68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68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68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68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68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68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68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68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68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68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68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68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68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68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68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68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68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68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68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68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68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68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68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68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68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68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68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68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68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68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68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68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68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68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68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68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68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68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68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68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68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68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68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68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68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68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68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68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68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68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68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68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68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68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68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68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68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68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68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68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68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68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68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68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68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68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68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68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68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68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68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68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68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68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68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68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68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68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68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68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68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68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68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68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68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68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68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68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68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68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68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68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68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68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68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68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68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68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68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68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68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68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68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68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68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68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68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68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68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68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68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68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68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68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68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68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68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68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68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68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68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68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68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68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68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68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68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68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68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63" name="Google Shape;2063;p68"/>
          <p:cNvCxnSpPr/>
          <p:nvPr/>
        </p:nvCxnSpPr>
        <p:spPr>
          <a:xfrm>
            <a:off x="68491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64" name="Google Shape;2064;p6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3988">
            <a:off x="-1540757" y="2530473"/>
            <a:ext cx="6907361" cy="447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8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Stelsel Ontwerp</a:t>
            </a:r>
            <a:endParaRPr/>
          </a:p>
        </p:txBody>
      </p:sp>
      <p:sp>
        <p:nvSpPr>
          <p:cNvPr id="2070" name="Google Shape;2070;p69"/>
          <p:cNvSpPr txBox="1"/>
          <p:nvPr>
            <p:ph idx="1" type="body"/>
          </p:nvPr>
        </p:nvSpPr>
        <p:spPr>
          <a:xfrm>
            <a:off x="878650" y="1424100"/>
            <a:ext cx="530879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Gebruiker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▼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Gebruikerskoppelvlak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React/CSS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JavaScript/TypeScript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Lokale data sortering*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▼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Toepassingslaag (API)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Python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SQLite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├ Grafiek Verwerking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├ Kortste-roete-algoritme (Dijkstra se algoritme)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└─ Soek- en filterfunksies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▼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Relasionele Databasis</a:t>
            </a:r>
            <a:endParaRPr sz="1100"/>
          </a:p>
        </p:txBody>
      </p:sp>
      <p:grpSp>
        <p:nvGrpSpPr>
          <p:cNvPr id="2071" name="Google Shape;2071;p69"/>
          <p:cNvGrpSpPr/>
          <p:nvPr/>
        </p:nvGrpSpPr>
        <p:grpSpPr>
          <a:xfrm>
            <a:off x="5192772" y="3542516"/>
            <a:ext cx="2287695" cy="2289334"/>
            <a:chOff x="1192500" y="238125"/>
            <a:chExt cx="5235000" cy="5238750"/>
          </a:xfrm>
        </p:grpSpPr>
        <p:sp>
          <p:nvSpPr>
            <p:cNvPr id="2072" name="Google Shape;2072;p69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69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69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69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69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69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69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69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69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69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69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69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69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69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69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69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69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69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69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69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69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69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69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69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69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69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69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69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69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69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69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69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69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69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69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69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69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69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69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69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69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69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69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69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69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69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69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69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69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69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69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69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69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69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69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69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69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69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69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69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69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69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69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69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69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69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69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69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69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69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69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69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69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69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69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69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69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69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69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69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69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69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69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69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69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69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69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69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69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69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69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69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69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69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69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69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69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69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69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69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69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69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69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69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69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69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69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69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69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69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69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69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69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69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69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69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69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69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69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69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69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69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69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69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69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69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69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69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69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69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69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69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69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69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69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69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69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69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69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69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69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69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69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69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69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69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69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69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69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69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69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69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69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69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69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69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69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69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69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69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69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69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69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69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69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69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69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69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69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41" name="Google Shape;2241;p69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85896">
            <a:off x="6121022" y="954127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70"/>
          <p:cNvSpPr txBox="1"/>
          <p:nvPr>
            <p:ph type="title"/>
          </p:nvPr>
        </p:nvSpPr>
        <p:spPr>
          <a:xfrm>
            <a:off x="541020" y="2302100"/>
            <a:ext cx="4983893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Toepaslikheid</a:t>
            </a:r>
            <a:endParaRPr/>
          </a:p>
        </p:txBody>
      </p:sp>
      <p:sp>
        <p:nvSpPr>
          <p:cNvPr id="2247" name="Google Shape;2247;p70"/>
          <p:cNvSpPr txBox="1"/>
          <p:nvPr>
            <p:ph idx="2" type="title"/>
          </p:nvPr>
        </p:nvSpPr>
        <p:spPr>
          <a:xfrm>
            <a:off x="2494438" y="1164975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248" name="Google Shape;2248;p70"/>
          <p:cNvSpPr txBox="1"/>
          <p:nvPr>
            <p:ph idx="1" type="subTitle"/>
          </p:nvPr>
        </p:nvSpPr>
        <p:spPr>
          <a:xfrm>
            <a:off x="1719388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Toepaslikheid van die oplossing op die voorgestelde probleem</a:t>
            </a:r>
            <a:endParaRPr/>
          </a:p>
        </p:txBody>
      </p:sp>
      <p:cxnSp>
        <p:nvCxnSpPr>
          <p:cNvPr id="2249" name="Google Shape;2249;p70"/>
          <p:cNvCxnSpPr/>
          <p:nvPr/>
        </p:nvCxnSpPr>
        <p:spPr>
          <a:xfrm>
            <a:off x="2577538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50" name="Google Shape;2250;p70"/>
          <p:cNvGrpSpPr/>
          <p:nvPr/>
        </p:nvGrpSpPr>
        <p:grpSpPr>
          <a:xfrm>
            <a:off x="5861384" y="1427078"/>
            <a:ext cx="2287695" cy="2289334"/>
            <a:chOff x="1192500" y="238125"/>
            <a:chExt cx="5235000" cy="5238750"/>
          </a:xfrm>
        </p:grpSpPr>
        <p:sp>
          <p:nvSpPr>
            <p:cNvPr id="2251" name="Google Shape;2251;p70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70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70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70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70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70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70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70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70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70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70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70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70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70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70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70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70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70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70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70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70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70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70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70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70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70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70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70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70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70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70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70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70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70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70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70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70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70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70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70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70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70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70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70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70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70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70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70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70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70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70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70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70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70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70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70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70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70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70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70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70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70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70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70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70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70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70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70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70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70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70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70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70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70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70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70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70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70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70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70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70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70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70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70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70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70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70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70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70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70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70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70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70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70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70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70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70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70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70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70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70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70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70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70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70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70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70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70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70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70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70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70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70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70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70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70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70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70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70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70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70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70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70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70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70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70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70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70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70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70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70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70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70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70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70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70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70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70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70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70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70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70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70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70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70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70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70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70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70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70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70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70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70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70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70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70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70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70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70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70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70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70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70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70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70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70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70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70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70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100" fill="hold"/>
                                        <p:tgtEl>
                                          <p:spTgt spid="2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71"/>
          <p:cNvSpPr txBox="1"/>
          <p:nvPr>
            <p:ph idx="1" type="body"/>
          </p:nvPr>
        </p:nvSpPr>
        <p:spPr>
          <a:xfrm>
            <a:off x="704666" y="2723479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Kombineer: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Lokaal roosters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Databasis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Roete berekeninge</a:t>
            </a:r>
            <a:endParaRPr/>
          </a:p>
        </p:txBody>
      </p:sp>
      <p:sp>
        <p:nvSpPr>
          <p:cNvPr id="2425" name="Google Shape;2425;p71"/>
          <p:cNvSpPr txBox="1"/>
          <p:nvPr>
            <p:ph idx="2" type="body"/>
          </p:nvPr>
        </p:nvSpPr>
        <p:spPr>
          <a:xfrm>
            <a:off x="3296709" y="2723479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Los ‘n werklike kampus probleem doeltreffend op, en is aanpasbaar</a:t>
            </a:r>
            <a:endParaRPr/>
          </a:p>
        </p:txBody>
      </p:sp>
      <p:sp>
        <p:nvSpPr>
          <p:cNvPr id="2426" name="Google Shape;2426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Toepaslikheid Op Probleem</a:t>
            </a:r>
            <a:endParaRPr/>
          </a:p>
        </p:txBody>
      </p:sp>
      <p:sp>
        <p:nvSpPr>
          <p:cNvPr id="2427" name="Google Shape;2427;p71"/>
          <p:cNvSpPr txBox="1"/>
          <p:nvPr>
            <p:ph idx="5" type="body"/>
          </p:nvPr>
        </p:nvSpPr>
        <p:spPr>
          <a:xfrm>
            <a:off x="5888915" y="2723479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Demonstreer gebruik van: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Datastrukture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Algoritmes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Databasis bestuur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Gebruikers koppelvlakte</a:t>
            </a:r>
            <a:endParaRPr/>
          </a:p>
        </p:txBody>
      </p:sp>
      <p:cxnSp>
        <p:nvCxnSpPr>
          <p:cNvPr id="2428" name="Google Shape;2428;p71"/>
          <p:cNvCxnSpPr/>
          <p:nvPr/>
        </p:nvCxnSpPr>
        <p:spPr>
          <a:xfrm>
            <a:off x="1499850" y="24230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9" name="Google Shape;2429;p71"/>
          <p:cNvCxnSpPr/>
          <p:nvPr/>
        </p:nvCxnSpPr>
        <p:spPr>
          <a:xfrm>
            <a:off x="4091900" y="24230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0" name="Google Shape;2430;p71"/>
          <p:cNvCxnSpPr/>
          <p:nvPr/>
        </p:nvCxnSpPr>
        <p:spPr>
          <a:xfrm>
            <a:off x="6683950" y="24230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1" name="Google Shape;2431;p71"/>
          <p:cNvGrpSpPr/>
          <p:nvPr/>
        </p:nvGrpSpPr>
        <p:grpSpPr>
          <a:xfrm>
            <a:off x="6920018" y="1638676"/>
            <a:ext cx="488211" cy="456724"/>
            <a:chOff x="3253900" y="1982275"/>
            <a:chExt cx="447325" cy="418475"/>
          </a:xfrm>
        </p:grpSpPr>
        <p:sp>
          <p:nvSpPr>
            <p:cNvPr id="2432" name="Google Shape;2432;p71"/>
            <p:cNvSpPr/>
            <p:nvPr/>
          </p:nvSpPr>
          <p:spPr>
            <a:xfrm>
              <a:off x="3253900" y="2269750"/>
              <a:ext cx="447325" cy="131000"/>
            </a:xfrm>
            <a:custGeom>
              <a:rect b="b" l="l" r="r" t="t"/>
              <a:pathLst>
                <a:path extrusionOk="0" h="5240" w="17893">
                  <a:moveTo>
                    <a:pt x="1066" y="0"/>
                  </a:moveTo>
                  <a:lnTo>
                    <a:pt x="1066" y="4218"/>
                  </a:lnTo>
                  <a:lnTo>
                    <a:pt x="0" y="4218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5239"/>
                  </a:lnTo>
                  <a:lnTo>
                    <a:pt x="9457" y="5239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5239"/>
                  </a:lnTo>
                  <a:lnTo>
                    <a:pt x="11544" y="5239"/>
                  </a:lnTo>
                  <a:lnTo>
                    <a:pt x="11544" y="2087"/>
                  </a:lnTo>
                  <a:lnTo>
                    <a:pt x="12609" y="2087"/>
                  </a:lnTo>
                  <a:lnTo>
                    <a:pt x="12609" y="5239"/>
                  </a:lnTo>
                  <a:lnTo>
                    <a:pt x="13675" y="5239"/>
                  </a:lnTo>
                  <a:lnTo>
                    <a:pt x="13675" y="2087"/>
                  </a:lnTo>
                  <a:lnTo>
                    <a:pt x="14696" y="2087"/>
                  </a:lnTo>
                  <a:lnTo>
                    <a:pt x="14696" y="5239"/>
                  </a:lnTo>
                  <a:lnTo>
                    <a:pt x="17893" y="5239"/>
                  </a:lnTo>
                  <a:lnTo>
                    <a:pt x="17893" y="4218"/>
                  </a:lnTo>
                  <a:lnTo>
                    <a:pt x="16783" y="4218"/>
                  </a:lnTo>
                  <a:lnTo>
                    <a:pt x="16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71"/>
            <p:cNvSpPr/>
            <p:nvPr/>
          </p:nvSpPr>
          <p:spPr>
            <a:xfrm>
              <a:off x="3253900" y="2269750"/>
              <a:ext cx="447325" cy="131000"/>
            </a:xfrm>
            <a:custGeom>
              <a:rect b="b" l="l" r="r" t="t"/>
              <a:pathLst>
                <a:path extrusionOk="0" fill="none" h="5240" w="17893">
                  <a:moveTo>
                    <a:pt x="16783" y="0"/>
                  </a:moveTo>
                  <a:lnTo>
                    <a:pt x="1066" y="0"/>
                  </a:lnTo>
                  <a:lnTo>
                    <a:pt x="1066" y="4218"/>
                  </a:lnTo>
                  <a:lnTo>
                    <a:pt x="0" y="4218"/>
                  </a:lnTo>
                  <a:lnTo>
                    <a:pt x="0" y="5239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5239"/>
                  </a:lnTo>
                  <a:lnTo>
                    <a:pt x="9457" y="5239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5239"/>
                  </a:lnTo>
                  <a:lnTo>
                    <a:pt x="11544" y="5239"/>
                  </a:lnTo>
                  <a:lnTo>
                    <a:pt x="11544" y="2087"/>
                  </a:lnTo>
                  <a:lnTo>
                    <a:pt x="12609" y="2087"/>
                  </a:lnTo>
                  <a:lnTo>
                    <a:pt x="12609" y="5239"/>
                  </a:lnTo>
                  <a:lnTo>
                    <a:pt x="13675" y="5239"/>
                  </a:lnTo>
                  <a:lnTo>
                    <a:pt x="13675" y="2087"/>
                  </a:lnTo>
                  <a:lnTo>
                    <a:pt x="14696" y="2087"/>
                  </a:lnTo>
                  <a:lnTo>
                    <a:pt x="14696" y="5239"/>
                  </a:lnTo>
                  <a:lnTo>
                    <a:pt x="14696" y="5239"/>
                  </a:lnTo>
                  <a:lnTo>
                    <a:pt x="17893" y="5239"/>
                  </a:lnTo>
                  <a:lnTo>
                    <a:pt x="17893" y="4218"/>
                  </a:lnTo>
                  <a:lnTo>
                    <a:pt x="16783" y="4218"/>
                  </a:lnTo>
                  <a:lnTo>
                    <a:pt x="16783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71"/>
            <p:cNvSpPr/>
            <p:nvPr/>
          </p:nvSpPr>
          <p:spPr>
            <a:xfrm>
              <a:off x="3673450" y="22697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71"/>
            <p:cNvSpPr/>
            <p:nvPr/>
          </p:nvSpPr>
          <p:spPr>
            <a:xfrm>
              <a:off x="3253900" y="1982275"/>
              <a:ext cx="294150" cy="131000"/>
            </a:xfrm>
            <a:custGeom>
              <a:rect b="b" l="l" r="r" t="t"/>
              <a:pathLst>
                <a:path extrusionOk="0" h="5240" w="11766">
                  <a:moveTo>
                    <a:pt x="1066" y="0"/>
                  </a:moveTo>
                  <a:lnTo>
                    <a:pt x="1066" y="4174"/>
                  </a:lnTo>
                  <a:lnTo>
                    <a:pt x="0" y="4174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3108"/>
                  </a:lnTo>
                  <a:lnTo>
                    <a:pt x="4218" y="3108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3108"/>
                  </a:lnTo>
                  <a:lnTo>
                    <a:pt x="6305" y="3108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3108"/>
                  </a:lnTo>
                  <a:lnTo>
                    <a:pt x="8436" y="3108"/>
                  </a:lnTo>
                  <a:lnTo>
                    <a:pt x="8436" y="5239"/>
                  </a:lnTo>
                  <a:lnTo>
                    <a:pt x="11766" y="5239"/>
                  </a:lnTo>
                  <a:lnTo>
                    <a:pt x="10345" y="1021"/>
                  </a:lnTo>
                  <a:lnTo>
                    <a:pt x="6038" y="1021"/>
                  </a:lnTo>
                  <a:lnTo>
                    <a:pt x="49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71"/>
            <p:cNvSpPr/>
            <p:nvPr/>
          </p:nvSpPr>
          <p:spPr>
            <a:xfrm>
              <a:off x="3253900" y="1982275"/>
              <a:ext cx="294150" cy="131000"/>
            </a:xfrm>
            <a:custGeom>
              <a:rect b="b" l="l" r="r" t="t"/>
              <a:pathLst>
                <a:path extrusionOk="0" fill="none" h="5240" w="11766">
                  <a:moveTo>
                    <a:pt x="3197" y="5239"/>
                  </a:moveTo>
                  <a:lnTo>
                    <a:pt x="3197" y="3108"/>
                  </a:lnTo>
                  <a:lnTo>
                    <a:pt x="4218" y="3108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3108"/>
                  </a:lnTo>
                  <a:lnTo>
                    <a:pt x="6305" y="3108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3108"/>
                  </a:lnTo>
                  <a:lnTo>
                    <a:pt x="8436" y="3108"/>
                  </a:lnTo>
                  <a:lnTo>
                    <a:pt x="8436" y="5239"/>
                  </a:lnTo>
                  <a:lnTo>
                    <a:pt x="11766" y="5239"/>
                  </a:lnTo>
                  <a:lnTo>
                    <a:pt x="10345" y="1021"/>
                  </a:lnTo>
                  <a:lnTo>
                    <a:pt x="6038" y="1021"/>
                  </a:lnTo>
                  <a:lnTo>
                    <a:pt x="4973" y="0"/>
                  </a:lnTo>
                  <a:lnTo>
                    <a:pt x="1066" y="0"/>
                  </a:lnTo>
                  <a:lnTo>
                    <a:pt x="1066" y="4174"/>
                  </a:lnTo>
                  <a:lnTo>
                    <a:pt x="0" y="4174"/>
                  </a:lnTo>
                  <a:lnTo>
                    <a:pt x="0" y="5239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523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71"/>
            <p:cNvSpPr/>
            <p:nvPr/>
          </p:nvSpPr>
          <p:spPr>
            <a:xfrm>
              <a:off x="3333800" y="2113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71"/>
            <p:cNvSpPr/>
            <p:nvPr/>
          </p:nvSpPr>
          <p:spPr>
            <a:xfrm>
              <a:off x="3253900" y="2138775"/>
              <a:ext cx="447325" cy="105475"/>
            </a:xfrm>
            <a:custGeom>
              <a:rect b="b" l="l" r="r" t="t"/>
              <a:pathLst>
                <a:path extrusionOk="0" h="4219" w="17893">
                  <a:moveTo>
                    <a:pt x="1066" y="0"/>
                  </a:moveTo>
                  <a:lnTo>
                    <a:pt x="1066" y="3153"/>
                  </a:lnTo>
                  <a:lnTo>
                    <a:pt x="0" y="3153"/>
                  </a:lnTo>
                  <a:lnTo>
                    <a:pt x="0" y="4218"/>
                  </a:lnTo>
                  <a:lnTo>
                    <a:pt x="3197" y="4218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4218"/>
                  </a:lnTo>
                  <a:lnTo>
                    <a:pt x="5284" y="4218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4218"/>
                  </a:lnTo>
                  <a:lnTo>
                    <a:pt x="7370" y="4218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4218"/>
                  </a:lnTo>
                  <a:lnTo>
                    <a:pt x="9457" y="4218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4218"/>
                  </a:lnTo>
                  <a:lnTo>
                    <a:pt x="17893" y="4218"/>
                  </a:lnTo>
                  <a:lnTo>
                    <a:pt x="17893" y="3153"/>
                  </a:lnTo>
                  <a:lnTo>
                    <a:pt x="14208" y="3153"/>
                  </a:lnTo>
                  <a:lnTo>
                    <a:pt x="13497" y="1066"/>
                  </a:lnTo>
                  <a:lnTo>
                    <a:pt x="12476" y="1066"/>
                  </a:lnTo>
                  <a:lnTo>
                    <a:pt x="121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71"/>
            <p:cNvSpPr/>
            <p:nvPr/>
          </p:nvSpPr>
          <p:spPr>
            <a:xfrm>
              <a:off x="3253900" y="2138775"/>
              <a:ext cx="447325" cy="105475"/>
            </a:xfrm>
            <a:custGeom>
              <a:rect b="b" l="l" r="r" t="t"/>
              <a:pathLst>
                <a:path extrusionOk="0" fill="none" h="4219" w="17893">
                  <a:moveTo>
                    <a:pt x="14208" y="3153"/>
                  </a:moveTo>
                  <a:lnTo>
                    <a:pt x="13497" y="1066"/>
                  </a:lnTo>
                  <a:lnTo>
                    <a:pt x="12476" y="1066"/>
                  </a:lnTo>
                  <a:lnTo>
                    <a:pt x="12121" y="0"/>
                  </a:lnTo>
                  <a:lnTo>
                    <a:pt x="1066" y="0"/>
                  </a:lnTo>
                  <a:lnTo>
                    <a:pt x="1066" y="3153"/>
                  </a:lnTo>
                  <a:lnTo>
                    <a:pt x="0" y="3153"/>
                  </a:lnTo>
                  <a:lnTo>
                    <a:pt x="0" y="4218"/>
                  </a:lnTo>
                  <a:lnTo>
                    <a:pt x="0" y="4218"/>
                  </a:lnTo>
                  <a:lnTo>
                    <a:pt x="3197" y="4218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4218"/>
                  </a:lnTo>
                  <a:lnTo>
                    <a:pt x="5284" y="4218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4218"/>
                  </a:lnTo>
                  <a:lnTo>
                    <a:pt x="7370" y="4218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4218"/>
                  </a:lnTo>
                  <a:lnTo>
                    <a:pt x="9457" y="4218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4218"/>
                  </a:lnTo>
                  <a:lnTo>
                    <a:pt x="10523" y="4218"/>
                  </a:lnTo>
                  <a:lnTo>
                    <a:pt x="17893" y="4218"/>
                  </a:lnTo>
                  <a:lnTo>
                    <a:pt x="17893" y="3153"/>
                  </a:lnTo>
                  <a:lnTo>
                    <a:pt x="14208" y="315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71"/>
            <p:cNvSpPr/>
            <p:nvPr/>
          </p:nvSpPr>
          <p:spPr>
            <a:xfrm>
              <a:off x="3609075" y="221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1" name="Google Shape;2441;p71"/>
          <p:cNvGrpSpPr/>
          <p:nvPr/>
        </p:nvGrpSpPr>
        <p:grpSpPr>
          <a:xfrm>
            <a:off x="4327775" y="1653225"/>
            <a:ext cx="488238" cy="428866"/>
            <a:chOff x="3986475" y="2701525"/>
            <a:chExt cx="447350" cy="392950"/>
          </a:xfrm>
        </p:grpSpPr>
        <p:sp>
          <p:nvSpPr>
            <p:cNvPr id="2442" name="Google Shape;2442;p71"/>
            <p:cNvSpPr/>
            <p:nvPr/>
          </p:nvSpPr>
          <p:spPr>
            <a:xfrm>
              <a:off x="4302825" y="2701525"/>
              <a:ext cx="131000" cy="209800"/>
            </a:xfrm>
            <a:custGeom>
              <a:rect b="b" l="l" r="r" t="t"/>
              <a:pathLst>
                <a:path extrusionOk="0" h="8392" w="5240">
                  <a:moveTo>
                    <a:pt x="3108" y="3153"/>
                  </a:moveTo>
                  <a:lnTo>
                    <a:pt x="3108" y="5240"/>
                  </a:lnTo>
                  <a:lnTo>
                    <a:pt x="2087" y="5240"/>
                  </a:lnTo>
                  <a:lnTo>
                    <a:pt x="2087" y="3153"/>
                  </a:lnTo>
                  <a:close/>
                  <a:moveTo>
                    <a:pt x="0" y="0"/>
                  </a:moveTo>
                  <a:lnTo>
                    <a:pt x="0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4174" y="0"/>
                  </a:lnTo>
                  <a:lnTo>
                    <a:pt x="4174" y="1022"/>
                  </a:lnTo>
                  <a:lnTo>
                    <a:pt x="3108" y="1022"/>
                  </a:lnTo>
                  <a:lnTo>
                    <a:pt x="3108" y="0"/>
                  </a:lnTo>
                  <a:lnTo>
                    <a:pt x="2087" y="0"/>
                  </a:lnTo>
                  <a:lnTo>
                    <a:pt x="2087" y="1022"/>
                  </a:lnTo>
                  <a:lnTo>
                    <a:pt x="1021" y="1022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71"/>
            <p:cNvSpPr/>
            <p:nvPr/>
          </p:nvSpPr>
          <p:spPr>
            <a:xfrm>
              <a:off x="4302825" y="2701525"/>
              <a:ext cx="131000" cy="209800"/>
            </a:xfrm>
            <a:custGeom>
              <a:rect b="b" l="l" r="r" t="t"/>
              <a:pathLst>
                <a:path extrusionOk="0" fill="none" h="8392" w="5240">
                  <a:moveTo>
                    <a:pt x="4174" y="0"/>
                  </a:moveTo>
                  <a:lnTo>
                    <a:pt x="4174" y="1022"/>
                  </a:lnTo>
                  <a:lnTo>
                    <a:pt x="3108" y="1022"/>
                  </a:lnTo>
                  <a:lnTo>
                    <a:pt x="3108" y="0"/>
                  </a:lnTo>
                  <a:lnTo>
                    <a:pt x="2087" y="0"/>
                  </a:lnTo>
                  <a:lnTo>
                    <a:pt x="2087" y="1022"/>
                  </a:lnTo>
                  <a:lnTo>
                    <a:pt x="1021" y="1022"/>
                  </a:lnTo>
                  <a:lnTo>
                    <a:pt x="102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8392"/>
                  </a:lnTo>
                  <a:lnTo>
                    <a:pt x="5239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417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71"/>
            <p:cNvSpPr/>
            <p:nvPr/>
          </p:nvSpPr>
          <p:spPr>
            <a:xfrm>
              <a:off x="4354975" y="2780325"/>
              <a:ext cx="25550" cy="52200"/>
            </a:xfrm>
            <a:custGeom>
              <a:rect b="b" l="l" r="r" t="t"/>
              <a:pathLst>
                <a:path extrusionOk="0" fill="none" h="2088" w="1022">
                  <a:moveTo>
                    <a:pt x="1022" y="2088"/>
                  </a:moveTo>
                  <a:lnTo>
                    <a:pt x="1" y="2088"/>
                  </a:lnTo>
                  <a:lnTo>
                    <a:pt x="1" y="1"/>
                  </a:lnTo>
                  <a:lnTo>
                    <a:pt x="1022" y="1"/>
                  </a:lnTo>
                  <a:lnTo>
                    <a:pt x="1022" y="208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71"/>
            <p:cNvSpPr/>
            <p:nvPr/>
          </p:nvSpPr>
          <p:spPr>
            <a:xfrm>
              <a:off x="4380500" y="28325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71"/>
            <p:cNvSpPr/>
            <p:nvPr/>
          </p:nvSpPr>
          <p:spPr>
            <a:xfrm>
              <a:off x="3986475" y="2753700"/>
              <a:ext cx="131000" cy="209800"/>
            </a:xfrm>
            <a:custGeom>
              <a:rect b="b" l="l" r="r" t="t"/>
              <a:pathLst>
                <a:path extrusionOk="0" h="8392" w="5240">
                  <a:moveTo>
                    <a:pt x="3153" y="3153"/>
                  </a:moveTo>
                  <a:lnTo>
                    <a:pt x="3153" y="5239"/>
                  </a:lnTo>
                  <a:lnTo>
                    <a:pt x="2087" y="5239"/>
                  </a:lnTo>
                  <a:lnTo>
                    <a:pt x="2087" y="3153"/>
                  </a:lnTo>
                  <a:close/>
                  <a:moveTo>
                    <a:pt x="0" y="0"/>
                  </a:moveTo>
                  <a:lnTo>
                    <a:pt x="0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4174" y="0"/>
                  </a:lnTo>
                  <a:lnTo>
                    <a:pt x="4174" y="1066"/>
                  </a:lnTo>
                  <a:lnTo>
                    <a:pt x="3153" y="1066"/>
                  </a:lnTo>
                  <a:lnTo>
                    <a:pt x="3153" y="0"/>
                  </a:lnTo>
                  <a:lnTo>
                    <a:pt x="2087" y="0"/>
                  </a:lnTo>
                  <a:lnTo>
                    <a:pt x="2087" y="1066"/>
                  </a:lnTo>
                  <a:lnTo>
                    <a:pt x="1022" y="1066"/>
                  </a:lnTo>
                  <a:lnTo>
                    <a:pt x="10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71"/>
            <p:cNvSpPr/>
            <p:nvPr/>
          </p:nvSpPr>
          <p:spPr>
            <a:xfrm>
              <a:off x="3986475" y="2753700"/>
              <a:ext cx="131000" cy="209800"/>
            </a:xfrm>
            <a:custGeom>
              <a:rect b="b" l="l" r="r" t="t"/>
              <a:pathLst>
                <a:path extrusionOk="0" fill="none" h="8392" w="5240">
                  <a:moveTo>
                    <a:pt x="5239" y="0"/>
                  </a:moveTo>
                  <a:lnTo>
                    <a:pt x="4174" y="0"/>
                  </a:lnTo>
                  <a:lnTo>
                    <a:pt x="4174" y="1066"/>
                  </a:lnTo>
                  <a:lnTo>
                    <a:pt x="3153" y="1066"/>
                  </a:lnTo>
                  <a:lnTo>
                    <a:pt x="3153" y="0"/>
                  </a:lnTo>
                  <a:lnTo>
                    <a:pt x="2087" y="0"/>
                  </a:lnTo>
                  <a:lnTo>
                    <a:pt x="2087" y="1066"/>
                  </a:lnTo>
                  <a:lnTo>
                    <a:pt x="1022" y="1066"/>
                  </a:lnTo>
                  <a:lnTo>
                    <a:pt x="102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8392"/>
                  </a:lnTo>
                  <a:lnTo>
                    <a:pt x="5239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523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71"/>
            <p:cNvSpPr/>
            <p:nvPr/>
          </p:nvSpPr>
          <p:spPr>
            <a:xfrm>
              <a:off x="4038650" y="2832500"/>
              <a:ext cx="26650" cy="52200"/>
            </a:xfrm>
            <a:custGeom>
              <a:rect b="b" l="l" r="r" t="t"/>
              <a:pathLst>
                <a:path extrusionOk="0" fill="none" h="2088" w="1066">
                  <a:moveTo>
                    <a:pt x="1066" y="2087"/>
                  </a:moveTo>
                  <a:lnTo>
                    <a:pt x="0" y="2087"/>
                  </a:lnTo>
                  <a:lnTo>
                    <a:pt x="0" y="1"/>
                  </a:lnTo>
                  <a:lnTo>
                    <a:pt x="1066" y="1"/>
                  </a:lnTo>
                  <a:lnTo>
                    <a:pt x="1066" y="208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71"/>
            <p:cNvSpPr/>
            <p:nvPr/>
          </p:nvSpPr>
          <p:spPr>
            <a:xfrm>
              <a:off x="4065275" y="28846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71"/>
            <p:cNvSpPr/>
            <p:nvPr/>
          </p:nvSpPr>
          <p:spPr>
            <a:xfrm>
              <a:off x="4179600" y="2936850"/>
              <a:ext cx="254225" cy="78825"/>
            </a:xfrm>
            <a:custGeom>
              <a:rect b="b" l="l" r="r" t="t"/>
              <a:pathLst>
                <a:path extrusionOk="0" h="3153" w="10169">
                  <a:moveTo>
                    <a:pt x="1999" y="0"/>
                  </a:moveTo>
                  <a:lnTo>
                    <a:pt x="1" y="1998"/>
                  </a:lnTo>
                  <a:lnTo>
                    <a:pt x="2354" y="3152"/>
                  </a:lnTo>
                  <a:lnTo>
                    <a:pt x="10168" y="3152"/>
                  </a:lnTo>
                  <a:lnTo>
                    <a:pt x="101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71"/>
            <p:cNvSpPr/>
            <p:nvPr/>
          </p:nvSpPr>
          <p:spPr>
            <a:xfrm>
              <a:off x="4179600" y="2936850"/>
              <a:ext cx="254225" cy="78825"/>
            </a:xfrm>
            <a:custGeom>
              <a:rect b="b" l="l" r="r" t="t"/>
              <a:pathLst>
                <a:path extrusionOk="0" fill="none" h="3153" w="10169">
                  <a:moveTo>
                    <a:pt x="1" y="1998"/>
                  </a:moveTo>
                  <a:lnTo>
                    <a:pt x="2354" y="3152"/>
                  </a:lnTo>
                  <a:lnTo>
                    <a:pt x="10168" y="3152"/>
                  </a:lnTo>
                  <a:lnTo>
                    <a:pt x="10168" y="0"/>
                  </a:lnTo>
                  <a:lnTo>
                    <a:pt x="1999" y="0"/>
                  </a:lnTo>
                  <a:lnTo>
                    <a:pt x="1" y="199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71"/>
            <p:cNvSpPr/>
            <p:nvPr/>
          </p:nvSpPr>
          <p:spPr>
            <a:xfrm>
              <a:off x="4179600" y="2986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71"/>
            <p:cNvSpPr/>
            <p:nvPr/>
          </p:nvSpPr>
          <p:spPr>
            <a:xfrm>
              <a:off x="3986475" y="2989000"/>
              <a:ext cx="447350" cy="105475"/>
            </a:xfrm>
            <a:custGeom>
              <a:rect b="b" l="l" r="r" t="t"/>
              <a:pathLst>
                <a:path extrusionOk="0" h="4219" w="17894">
                  <a:moveTo>
                    <a:pt x="0" y="1"/>
                  </a:moveTo>
                  <a:lnTo>
                    <a:pt x="0" y="4219"/>
                  </a:lnTo>
                  <a:lnTo>
                    <a:pt x="17893" y="4219"/>
                  </a:lnTo>
                  <a:lnTo>
                    <a:pt x="17893" y="2132"/>
                  </a:lnTo>
                  <a:lnTo>
                    <a:pt x="9813" y="2132"/>
                  </a:lnTo>
                  <a:lnTo>
                    <a:pt x="56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71"/>
            <p:cNvSpPr/>
            <p:nvPr/>
          </p:nvSpPr>
          <p:spPr>
            <a:xfrm>
              <a:off x="3986475" y="2989000"/>
              <a:ext cx="447350" cy="105475"/>
            </a:xfrm>
            <a:custGeom>
              <a:rect b="b" l="l" r="r" t="t"/>
              <a:pathLst>
                <a:path extrusionOk="0" fill="none" h="4219" w="17894">
                  <a:moveTo>
                    <a:pt x="5639" y="1"/>
                  </a:moveTo>
                  <a:lnTo>
                    <a:pt x="0" y="1"/>
                  </a:lnTo>
                  <a:lnTo>
                    <a:pt x="0" y="4219"/>
                  </a:lnTo>
                  <a:lnTo>
                    <a:pt x="17893" y="4219"/>
                  </a:lnTo>
                  <a:lnTo>
                    <a:pt x="17893" y="2132"/>
                  </a:lnTo>
                  <a:lnTo>
                    <a:pt x="9813" y="2132"/>
                  </a:lnTo>
                  <a:lnTo>
                    <a:pt x="563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71"/>
            <p:cNvSpPr/>
            <p:nvPr/>
          </p:nvSpPr>
          <p:spPr>
            <a:xfrm>
              <a:off x="4127450" y="29890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71"/>
            <p:cNvSpPr/>
            <p:nvPr/>
          </p:nvSpPr>
          <p:spPr>
            <a:xfrm>
              <a:off x="4142975" y="2858025"/>
              <a:ext cx="133225" cy="105475"/>
            </a:xfrm>
            <a:custGeom>
              <a:rect b="b" l="l" r="r" t="t"/>
              <a:pathLst>
                <a:path extrusionOk="0" h="4219" w="5329">
                  <a:moveTo>
                    <a:pt x="2176" y="1"/>
                  </a:moveTo>
                  <a:lnTo>
                    <a:pt x="89" y="2132"/>
                  </a:lnTo>
                  <a:lnTo>
                    <a:pt x="1" y="2132"/>
                  </a:lnTo>
                  <a:lnTo>
                    <a:pt x="1" y="4219"/>
                  </a:lnTo>
                  <a:lnTo>
                    <a:pt x="933" y="4219"/>
                  </a:lnTo>
                  <a:lnTo>
                    <a:pt x="3020" y="2132"/>
                  </a:lnTo>
                  <a:lnTo>
                    <a:pt x="5328" y="2132"/>
                  </a:lnTo>
                  <a:lnTo>
                    <a:pt x="5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71"/>
            <p:cNvSpPr/>
            <p:nvPr/>
          </p:nvSpPr>
          <p:spPr>
            <a:xfrm>
              <a:off x="4142975" y="2858025"/>
              <a:ext cx="133225" cy="105475"/>
            </a:xfrm>
            <a:custGeom>
              <a:rect b="b" l="l" r="r" t="t"/>
              <a:pathLst>
                <a:path extrusionOk="0" fill="none" h="4219" w="5329">
                  <a:moveTo>
                    <a:pt x="3020" y="2132"/>
                  </a:moveTo>
                  <a:lnTo>
                    <a:pt x="5328" y="2132"/>
                  </a:lnTo>
                  <a:lnTo>
                    <a:pt x="5328" y="1"/>
                  </a:lnTo>
                  <a:lnTo>
                    <a:pt x="2176" y="1"/>
                  </a:lnTo>
                  <a:lnTo>
                    <a:pt x="89" y="2132"/>
                  </a:lnTo>
                  <a:lnTo>
                    <a:pt x="1" y="2132"/>
                  </a:lnTo>
                  <a:lnTo>
                    <a:pt x="1" y="4219"/>
                  </a:lnTo>
                  <a:lnTo>
                    <a:pt x="933" y="4219"/>
                  </a:lnTo>
                  <a:lnTo>
                    <a:pt x="3020" y="213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71"/>
            <p:cNvSpPr/>
            <p:nvPr/>
          </p:nvSpPr>
          <p:spPr>
            <a:xfrm>
              <a:off x="4218450" y="29113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9" name="Google Shape;2459;p71"/>
          <p:cNvGrpSpPr/>
          <p:nvPr/>
        </p:nvGrpSpPr>
        <p:grpSpPr>
          <a:xfrm>
            <a:off x="1735567" y="1622939"/>
            <a:ext cx="488211" cy="488238"/>
            <a:chOff x="6934550" y="2673775"/>
            <a:chExt cx="447325" cy="447350"/>
          </a:xfrm>
        </p:grpSpPr>
        <p:sp>
          <p:nvSpPr>
            <p:cNvPr id="2460" name="Google Shape;2460;p71"/>
            <p:cNvSpPr/>
            <p:nvPr/>
          </p:nvSpPr>
          <p:spPr>
            <a:xfrm>
              <a:off x="7092150" y="2991225"/>
              <a:ext cx="52200" cy="129900"/>
            </a:xfrm>
            <a:custGeom>
              <a:rect b="b" l="l" r="r" t="t"/>
              <a:pathLst>
                <a:path extrusionOk="0" h="5196" w="2088">
                  <a:moveTo>
                    <a:pt x="2088" y="1"/>
                  </a:moveTo>
                  <a:lnTo>
                    <a:pt x="1688" y="134"/>
                  </a:lnTo>
                  <a:lnTo>
                    <a:pt x="1289" y="311"/>
                  </a:lnTo>
                  <a:lnTo>
                    <a:pt x="933" y="578"/>
                  </a:lnTo>
                  <a:lnTo>
                    <a:pt x="623" y="889"/>
                  </a:lnTo>
                  <a:lnTo>
                    <a:pt x="356" y="1244"/>
                  </a:lnTo>
                  <a:lnTo>
                    <a:pt x="179" y="1688"/>
                  </a:lnTo>
                  <a:lnTo>
                    <a:pt x="45" y="2087"/>
                  </a:lnTo>
                  <a:lnTo>
                    <a:pt x="1" y="2576"/>
                  </a:lnTo>
                  <a:lnTo>
                    <a:pt x="1" y="5195"/>
                  </a:lnTo>
                  <a:lnTo>
                    <a:pt x="2088" y="519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71"/>
            <p:cNvSpPr/>
            <p:nvPr/>
          </p:nvSpPr>
          <p:spPr>
            <a:xfrm>
              <a:off x="7092150" y="2991225"/>
              <a:ext cx="52200" cy="129900"/>
            </a:xfrm>
            <a:custGeom>
              <a:rect b="b" l="l" r="r" t="t"/>
              <a:pathLst>
                <a:path extrusionOk="0" fill="none" h="5196" w="2088">
                  <a:moveTo>
                    <a:pt x="1" y="2576"/>
                  </a:moveTo>
                  <a:lnTo>
                    <a:pt x="1" y="5195"/>
                  </a:lnTo>
                  <a:lnTo>
                    <a:pt x="2088" y="5195"/>
                  </a:lnTo>
                  <a:lnTo>
                    <a:pt x="2088" y="1"/>
                  </a:lnTo>
                  <a:lnTo>
                    <a:pt x="2088" y="1"/>
                  </a:lnTo>
                  <a:lnTo>
                    <a:pt x="1688" y="134"/>
                  </a:lnTo>
                  <a:lnTo>
                    <a:pt x="1289" y="311"/>
                  </a:lnTo>
                  <a:lnTo>
                    <a:pt x="933" y="578"/>
                  </a:lnTo>
                  <a:lnTo>
                    <a:pt x="623" y="889"/>
                  </a:lnTo>
                  <a:lnTo>
                    <a:pt x="356" y="1244"/>
                  </a:lnTo>
                  <a:lnTo>
                    <a:pt x="179" y="1688"/>
                  </a:lnTo>
                  <a:lnTo>
                    <a:pt x="45" y="2087"/>
                  </a:lnTo>
                  <a:lnTo>
                    <a:pt x="1" y="2576"/>
                  </a:lnTo>
                  <a:lnTo>
                    <a:pt x="1" y="257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71"/>
            <p:cNvSpPr/>
            <p:nvPr/>
          </p:nvSpPr>
          <p:spPr>
            <a:xfrm>
              <a:off x="7092150" y="30556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71"/>
            <p:cNvSpPr/>
            <p:nvPr/>
          </p:nvSpPr>
          <p:spPr>
            <a:xfrm>
              <a:off x="7170975" y="2991225"/>
              <a:ext cx="52175" cy="129900"/>
            </a:xfrm>
            <a:custGeom>
              <a:rect b="b" l="l" r="r" t="t"/>
              <a:pathLst>
                <a:path extrusionOk="0" h="5196" w="2087">
                  <a:moveTo>
                    <a:pt x="0" y="1"/>
                  </a:moveTo>
                  <a:lnTo>
                    <a:pt x="0" y="5195"/>
                  </a:lnTo>
                  <a:lnTo>
                    <a:pt x="2087" y="5195"/>
                  </a:lnTo>
                  <a:lnTo>
                    <a:pt x="2087" y="2576"/>
                  </a:lnTo>
                  <a:lnTo>
                    <a:pt x="2043" y="2087"/>
                  </a:lnTo>
                  <a:lnTo>
                    <a:pt x="1954" y="1688"/>
                  </a:lnTo>
                  <a:lnTo>
                    <a:pt x="1732" y="1244"/>
                  </a:lnTo>
                  <a:lnTo>
                    <a:pt x="1510" y="889"/>
                  </a:lnTo>
                  <a:lnTo>
                    <a:pt x="1199" y="578"/>
                  </a:lnTo>
                  <a:lnTo>
                    <a:pt x="844" y="311"/>
                  </a:lnTo>
                  <a:lnTo>
                    <a:pt x="444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71"/>
            <p:cNvSpPr/>
            <p:nvPr/>
          </p:nvSpPr>
          <p:spPr>
            <a:xfrm>
              <a:off x="7170975" y="2991225"/>
              <a:ext cx="52175" cy="129900"/>
            </a:xfrm>
            <a:custGeom>
              <a:rect b="b" l="l" r="r" t="t"/>
              <a:pathLst>
                <a:path extrusionOk="0" fill="none" h="5196" w="2087">
                  <a:moveTo>
                    <a:pt x="0" y="1"/>
                  </a:moveTo>
                  <a:lnTo>
                    <a:pt x="0" y="5195"/>
                  </a:lnTo>
                  <a:lnTo>
                    <a:pt x="2087" y="5195"/>
                  </a:lnTo>
                  <a:lnTo>
                    <a:pt x="2087" y="2576"/>
                  </a:lnTo>
                  <a:lnTo>
                    <a:pt x="2087" y="2576"/>
                  </a:lnTo>
                  <a:lnTo>
                    <a:pt x="2043" y="2087"/>
                  </a:lnTo>
                  <a:lnTo>
                    <a:pt x="1954" y="1688"/>
                  </a:lnTo>
                  <a:lnTo>
                    <a:pt x="1732" y="1244"/>
                  </a:lnTo>
                  <a:lnTo>
                    <a:pt x="1510" y="889"/>
                  </a:lnTo>
                  <a:lnTo>
                    <a:pt x="1199" y="578"/>
                  </a:lnTo>
                  <a:lnTo>
                    <a:pt x="844" y="311"/>
                  </a:lnTo>
                  <a:lnTo>
                    <a:pt x="444" y="134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71"/>
            <p:cNvSpPr/>
            <p:nvPr/>
          </p:nvSpPr>
          <p:spPr>
            <a:xfrm>
              <a:off x="7170975" y="29912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71"/>
            <p:cNvSpPr/>
            <p:nvPr/>
          </p:nvSpPr>
          <p:spPr>
            <a:xfrm>
              <a:off x="6934550" y="2884675"/>
              <a:ext cx="447325" cy="236450"/>
            </a:xfrm>
            <a:custGeom>
              <a:rect b="b" l="l" r="r" t="t"/>
              <a:pathLst>
                <a:path extrusionOk="0" h="9458" w="17893">
                  <a:moveTo>
                    <a:pt x="5284" y="3153"/>
                  </a:moveTo>
                  <a:lnTo>
                    <a:pt x="5284" y="4218"/>
                  </a:lnTo>
                  <a:lnTo>
                    <a:pt x="2131" y="4218"/>
                  </a:lnTo>
                  <a:lnTo>
                    <a:pt x="2131" y="3153"/>
                  </a:lnTo>
                  <a:close/>
                  <a:moveTo>
                    <a:pt x="15762" y="3153"/>
                  </a:moveTo>
                  <a:lnTo>
                    <a:pt x="15762" y="4218"/>
                  </a:lnTo>
                  <a:lnTo>
                    <a:pt x="12610" y="4218"/>
                  </a:lnTo>
                  <a:lnTo>
                    <a:pt x="12610" y="3153"/>
                  </a:lnTo>
                  <a:close/>
                  <a:moveTo>
                    <a:pt x="0" y="0"/>
                  </a:moveTo>
                  <a:lnTo>
                    <a:pt x="0" y="5239"/>
                  </a:lnTo>
                  <a:lnTo>
                    <a:pt x="3153" y="5239"/>
                  </a:lnTo>
                  <a:lnTo>
                    <a:pt x="3153" y="6305"/>
                  </a:lnTo>
                  <a:lnTo>
                    <a:pt x="0" y="6305"/>
                  </a:lnTo>
                  <a:lnTo>
                    <a:pt x="0" y="9457"/>
                  </a:lnTo>
                  <a:lnTo>
                    <a:pt x="5284" y="9457"/>
                  </a:lnTo>
                  <a:lnTo>
                    <a:pt x="5284" y="7370"/>
                  </a:lnTo>
                  <a:lnTo>
                    <a:pt x="4218" y="7370"/>
                  </a:lnTo>
                  <a:lnTo>
                    <a:pt x="4218" y="6305"/>
                  </a:lnTo>
                  <a:lnTo>
                    <a:pt x="5328" y="6305"/>
                  </a:lnTo>
                  <a:lnTo>
                    <a:pt x="5373" y="5994"/>
                  </a:lnTo>
                  <a:lnTo>
                    <a:pt x="5461" y="5683"/>
                  </a:lnTo>
                  <a:lnTo>
                    <a:pt x="5595" y="5373"/>
                  </a:lnTo>
                  <a:lnTo>
                    <a:pt x="5728" y="5062"/>
                  </a:lnTo>
                  <a:lnTo>
                    <a:pt x="5905" y="4795"/>
                  </a:lnTo>
                  <a:lnTo>
                    <a:pt x="6083" y="4529"/>
                  </a:lnTo>
                  <a:lnTo>
                    <a:pt x="6305" y="4307"/>
                  </a:lnTo>
                  <a:lnTo>
                    <a:pt x="6527" y="4085"/>
                  </a:lnTo>
                  <a:lnTo>
                    <a:pt x="6793" y="3863"/>
                  </a:lnTo>
                  <a:lnTo>
                    <a:pt x="7060" y="3685"/>
                  </a:lnTo>
                  <a:lnTo>
                    <a:pt x="7326" y="3552"/>
                  </a:lnTo>
                  <a:lnTo>
                    <a:pt x="7637" y="3419"/>
                  </a:lnTo>
                  <a:lnTo>
                    <a:pt x="7948" y="3286"/>
                  </a:lnTo>
                  <a:lnTo>
                    <a:pt x="8258" y="3241"/>
                  </a:lnTo>
                  <a:lnTo>
                    <a:pt x="8569" y="3197"/>
                  </a:lnTo>
                  <a:lnTo>
                    <a:pt x="8924" y="3153"/>
                  </a:lnTo>
                  <a:lnTo>
                    <a:pt x="9280" y="3197"/>
                  </a:lnTo>
                  <a:lnTo>
                    <a:pt x="9590" y="3241"/>
                  </a:lnTo>
                  <a:lnTo>
                    <a:pt x="9946" y="3286"/>
                  </a:lnTo>
                  <a:lnTo>
                    <a:pt x="10256" y="3419"/>
                  </a:lnTo>
                  <a:lnTo>
                    <a:pt x="10523" y="3552"/>
                  </a:lnTo>
                  <a:lnTo>
                    <a:pt x="10834" y="3685"/>
                  </a:lnTo>
                  <a:lnTo>
                    <a:pt x="11100" y="3863"/>
                  </a:lnTo>
                  <a:lnTo>
                    <a:pt x="11322" y="4085"/>
                  </a:lnTo>
                  <a:lnTo>
                    <a:pt x="11544" y="4307"/>
                  </a:lnTo>
                  <a:lnTo>
                    <a:pt x="11766" y="4529"/>
                  </a:lnTo>
                  <a:lnTo>
                    <a:pt x="11988" y="4795"/>
                  </a:lnTo>
                  <a:lnTo>
                    <a:pt x="12121" y="5062"/>
                  </a:lnTo>
                  <a:lnTo>
                    <a:pt x="12254" y="5373"/>
                  </a:lnTo>
                  <a:lnTo>
                    <a:pt x="12388" y="5683"/>
                  </a:lnTo>
                  <a:lnTo>
                    <a:pt x="12476" y="5994"/>
                  </a:lnTo>
                  <a:lnTo>
                    <a:pt x="12565" y="6305"/>
                  </a:lnTo>
                  <a:lnTo>
                    <a:pt x="13631" y="6305"/>
                  </a:lnTo>
                  <a:lnTo>
                    <a:pt x="13631" y="7370"/>
                  </a:lnTo>
                  <a:lnTo>
                    <a:pt x="12610" y="7370"/>
                  </a:lnTo>
                  <a:lnTo>
                    <a:pt x="12610" y="9457"/>
                  </a:lnTo>
                  <a:lnTo>
                    <a:pt x="17893" y="9457"/>
                  </a:lnTo>
                  <a:lnTo>
                    <a:pt x="17893" y="6305"/>
                  </a:lnTo>
                  <a:lnTo>
                    <a:pt x="14696" y="6305"/>
                  </a:lnTo>
                  <a:lnTo>
                    <a:pt x="14696" y="5239"/>
                  </a:lnTo>
                  <a:lnTo>
                    <a:pt x="17893" y="5239"/>
                  </a:lnTo>
                  <a:lnTo>
                    <a:pt x="17893" y="0"/>
                  </a:lnTo>
                  <a:lnTo>
                    <a:pt x="14696" y="0"/>
                  </a:lnTo>
                  <a:lnTo>
                    <a:pt x="14696" y="2131"/>
                  </a:lnTo>
                  <a:lnTo>
                    <a:pt x="3153" y="2131"/>
                  </a:lnTo>
                  <a:lnTo>
                    <a:pt x="31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71"/>
            <p:cNvSpPr/>
            <p:nvPr/>
          </p:nvSpPr>
          <p:spPr>
            <a:xfrm>
              <a:off x="6934550" y="2884675"/>
              <a:ext cx="447325" cy="236450"/>
            </a:xfrm>
            <a:custGeom>
              <a:rect b="b" l="l" r="r" t="t"/>
              <a:pathLst>
                <a:path extrusionOk="0" fill="none" h="9458" w="17893">
                  <a:moveTo>
                    <a:pt x="14696" y="6305"/>
                  </a:moveTo>
                  <a:lnTo>
                    <a:pt x="14696" y="5239"/>
                  </a:lnTo>
                  <a:lnTo>
                    <a:pt x="17893" y="5239"/>
                  </a:lnTo>
                  <a:lnTo>
                    <a:pt x="17893" y="0"/>
                  </a:lnTo>
                  <a:lnTo>
                    <a:pt x="14696" y="0"/>
                  </a:lnTo>
                  <a:lnTo>
                    <a:pt x="14696" y="2131"/>
                  </a:lnTo>
                  <a:lnTo>
                    <a:pt x="3153" y="2131"/>
                  </a:lnTo>
                  <a:lnTo>
                    <a:pt x="3153" y="0"/>
                  </a:lnTo>
                  <a:lnTo>
                    <a:pt x="0" y="0"/>
                  </a:lnTo>
                  <a:lnTo>
                    <a:pt x="0" y="5239"/>
                  </a:lnTo>
                  <a:lnTo>
                    <a:pt x="3153" y="5239"/>
                  </a:lnTo>
                  <a:lnTo>
                    <a:pt x="3153" y="6305"/>
                  </a:lnTo>
                  <a:lnTo>
                    <a:pt x="0" y="6305"/>
                  </a:lnTo>
                  <a:lnTo>
                    <a:pt x="0" y="9457"/>
                  </a:lnTo>
                  <a:lnTo>
                    <a:pt x="5284" y="9457"/>
                  </a:lnTo>
                  <a:lnTo>
                    <a:pt x="5284" y="7370"/>
                  </a:lnTo>
                  <a:lnTo>
                    <a:pt x="4218" y="7370"/>
                  </a:lnTo>
                  <a:lnTo>
                    <a:pt x="4218" y="6305"/>
                  </a:lnTo>
                  <a:lnTo>
                    <a:pt x="5328" y="6305"/>
                  </a:lnTo>
                  <a:lnTo>
                    <a:pt x="5328" y="6305"/>
                  </a:lnTo>
                  <a:lnTo>
                    <a:pt x="5373" y="5994"/>
                  </a:lnTo>
                  <a:lnTo>
                    <a:pt x="5461" y="5683"/>
                  </a:lnTo>
                  <a:lnTo>
                    <a:pt x="5595" y="5373"/>
                  </a:lnTo>
                  <a:lnTo>
                    <a:pt x="5728" y="5062"/>
                  </a:lnTo>
                  <a:lnTo>
                    <a:pt x="5905" y="4795"/>
                  </a:lnTo>
                  <a:lnTo>
                    <a:pt x="6083" y="4529"/>
                  </a:lnTo>
                  <a:lnTo>
                    <a:pt x="6305" y="4307"/>
                  </a:lnTo>
                  <a:lnTo>
                    <a:pt x="6527" y="4085"/>
                  </a:lnTo>
                  <a:lnTo>
                    <a:pt x="6793" y="3863"/>
                  </a:lnTo>
                  <a:lnTo>
                    <a:pt x="7060" y="3685"/>
                  </a:lnTo>
                  <a:lnTo>
                    <a:pt x="7326" y="3552"/>
                  </a:lnTo>
                  <a:lnTo>
                    <a:pt x="7637" y="3419"/>
                  </a:lnTo>
                  <a:lnTo>
                    <a:pt x="7948" y="3286"/>
                  </a:lnTo>
                  <a:lnTo>
                    <a:pt x="8258" y="3241"/>
                  </a:lnTo>
                  <a:lnTo>
                    <a:pt x="8569" y="3197"/>
                  </a:lnTo>
                  <a:lnTo>
                    <a:pt x="8924" y="3153"/>
                  </a:lnTo>
                  <a:lnTo>
                    <a:pt x="8924" y="3153"/>
                  </a:lnTo>
                  <a:lnTo>
                    <a:pt x="9280" y="3197"/>
                  </a:lnTo>
                  <a:lnTo>
                    <a:pt x="9590" y="3241"/>
                  </a:lnTo>
                  <a:lnTo>
                    <a:pt x="9946" y="3286"/>
                  </a:lnTo>
                  <a:lnTo>
                    <a:pt x="10256" y="3419"/>
                  </a:lnTo>
                  <a:lnTo>
                    <a:pt x="10523" y="3552"/>
                  </a:lnTo>
                  <a:lnTo>
                    <a:pt x="10834" y="3685"/>
                  </a:lnTo>
                  <a:lnTo>
                    <a:pt x="11100" y="3863"/>
                  </a:lnTo>
                  <a:lnTo>
                    <a:pt x="11322" y="4085"/>
                  </a:lnTo>
                  <a:lnTo>
                    <a:pt x="11544" y="4307"/>
                  </a:lnTo>
                  <a:lnTo>
                    <a:pt x="11766" y="4529"/>
                  </a:lnTo>
                  <a:lnTo>
                    <a:pt x="11988" y="4795"/>
                  </a:lnTo>
                  <a:lnTo>
                    <a:pt x="12121" y="5062"/>
                  </a:lnTo>
                  <a:lnTo>
                    <a:pt x="12254" y="5373"/>
                  </a:lnTo>
                  <a:lnTo>
                    <a:pt x="12388" y="5683"/>
                  </a:lnTo>
                  <a:lnTo>
                    <a:pt x="12476" y="5994"/>
                  </a:lnTo>
                  <a:lnTo>
                    <a:pt x="12565" y="6305"/>
                  </a:lnTo>
                  <a:lnTo>
                    <a:pt x="13631" y="6305"/>
                  </a:lnTo>
                  <a:lnTo>
                    <a:pt x="13631" y="7370"/>
                  </a:lnTo>
                  <a:lnTo>
                    <a:pt x="12610" y="7370"/>
                  </a:lnTo>
                  <a:lnTo>
                    <a:pt x="12610" y="9457"/>
                  </a:lnTo>
                  <a:lnTo>
                    <a:pt x="17893" y="9457"/>
                  </a:lnTo>
                  <a:lnTo>
                    <a:pt x="17893" y="6305"/>
                  </a:lnTo>
                  <a:lnTo>
                    <a:pt x="14696" y="630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71"/>
            <p:cNvSpPr/>
            <p:nvPr/>
          </p:nvSpPr>
          <p:spPr>
            <a:xfrm>
              <a:off x="6987825" y="2963475"/>
              <a:ext cx="78825" cy="26675"/>
            </a:xfrm>
            <a:custGeom>
              <a:rect b="b" l="l" r="r" t="t"/>
              <a:pathLst>
                <a:path extrusionOk="0" fill="none" h="1067" w="3153">
                  <a:moveTo>
                    <a:pt x="3153" y="1066"/>
                  </a:moveTo>
                  <a:lnTo>
                    <a:pt x="0" y="1066"/>
                  </a:lnTo>
                  <a:lnTo>
                    <a:pt x="0" y="1"/>
                  </a:lnTo>
                  <a:lnTo>
                    <a:pt x="3153" y="1"/>
                  </a:lnTo>
                  <a:lnTo>
                    <a:pt x="3153" y="106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71"/>
            <p:cNvSpPr/>
            <p:nvPr/>
          </p:nvSpPr>
          <p:spPr>
            <a:xfrm>
              <a:off x="7249775" y="2963475"/>
              <a:ext cx="78825" cy="26675"/>
            </a:xfrm>
            <a:custGeom>
              <a:rect b="b" l="l" r="r" t="t"/>
              <a:pathLst>
                <a:path extrusionOk="0" fill="none" h="1067" w="3153">
                  <a:moveTo>
                    <a:pt x="1" y="1066"/>
                  </a:moveTo>
                  <a:lnTo>
                    <a:pt x="1" y="1"/>
                  </a:lnTo>
                  <a:lnTo>
                    <a:pt x="3153" y="1"/>
                  </a:lnTo>
                  <a:lnTo>
                    <a:pt x="3153" y="1066"/>
                  </a:lnTo>
                  <a:lnTo>
                    <a:pt x="1" y="106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71"/>
            <p:cNvSpPr/>
            <p:nvPr/>
          </p:nvSpPr>
          <p:spPr>
            <a:xfrm>
              <a:off x="7249775" y="29901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71"/>
            <p:cNvSpPr/>
            <p:nvPr/>
          </p:nvSpPr>
          <p:spPr>
            <a:xfrm>
              <a:off x="7144325" y="2832500"/>
              <a:ext cx="26675" cy="26675"/>
            </a:xfrm>
            <a:custGeom>
              <a:rect b="b" l="l" r="r" t="t"/>
              <a:pathLst>
                <a:path extrusionOk="0" h="1067" w="1067">
                  <a:moveTo>
                    <a:pt x="533" y="1"/>
                  </a:moveTo>
                  <a:lnTo>
                    <a:pt x="356" y="45"/>
                  </a:lnTo>
                  <a:lnTo>
                    <a:pt x="178" y="178"/>
                  </a:lnTo>
                  <a:lnTo>
                    <a:pt x="45" y="311"/>
                  </a:lnTo>
                  <a:lnTo>
                    <a:pt x="1" y="533"/>
                  </a:lnTo>
                  <a:lnTo>
                    <a:pt x="1" y="1066"/>
                  </a:lnTo>
                  <a:lnTo>
                    <a:pt x="1066" y="1066"/>
                  </a:lnTo>
                  <a:lnTo>
                    <a:pt x="1066" y="533"/>
                  </a:lnTo>
                  <a:lnTo>
                    <a:pt x="1022" y="311"/>
                  </a:lnTo>
                  <a:lnTo>
                    <a:pt x="933" y="178"/>
                  </a:lnTo>
                  <a:lnTo>
                    <a:pt x="755" y="45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71"/>
            <p:cNvSpPr/>
            <p:nvPr/>
          </p:nvSpPr>
          <p:spPr>
            <a:xfrm>
              <a:off x="7144325" y="2832500"/>
              <a:ext cx="26675" cy="26675"/>
            </a:xfrm>
            <a:custGeom>
              <a:rect b="b" l="l" r="r" t="t"/>
              <a:pathLst>
                <a:path extrusionOk="0" fill="none" h="1067" w="1067">
                  <a:moveTo>
                    <a:pt x="533" y="1"/>
                  </a:moveTo>
                  <a:lnTo>
                    <a:pt x="533" y="1"/>
                  </a:lnTo>
                  <a:lnTo>
                    <a:pt x="356" y="45"/>
                  </a:lnTo>
                  <a:lnTo>
                    <a:pt x="178" y="178"/>
                  </a:lnTo>
                  <a:lnTo>
                    <a:pt x="45" y="311"/>
                  </a:lnTo>
                  <a:lnTo>
                    <a:pt x="1" y="533"/>
                  </a:lnTo>
                  <a:lnTo>
                    <a:pt x="1" y="1066"/>
                  </a:lnTo>
                  <a:lnTo>
                    <a:pt x="1066" y="1066"/>
                  </a:lnTo>
                  <a:lnTo>
                    <a:pt x="1066" y="533"/>
                  </a:lnTo>
                  <a:lnTo>
                    <a:pt x="1066" y="533"/>
                  </a:lnTo>
                  <a:lnTo>
                    <a:pt x="1022" y="311"/>
                  </a:lnTo>
                  <a:lnTo>
                    <a:pt x="933" y="178"/>
                  </a:lnTo>
                  <a:lnTo>
                    <a:pt x="755" y="45"/>
                  </a:lnTo>
                  <a:lnTo>
                    <a:pt x="533" y="1"/>
                  </a:lnTo>
                  <a:lnTo>
                    <a:pt x="53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71"/>
            <p:cNvSpPr/>
            <p:nvPr/>
          </p:nvSpPr>
          <p:spPr>
            <a:xfrm>
              <a:off x="7157650" y="28325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71"/>
            <p:cNvSpPr/>
            <p:nvPr/>
          </p:nvSpPr>
          <p:spPr>
            <a:xfrm>
              <a:off x="7040000" y="2780325"/>
              <a:ext cx="235325" cy="131000"/>
            </a:xfrm>
            <a:custGeom>
              <a:rect b="b" l="l" r="r" t="t"/>
              <a:pathLst>
                <a:path extrusionOk="0" h="5240" w="9413">
                  <a:moveTo>
                    <a:pt x="5017" y="1066"/>
                  </a:moveTo>
                  <a:lnTo>
                    <a:pt x="5328" y="1155"/>
                  </a:lnTo>
                  <a:lnTo>
                    <a:pt x="5594" y="1333"/>
                  </a:lnTo>
                  <a:lnTo>
                    <a:pt x="5816" y="1510"/>
                  </a:lnTo>
                  <a:lnTo>
                    <a:pt x="6038" y="1732"/>
                  </a:lnTo>
                  <a:lnTo>
                    <a:pt x="6172" y="1999"/>
                  </a:lnTo>
                  <a:lnTo>
                    <a:pt x="6260" y="2310"/>
                  </a:lnTo>
                  <a:lnTo>
                    <a:pt x="6305" y="2620"/>
                  </a:lnTo>
                  <a:lnTo>
                    <a:pt x="6305" y="4174"/>
                  </a:lnTo>
                  <a:lnTo>
                    <a:pt x="3153" y="4174"/>
                  </a:lnTo>
                  <a:lnTo>
                    <a:pt x="3153" y="2620"/>
                  </a:lnTo>
                  <a:lnTo>
                    <a:pt x="3153" y="2310"/>
                  </a:lnTo>
                  <a:lnTo>
                    <a:pt x="3286" y="1999"/>
                  </a:lnTo>
                  <a:lnTo>
                    <a:pt x="3419" y="1732"/>
                  </a:lnTo>
                  <a:lnTo>
                    <a:pt x="3597" y="1510"/>
                  </a:lnTo>
                  <a:lnTo>
                    <a:pt x="3819" y="1333"/>
                  </a:lnTo>
                  <a:lnTo>
                    <a:pt x="4085" y="1155"/>
                  </a:lnTo>
                  <a:lnTo>
                    <a:pt x="4396" y="1066"/>
                  </a:lnTo>
                  <a:close/>
                  <a:moveTo>
                    <a:pt x="0" y="1"/>
                  </a:moveTo>
                  <a:lnTo>
                    <a:pt x="0" y="2088"/>
                  </a:lnTo>
                  <a:lnTo>
                    <a:pt x="2087" y="2088"/>
                  </a:lnTo>
                  <a:lnTo>
                    <a:pt x="2087" y="3153"/>
                  </a:lnTo>
                  <a:lnTo>
                    <a:pt x="0" y="3153"/>
                  </a:lnTo>
                  <a:lnTo>
                    <a:pt x="0" y="5240"/>
                  </a:lnTo>
                  <a:lnTo>
                    <a:pt x="9413" y="5240"/>
                  </a:lnTo>
                  <a:lnTo>
                    <a:pt x="9413" y="2088"/>
                  </a:lnTo>
                  <a:lnTo>
                    <a:pt x="7326" y="2088"/>
                  </a:lnTo>
                  <a:lnTo>
                    <a:pt x="7326" y="1066"/>
                  </a:lnTo>
                  <a:lnTo>
                    <a:pt x="9413" y="1066"/>
                  </a:lnTo>
                  <a:lnTo>
                    <a:pt x="94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71"/>
            <p:cNvSpPr/>
            <p:nvPr/>
          </p:nvSpPr>
          <p:spPr>
            <a:xfrm>
              <a:off x="7040000" y="2780325"/>
              <a:ext cx="235325" cy="131000"/>
            </a:xfrm>
            <a:custGeom>
              <a:rect b="b" l="l" r="r" t="t"/>
              <a:pathLst>
                <a:path extrusionOk="0" fill="none" h="5240" w="9413">
                  <a:moveTo>
                    <a:pt x="7326" y="2088"/>
                  </a:moveTo>
                  <a:lnTo>
                    <a:pt x="7326" y="1066"/>
                  </a:lnTo>
                  <a:lnTo>
                    <a:pt x="9413" y="1066"/>
                  </a:lnTo>
                  <a:lnTo>
                    <a:pt x="9413" y="1"/>
                  </a:lnTo>
                  <a:lnTo>
                    <a:pt x="0" y="1"/>
                  </a:lnTo>
                  <a:lnTo>
                    <a:pt x="0" y="2088"/>
                  </a:lnTo>
                  <a:lnTo>
                    <a:pt x="2087" y="2088"/>
                  </a:lnTo>
                  <a:lnTo>
                    <a:pt x="2087" y="3153"/>
                  </a:lnTo>
                  <a:lnTo>
                    <a:pt x="0" y="3153"/>
                  </a:lnTo>
                  <a:lnTo>
                    <a:pt x="0" y="5240"/>
                  </a:lnTo>
                  <a:lnTo>
                    <a:pt x="9413" y="5240"/>
                  </a:lnTo>
                  <a:lnTo>
                    <a:pt x="9413" y="5240"/>
                  </a:lnTo>
                  <a:lnTo>
                    <a:pt x="9413" y="2088"/>
                  </a:lnTo>
                  <a:lnTo>
                    <a:pt x="7326" y="208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71"/>
            <p:cNvSpPr/>
            <p:nvPr/>
          </p:nvSpPr>
          <p:spPr>
            <a:xfrm>
              <a:off x="7118800" y="2806975"/>
              <a:ext cx="78825" cy="77725"/>
            </a:xfrm>
            <a:custGeom>
              <a:rect b="b" l="l" r="r" t="t"/>
              <a:pathLst>
                <a:path extrusionOk="0" fill="none" h="3109" w="3153">
                  <a:moveTo>
                    <a:pt x="3153" y="3108"/>
                  </a:moveTo>
                  <a:lnTo>
                    <a:pt x="1" y="3108"/>
                  </a:lnTo>
                  <a:lnTo>
                    <a:pt x="1" y="1554"/>
                  </a:lnTo>
                  <a:lnTo>
                    <a:pt x="1" y="1554"/>
                  </a:lnTo>
                  <a:lnTo>
                    <a:pt x="1" y="1244"/>
                  </a:lnTo>
                  <a:lnTo>
                    <a:pt x="134" y="933"/>
                  </a:lnTo>
                  <a:lnTo>
                    <a:pt x="267" y="666"/>
                  </a:lnTo>
                  <a:lnTo>
                    <a:pt x="445" y="444"/>
                  </a:lnTo>
                  <a:lnTo>
                    <a:pt x="667" y="267"/>
                  </a:lnTo>
                  <a:lnTo>
                    <a:pt x="933" y="89"/>
                  </a:lnTo>
                  <a:lnTo>
                    <a:pt x="124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865" y="0"/>
                  </a:lnTo>
                  <a:lnTo>
                    <a:pt x="2176" y="89"/>
                  </a:lnTo>
                  <a:lnTo>
                    <a:pt x="2442" y="267"/>
                  </a:lnTo>
                  <a:lnTo>
                    <a:pt x="2664" y="444"/>
                  </a:lnTo>
                  <a:lnTo>
                    <a:pt x="2886" y="666"/>
                  </a:lnTo>
                  <a:lnTo>
                    <a:pt x="3020" y="933"/>
                  </a:lnTo>
                  <a:lnTo>
                    <a:pt x="3108" y="1244"/>
                  </a:lnTo>
                  <a:lnTo>
                    <a:pt x="3153" y="1554"/>
                  </a:lnTo>
                  <a:lnTo>
                    <a:pt x="3153" y="310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71"/>
            <p:cNvSpPr/>
            <p:nvPr/>
          </p:nvSpPr>
          <p:spPr>
            <a:xfrm>
              <a:off x="7197600" y="28846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71"/>
            <p:cNvSpPr/>
            <p:nvPr/>
          </p:nvSpPr>
          <p:spPr>
            <a:xfrm>
              <a:off x="7013350" y="2673775"/>
              <a:ext cx="288625" cy="79950"/>
            </a:xfrm>
            <a:custGeom>
              <a:rect b="b" l="l" r="r" t="t"/>
              <a:pathLst>
                <a:path extrusionOk="0" h="3198" w="11545">
                  <a:moveTo>
                    <a:pt x="1" y="1"/>
                  </a:moveTo>
                  <a:lnTo>
                    <a:pt x="1" y="3197"/>
                  </a:lnTo>
                  <a:lnTo>
                    <a:pt x="11544" y="3197"/>
                  </a:lnTo>
                  <a:lnTo>
                    <a:pt x="11544" y="1"/>
                  </a:lnTo>
                  <a:lnTo>
                    <a:pt x="9458" y="1"/>
                  </a:lnTo>
                  <a:lnTo>
                    <a:pt x="9458" y="1066"/>
                  </a:lnTo>
                  <a:lnTo>
                    <a:pt x="6838" y="1066"/>
                  </a:lnTo>
                  <a:lnTo>
                    <a:pt x="6838" y="1"/>
                  </a:lnTo>
                  <a:lnTo>
                    <a:pt x="4751" y="1"/>
                  </a:lnTo>
                  <a:lnTo>
                    <a:pt x="4751" y="1066"/>
                  </a:lnTo>
                  <a:lnTo>
                    <a:pt x="2132" y="1066"/>
                  </a:lnTo>
                  <a:lnTo>
                    <a:pt x="21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71"/>
            <p:cNvSpPr/>
            <p:nvPr/>
          </p:nvSpPr>
          <p:spPr>
            <a:xfrm>
              <a:off x="7013350" y="2673775"/>
              <a:ext cx="288625" cy="79950"/>
            </a:xfrm>
            <a:custGeom>
              <a:rect b="b" l="l" r="r" t="t"/>
              <a:pathLst>
                <a:path extrusionOk="0" fill="none" h="3198" w="11545">
                  <a:moveTo>
                    <a:pt x="1" y="3197"/>
                  </a:moveTo>
                  <a:lnTo>
                    <a:pt x="1" y="1"/>
                  </a:lnTo>
                  <a:lnTo>
                    <a:pt x="2132" y="1"/>
                  </a:lnTo>
                  <a:lnTo>
                    <a:pt x="2132" y="1066"/>
                  </a:lnTo>
                  <a:lnTo>
                    <a:pt x="4751" y="1066"/>
                  </a:lnTo>
                  <a:lnTo>
                    <a:pt x="4751" y="1"/>
                  </a:lnTo>
                  <a:lnTo>
                    <a:pt x="6838" y="1"/>
                  </a:lnTo>
                  <a:lnTo>
                    <a:pt x="6838" y="1066"/>
                  </a:lnTo>
                  <a:lnTo>
                    <a:pt x="9458" y="1066"/>
                  </a:lnTo>
                  <a:lnTo>
                    <a:pt x="9458" y="1"/>
                  </a:lnTo>
                  <a:lnTo>
                    <a:pt x="11544" y="1"/>
                  </a:lnTo>
                  <a:lnTo>
                    <a:pt x="11544" y="3197"/>
                  </a:lnTo>
                  <a:lnTo>
                    <a:pt x="1" y="319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71"/>
            <p:cNvSpPr/>
            <p:nvPr/>
          </p:nvSpPr>
          <p:spPr>
            <a:xfrm>
              <a:off x="7013350" y="275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72"/>
          <p:cNvSpPr txBox="1"/>
          <p:nvPr>
            <p:ph type="title"/>
          </p:nvPr>
        </p:nvSpPr>
        <p:spPr>
          <a:xfrm>
            <a:off x="3842675" y="2428325"/>
            <a:ext cx="4530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Koppelvlak</a:t>
            </a:r>
            <a:endParaRPr/>
          </a:p>
        </p:txBody>
      </p:sp>
      <p:sp>
        <p:nvSpPr>
          <p:cNvPr id="2486" name="Google Shape;2486;p72"/>
          <p:cNvSpPr txBox="1"/>
          <p:nvPr>
            <p:ph idx="2" type="title"/>
          </p:nvPr>
        </p:nvSpPr>
        <p:spPr>
          <a:xfrm>
            <a:off x="5342188" y="1291200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2487" name="Google Shape;2487;p72"/>
          <p:cNvSpPr txBox="1"/>
          <p:nvPr>
            <p:ph idx="1" type="subTitle"/>
          </p:nvPr>
        </p:nvSpPr>
        <p:spPr>
          <a:xfrm>
            <a:off x="4567138" y="33703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Gebruikerskoppelvlak voorstelling vir die program</a:t>
            </a:r>
            <a:endParaRPr/>
          </a:p>
        </p:txBody>
      </p:sp>
      <p:cxnSp>
        <p:nvCxnSpPr>
          <p:cNvPr id="2488" name="Google Shape;2488;p72"/>
          <p:cNvCxnSpPr/>
          <p:nvPr/>
        </p:nvCxnSpPr>
        <p:spPr>
          <a:xfrm>
            <a:off x="5425288" y="2260978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89" name="Google Shape;2489;p72"/>
          <p:cNvGrpSpPr/>
          <p:nvPr/>
        </p:nvGrpSpPr>
        <p:grpSpPr>
          <a:xfrm>
            <a:off x="1805872" y="734091"/>
            <a:ext cx="2287695" cy="2289334"/>
            <a:chOff x="1192500" y="238125"/>
            <a:chExt cx="5235000" cy="5238750"/>
          </a:xfrm>
        </p:grpSpPr>
        <p:sp>
          <p:nvSpPr>
            <p:cNvPr id="2490" name="Google Shape;2490;p72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72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72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72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72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72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72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72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72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72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72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72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72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72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72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72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72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72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72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72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72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72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72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72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72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72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72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72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72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72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72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72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72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72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72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72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72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72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72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72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72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72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72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72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72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72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72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72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72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72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72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72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72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72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72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72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72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72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72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72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72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72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72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72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72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72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72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72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72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72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72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72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72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72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72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72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72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72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72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72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72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72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72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72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72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72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72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72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72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72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72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72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72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72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72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72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72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72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72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72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72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72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72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72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72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72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72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72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72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72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72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72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72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72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72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72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72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72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72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72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72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72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72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72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72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72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72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72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72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72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72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72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72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72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72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72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72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72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72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72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72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72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72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72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72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72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72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72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72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72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72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72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72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72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72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72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72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72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72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72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72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72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72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72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72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72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72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72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72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59" name="Google Shape;2659;p7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076215">
            <a:off x="-1616015" y="2704203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3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73"/>
          <p:cNvSpPr txBox="1"/>
          <p:nvPr>
            <p:ph type="title"/>
          </p:nvPr>
        </p:nvSpPr>
        <p:spPr>
          <a:xfrm>
            <a:off x="4391775" y="1795808"/>
            <a:ext cx="379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Kleur Skema</a:t>
            </a:r>
            <a:endParaRPr/>
          </a:p>
        </p:txBody>
      </p:sp>
      <p:sp>
        <p:nvSpPr>
          <p:cNvPr id="2665" name="Google Shape;2665;p73"/>
          <p:cNvSpPr txBox="1"/>
          <p:nvPr>
            <p:ph idx="1" type="subTitle"/>
          </p:nvPr>
        </p:nvSpPr>
        <p:spPr>
          <a:xfrm>
            <a:off x="4640250" y="2455650"/>
            <a:ext cx="3543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gekose kleur skema is ‘n baie aardgroen kleurpalet</a:t>
            </a:r>
            <a:endParaRPr/>
          </a:p>
        </p:txBody>
      </p:sp>
      <p:pic>
        <p:nvPicPr>
          <p:cNvPr id="2666" name="Google Shape;2666;p73"/>
          <p:cNvPicPr preferRelativeResize="0"/>
          <p:nvPr/>
        </p:nvPicPr>
        <p:blipFill rotWithShape="1">
          <a:blip r:embed="rId3">
            <a:alphaModFix/>
          </a:blip>
          <a:srcRect b="0" l="458" r="0" t="0"/>
          <a:stretch/>
        </p:blipFill>
        <p:spPr>
          <a:xfrm>
            <a:off x="1292351" y="575984"/>
            <a:ext cx="2645659" cy="399153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0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74"/>
          <p:cNvSpPr txBox="1"/>
          <p:nvPr>
            <p:ph type="title"/>
          </p:nvPr>
        </p:nvSpPr>
        <p:spPr>
          <a:xfrm>
            <a:off x="632350" y="1093625"/>
            <a:ext cx="3964200" cy="20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LOGO Ontwerp</a:t>
            </a:r>
            <a:endParaRPr/>
          </a:p>
        </p:txBody>
      </p:sp>
      <p:sp>
        <p:nvSpPr>
          <p:cNvPr id="2672" name="Google Shape;2672;p74"/>
          <p:cNvSpPr txBox="1"/>
          <p:nvPr>
            <p:ph idx="1" type="subTitle"/>
          </p:nvPr>
        </p:nvSpPr>
        <p:spPr>
          <a:xfrm>
            <a:off x="632350" y="3302563"/>
            <a:ext cx="3964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Die logo ontwerp vat inspirasie uit die nodusse aspek van ‘n geweegde grafiek, sowel as die kortste roete voorstelling van die dijkstra algoritme</a:t>
            </a:r>
            <a:endParaRPr/>
          </a:p>
        </p:txBody>
      </p:sp>
      <p:sp>
        <p:nvSpPr>
          <p:cNvPr id="2673" name="Google Shape;2673;p74"/>
          <p:cNvSpPr/>
          <p:nvPr/>
        </p:nvSpPr>
        <p:spPr>
          <a:xfrm flipH="1">
            <a:off x="4795238" y="110407"/>
            <a:ext cx="193235" cy="74897"/>
          </a:xfrm>
          <a:custGeom>
            <a:rect b="b" l="l" r="r" t="t"/>
            <a:pathLst>
              <a:path extrusionOk="0" fill="none" h="2012" w="5191">
                <a:moveTo>
                  <a:pt x="1353" y="1"/>
                </a:moveTo>
                <a:lnTo>
                  <a:pt x="1353" y="1"/>
                </a:lnTo>
                <a:lnTo>
                  <a:pt x="1134" y="1"/>
                </a:lnTo>
                <a:lnTo>
                  <a:pt x="878" y="74"/>
                </a:lnTo>
                <a:lnTo>
                  <a:pt x="695" y="147"/>
                </a:lnTo>
                <a:lnTo>
                  <a:pt x="476" y="257"/>
                </a:lnTo>
                <a:lnTo>
                  <a:pt x="476" y="257"/>
                </a:lnTo>
                <a:lnTo>
                  <a:pt x="329" y="330"/>
                </a:lnTo>
                <a:lnTo>
                  <a:pt x="220" y="440"/>
                </a:lnTo>
                <a:lnTo>
                  <a:pt x="0" y="659"/>
                </a:lnTo>
                <a:lnTo>
                  <a:pt x="0" y="659"/>
                </a:lnTo>
                <a:lnTo>
                  <a:pt x="110" y="805"/>
                </a:lnTo>
                <a:lnTo>
                  <a:pt x="110" y="805"/>
                </a:lnTo>
                <a:lnTo>
                  <a:pt x="293" y="769"/>
                </a:lnTo>
                <a:lnTo>
                  <a:pt x="403" y="769"/>
                </a:lnTo>
                <a:lnTo>
                  <a:pt x="476" y="732"/>
                </a:lnTo>
                <a:lnTo>
                  <a:pt x="476" y="732"/>
                </a:lnTo>
                <a:lnTo>
                  <a:pt x="622" y="659"/>
                </a:lnTo>
                <a:lnTo>
                  <a:pt x="805" y="586"/>
                </a:lnTo>
                <a:lnTo>
                  <a:pt x="951" y="549"/>
                </a:lnTo>
                <a:lnTo>
                  <a:pt x="1097" y="513"/>
                </a:lnTo>
                <a:lnTo>
                  <a:pt x="1097" y="513"/>
                </a:lnTo>
                <a:lnTo>
                  <a:pt x="1243" y="549"/>
                </a:lnTo>
                <a:lnTo>
                  <a:pt x="1389" y="586"/>
                </a:lnTo>
                <a:lnTo>
                  <a:pt x="1718" y="732"/>
                </a:lnTo>
                <a:lnTo>
                  <a:pt x="1718" y="732"/>
                </a:lnTo>
                <a:lnTo>
                  <a:pt x="1901" y="805"/>
                </a:lnTo>
                <a:lnTo>
                  <a:pt x="2120" y="842"/>
                </a:lnTo>
                <a:lnTo>
                  <a:pt x="2120" y="842"/>
                </a:lnTo>
                <a:lnTo>
                  <a:pt x="2523" y="915"/>
                </a:lnTo>
                <a:lnTo>
                  <a:pt x="2888" y="1061"/>
                </a:lnTo>
                <a:lnTo>
                  <a:pt x="3034" y="1171"/>
                </a:lnTo>
                <a:lnTo>
                  <a:pt x="3180" y="1280"/>
                </a:lnTo>
                <a:lnTo>
                  <a:pt x="3327" y="1390"/>
                </a:lnTo>
                <a:lnTo>
                  <a:pt x="3436" y="1573"/>
                </a:lnTo>
                <a:lnTo>
                  <a:pt x="3436" y="1573"/>
                </a:lnTo>
                <a:lnTo>
                  <a:pt x="3656" y="1792"/>
                </a:lnTo>
                <a:lnTo>
                  <a:pt x="3875" y="1938"/>
                </a:lnTo>
                <a:lnTo>
                  <a:pt x="4094" y="2011"/>
                </a:lnTo>
                <a:lnTo>
                  <a:pt x="4314" y="2011"/>
                </a:lnTo>
                <a:lnTo>
                  <a:pt x="4314" y="2011"/>
                </a:lnTo>
                <a:lnTo>
                  <a:pt x="4606" y="2011"/>
                </a:lnTo>
                <a:lnTo>
                  <a:pt x="4862" y="1975"/>
                </a:lnTo>
                <a:lnTo>
                  <a:pt x="4862" y="1975"/>
                </a:lnTo>
                <a:lnTo>
                  <a:pt x="4935" y="1938"/>
                </a:lnTo>
                <a:lnTo>
                  <a:pt x="5045" y="1902"/>
                </a:lnTo>
                <a:lnTo>
                  <a:pt x="5191" y="1755"/>
                </a:lnTo>
                <a:lnTo>
                  <a:pt x="5191" y="1755"/>
                </a:lnTo>
                <a:lnTo>
                  <a:pt x="5081" y="1573"/>
                </a:lnTo>
                <a:lnTo>
                  <a:pt x="5008" y="1463"/>
                </a:lnTo>
                <a:lnTo>
                  <a:pt x="4935" y="1427"/>
                </a:lnTo>
                <a:lnTo>
                  <a:pt x="4935" y="1427"/>
                </a:lnTo>
                <a:lnTo>
                  <a:pt x="3327" y="659"/>
                </a:lnTo>
                <a:lnTo>
                  <a:pt x="2523" y="293"/>
                </a:lnTo>
                <a:lnTo>
                  <a:pt x="2084" y="147"/>
                </a:lnTo>
                <a:lnTo>
                  <a:pt x="1682" y="38"/>
                </a:lnTo>
                <a:lnTo>
                  <a:pt x="1682" y="38"/>
                </a:lnTo>
                <a:lnTo>
                  <a:pt x="1353" y="1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4" name="Google Shape;2674;p74"/>
          <p:cNvSpPr/>
          <p:nvPr/>
        </p:nvSpPr>
        <p:spPr>
          <a:xfrm flipH="1">
            <a:off x="4683675" y="181171"/>
            <a:ext cx="107506" cy="43590"/>
          </a:xfrm>
          <a:custGeom>
            <a:rect b="b" l="l" r="r" t="t"/>
            <a:pathLst>
              <a:path extrusionOk="0" fill="none" h="1171" w="2888">
                <a:moveTo>
                  <a:pt x="622" y="1"/>
                </a:moveTo>
                <a:lnTo>
                  <a:pt x="622" y="1"/>
                </a:lnTo>
                <a:lnTo>
                  <a:pt x="585" y="622"/>
                </a:lnTo>
                <a:lnTo>
                  <a:pt x="585" y="622"/>
                </a:lnTo>
                <a:lnTo>
                  <a:pt x="0" y="805"/>
                </a:lnTo>
                <a:lnTo>
                  <a:pt x="0" y="805"/>
                </a:lnTo>
                <a:lnTo>
                  <a:pt x="0" y="914"/>
                </a:lnTo>
                <a:lnTo>
                  <a:pt x="0" y="914"/>
                </a:lnTo>
                <a:lnTo>
                  <a:pt x="695" y="1097"/>
                </a:lnTo>
                <a:lnTo>
                  <a:pt x="1024" y="1170"/>
                </a:lnTo>
                <a:lnTo>
                  <a:pt x="1353" y="1170"/>
                </a:lnTo>
                <a:lnTo>
                  <a:pt x="1353" y="1170"/>
                </a:lnTo>
                <a:lnTo>
                  <a:pt x="1426" y="1170"/>
                </a:lnTo>
                <a:lnTo>
                  <a:pt x="1426" y="1170"/>
                </a:lnTo>
                <a:lnTo>
                  <a:pt x="1791" y="1134"/>
                </a:lnTo>
                <a:lnTo>
                  <a:pt x="2157" y="1061"/>
                </a:lnTo>
                <a:lnTo>
                  <a:pt x="2888" y="841"/>
                </a:lnTo>
                <a:lnTo>
                  <a:pt x="2888" y="841"/>
                </a:lnTo>
                <a:lnTo>
                  <a:pt x="2851" y="695"/>
                </a:lnTo>
                <a:lnTo>
                  <a:pt x="2815" y="549"/>
                </a:lnTo>
                <a:lnTo>
                  <a:pt x="2742" y="439"/>
                </a:lnTo>
                <a:lnTo>
                  <a:pt x="2632" y="366"/>
                </a:lnTo>
                <a:lnTo>
                  <a:pt x="2413" y="220"/>
                </a:lnTo>
                <a:lnTo>
                  <a:pt x="2193" y="147"/>
                </a:lnTo>
                <a:lnTo>
                  <a:pt x="2193" y="147"/>
                </a:lnTo>
                <a:lnTo>
                  <a:pt x="1828" y="74"/>
                </a:lnTo>
                <a:lnTo>
                  <a:pt x="1426" y="37"/>
                </a:lnTo>
                <a:lnTo>
                  <a:pt x="622" y="1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74"/>
          <p:cNvSpPr/>
          <p:nvPr/>
        </p:nvSpPr>
        <p:spPr>
          <a:xfrm flipH="1">
            <a:off x="4840132" y="209760"/>
            <a:ext cx="27249" cy="17719"/>
          </a:xfrm>
          <a:custGeom>
            <a:rect b="b" l="l" r="r" t="t"/>
            <a:pathLst>
              <a:path extrusionOk="0" fill="none" h="476" w="732">
                <a:moveTo>
                  <a:pt x="366" y="0"/>
                </a:moveTo>
                <a:lnTo>
                  <a:pt x="366" y="0"/>
                </a:lnTo>
                <a:lnTo>
                  <a:pt x="220" y="37"/>
                </a:lnTo>
                <a:lnTo>
                  <a:pt x="1" y="73"/>
                </a:lnTo>
                <a:lnTo>
                  <a:pt x="1" y="73"/>
                </a:lnTo>
                <a:lnTo>
                  <a:pt x="110" y="329"/>
                </a:lnTo>
                <a:lnTo>
                  <a:pt x="183" y="402"/>
                </a:lnTo>
                <a:lnTo>
                  <a:pt x="220" y="439"/>
                </a:lnTo>
                <a:lnTo>
                  <a:pt x="220" y="439"/>
                </a:lnTo>
                <a:lnTo>
                  <a:pt x="366" y="475"/>
                </a:lnTo>
                <a:lnTo>
                  <a:pt x="366" y="475"/>
                </a:lnTo>
                <a:lnTo>
                  <a:pt x="512" y="475"/>
                </a:lnTo>
                <a:lnTo>
                  <a:pt x="695" y="402"/>
                </a:lnTo>
                <a:lnTo>
                  <a:pt x="695" y="402"/>
                </a:lnTo>
                <a:lnTo>
                  <a:pt x="732" y="293"/>
                </a:lnTo>
                <a:lnTo>
                  <a:pt x="732" y="220"/>
                </a:lnTo>
                <a:lnTo>
                  <a:pt x="732" y="183"/>
                </a:lnTo>
                <a:lnTo>
                  <a:pt x="732" y="183"/>
                </a:lnTo>
                <a:lnTo>
                  <a:pt x="585" y="73"/>
                </a:lnTo>
                <a:lnTo>
                  <a:pt x="403" y="0"/>
                </a:lnTo>
                <a:lnTo>
                  <a:pt x="403" y="0"/>
                </a:lnTo>
                <a:lnTo>
                  <a:pt x="366" y="0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74"/>
          <p:cNvSpPr/>
          <p:nvPr/>
        </p:nvSpPr>
        <p:spPr>
          <a:xfrm flipH="1">
            <a:off x="4633310" y="207043"/>
            <a:ext cx="17719" cy="19059"/>
          </a:xfrm>
          <a:custGeom>
            <a:rect b="b" l="l" r="r" t="t"/>
            <a:pathLst>
              <a:path extrusionOk="0" fill="none" h="512" w="476">
                <a:moveTo>
                  <a:pt x="220" y="0"/>
                </a:moveTo>
                <a:lnTo>
                  <a:pt x="220" y="0"/>
                </a:lnTo>
                <a:lnTo>
                  <a:pt x="73" y="219"/>
                </a:lnTo>
                <a:lnTo>
                  <a:pt x="0" y="366"/>
                </a:lnTo>
                <a:lnTo>
                  <a:pt x="0" y="366"/>
                </a:lnTo>
                <a:lnTo>
                  <a:pt x="73" y="475"/>
                </a:lnTo>
                <a:lnTo>
                  <a:pt x="220" y="512"/>
                </a:lnTo>
                <a:lnTo>
                  <a:pt x="220" y="512"/>
                </a:lnTo>
                <a:lnTo>
                  <a:pt x="220" y="512"/>
                </a:lnTo>
                <a:lnTo>
                  <a:pt x="220" y="512"/>
                </a:lnTo>
                <a:lnTo>
                  <a:pt x="366" y="402"/>
                </a:lnTo>
                <a:lnTo>
                  <a:pt x="475" y="256"/>
                </a:lnTo>
                <a:lnTo>
                  <a:pt x="475" y="256"/>
                </a:lnTo>
                <a:lnTo>
                  <a:pt x="220" y="0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7" name="Google Shape;2677;p74"/>
          <p:cNvPicPr preferRelativeResize="0"/>
          <p:nvPr/>
        </p:nvPicPr>
        <p:blipFill rotWithShape="1">
          <a:blip r:embed="rId3">
            <a:alphaModFix amt="41000"/>
          </a:blip>
          <a:srcRect b="0" l="0" r="58976" t="0"/>
          <a:stretch/>
        </p:blipFill>
        <p:spPr>
          <a:xfrm flipH="1" rot="-8">
            <a:off x="3729446" y="-2551697"/>
            <a:ext cx="2833676" cy="4474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8" name="Google Shape;267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675" y="707505"/>
            <a:ext cx="3668439" cy="366843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75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684" name="Google Shape;2684;p75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75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volgende paar slides vertoon die admin koppelvlak</a:t>
            </a:r>
            <a:endParaRPr/>
          </a:p>
        </p:txBody>
      </p:sp>
      <p:pic>
        <p:nvPicPr>
          <p:cNvPr id="2686" name="Google Shape;268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646" y="695065"/>
            <a:ext cx="4150114" cy="305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0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p76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692" name="Google Shape;2692;p76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76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Lokaal Wysiging</a:t>
            </a:r>
            <a:endParaRPr/>
          </a:p>
        </p:txBody>
      </p:sp>
      <p:pic>
        <p:nvPicPr>
          <p:cNvPr id="2694" name="Google Shape;269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4250" y="695075"/>
            <a:ext cx="4183350" cy="30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77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700" name="Google Shape;2700;p77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1" name="Google Shape;2701;p77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Toerusting Wysiging</a:t>
            </a:r>
            <a:endParaRPr/>
          </a:p>
        </p:txBody>
      </p:sp>
      <p:pic>
        <p:nvPicPr>
          <p:cNvPr id="2702" name="Google Shape;270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4150" y="695075"/>
            <a:ext cx="4183776" cy="305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p78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708" name="Google Shape;2708;p78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78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Klas Rooster Wysiging</a:t>
            </a:r>
            <a:endParaRPr/>
          </a:p>
        </p:txBody>
      </p:sp>
      <p:pic>
        <p:nvPicPr>
          <p:cNvPr id="2710" name="Google Shape;271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4050" y="695075"/>
            <a:ext cx="4163874" cy="305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p79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716" name="Google Shape;2716;p79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79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Lokaal Besprekings</a:t>
            </a:r>
            <a:endParaRPr/>
          </a:p>
        </p:txBody>
      </p:sp>
      <p:pic>
        <p:nvPicPr>
          <p:cNvPr id="2718" name="Google Shape;271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625" y="695075"/>
            <a:ext cx="4240825" cy="305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p80"/>
          <p:cNvSpPr txBox="1"/>
          <p:nvPr>
            <p:ph type="title"/>
          </p:nvPr>
        </p:nvSpPr>
        <p:spPr>
          <a:xfrm>
            <a:off x="325470" y="1147301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Gebruiker</a:t>
            </a:r>
            <a:endParaRPr/>
          </a:p>
        </p:txBody>
      </p:sp>
      <p:sp>
        <p:nvSpPr>
          <p:cNvPr id="2724" name="Google Shape;2724;p80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80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basis uitleg wat vir die gebruiker vertoon sal word</a:t>
            </a:r>
            <a:endParaRPr/>
          </a:p>
        </p:txBody>
      </p:sp>
      <p:pic>
        <p:nvPicPr>
          <p:cNvPr id="2726" name="Google Shape;272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646" y="713728"/>
            <a:ext cx="4150114" cy="302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81"/>
          <p:cNvSpPr txBox="1"/>
          <p:nvPr>
            <p:ph type="title"/>
          </p:nvPr>
        </p:nvSpPr>
        <p:spPr>
          <a:xfrm>
            <a:off x="719999" y="2302100"/>
            <a:ext cx="4087131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Uitbreiding</a:t>
            </a:r>
            <a:endParaRPr/>
          </a:p>
        </p:txBody>
      </p:sp>
      <p:sp>
        <p:nvSpPr>
          <p:cNvPr id="2732" name="Google Shape;2732;p81"/>
          <p:cNvSpPr txBox="1"/>
          <p:nvPr>
            <p:ph idx="2" type="title"/>
          </p:nvPr>
        </p:nvSpPr>
        <p:spPr>
          <a:xfrm>
            <a:off x="720000" y="1164975"/>
            <a:ext cx="153095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2733" name="Google Shape;2733;p81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Addisionele funksionaliteit</a:t>
            </a:r>
            <a:endParaRPr/>
          </a:p>
        </p:txBody>
      </p:sp>
      <p:cxnSp>
        <p:nvCxnSpPr>
          <p:cNvPr id="2734" name="Google Shape;2734;p81"/>
          <p:cNvCxnSpPr/>
          <p:nvPr/>
        </p:nvCxnSpPr>
        <p:spPr>
          <a:xfrm>
            <a:off x="8862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35" name="Google Shape;2735;p81"/>
          <p:cNvGrpSpPr/>
          <p:nvPr/>
        </p:nvGrpSpPr>
        <p:grpSpPr>
          <a:xfrm>
            <a:off x="4712859" y="2535991"/>
            <a:ext cx="2287695" cy="2289334"/>
            <a:chOff x="1192500" y="238125"/>
            <a:chExt cx="5235000" cy="5238750"/>
          </a:xfrm>
        </p:grpSpPr>
        <p:sp>
          <p:nvSpPr>
            <p:cNvPr id="2736" name="Google Shape;2736;p81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81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p81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81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81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81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81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81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81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81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p81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81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81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81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p81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81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p81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p81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p81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p81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p81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81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81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81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81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81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81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81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81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81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81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81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81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81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81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81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81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81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81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81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81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81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81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81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81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81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81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81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81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81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81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81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81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81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81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81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81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81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81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81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81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81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81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81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81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81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81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81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81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81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81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81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81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81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81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81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81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81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81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81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81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81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81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81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81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81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81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81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81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81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81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81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81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81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81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81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81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81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81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81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81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81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81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81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81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81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81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81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81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81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81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81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81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81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81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81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81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81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81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81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81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81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81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81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81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81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81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81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81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81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81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81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81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81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81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81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81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81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81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81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81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81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81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81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81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81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81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81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81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81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81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81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81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81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81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81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81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81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81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81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81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81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81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81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81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81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81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81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81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7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8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2909;p82"/>
          <p:cNvSpPr txBox="1"/>
          <p:nvPr>
            <p:ph type="title"/>
          </p:nvPr>
        </p:nvSpPr>
        <p:spPr>
          <a:xfrm>
            <a:off x="5944501" y="1806745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Sortering</a:t>
            </a:r>
            <a:endParaRPr/>
          </a:p>
        </p:txBody>
      </p:sp>
      <p:sp>
        <p:nvSpPr>
          <p:cNvPr id="2910" name="Google Shape;2910;p82"/>
          <p:cNvSpPr txBox="1"/>
          <p:nvPr>
            <p:ph idx="1" type="subTitle"/>
          </p:nvPr>
        </p:nvSpPr>
        <p:spPr>
          <a:xfrm>
            <a:off x="5944500" y="2202217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Sorteer en filtreer resultate volgens voorkeure</a:t>
            </a:r>
            <a:endParaRPr/>
          </a:p>
        </p:txBody>
      </p:sp>
      <p:sp>
        <p:nvSpPr>
          <p:cNvPr id="2911" name="Google Shape;2911;p82"/>
          <p:cNvSpPr txBox="1"/>
          <p:nvPr>
            <p:ph idx="4" type="title"/>
          </p:nvPr>
        </p:nvSpPr>
        <p:spPr>
          <a:xfrm>
            <a:off x="5944501" y="2915553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Toerusting</a:t>
            </a:r>
            <a:endParaRPr/>
          </a:p>
        </p:txBody>
      </p:sp>
      <p:sp>
        <p:nvSpPr>
          <p:cNvPr id="2912" name="Google Shape;2912;p82"/>
          <p:cNvSpPr txBox="1"/>
          <p:nvPr>
            <p:ph idx="5" type="subTitle"/>
          </p:nvPr>
        </p:nvSpPr>
        <p:spPr>
          <a:xfrm>
            <a:off x="5944500" y="3311045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Vertoon beskikbare toerusting aan gebruiker</a:t>
            </a:r>
            <a:endParaRPr/>
          </a:p>
        </p:txBody>
      </p:sp>
      <p:sp>
        <p:nvSpPr>
          <p:cNvPr id="2913" name="Google Shape;2913;p82"/>
          <p:cNvSpPr txBox="1"/>
          <p:nvPr>
            <p:ph idx="8" type="title"/>
          </p:nvPr>
        </p:nvSpPr>
        <p:spPr>
          <a:xfrm>
            <a:off x="4901400" y="1971688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1</a:t>
            </a:r>
            <a:endParaRPr sz="2900"/>
          </a:p>
        </p:txBody>
      </p:sp>
      <p:sp>
        <p:nvSpPr>
          <p:cNvPr id="2914" name="Google Shape;2914;p82"/>
          <p:cNvSpPr txBox="1"/>
          <p:nvPr>
            <p:ph idx="9" type="title"/>
          </p:nvPr>
        </p:nvSpPr>
        <p:spPr>
          <a:xfrm>
            <a:off x="4901400" y="3080488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915" name="Google Shape;2915;p82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Bykomende Funksies</a:t>
            </a:r>
            <a:endParaRPr/>
          </a:p>
        </p:txBody>
      </p:sp>
      <p:sp>
        <p:nvSpPr>
          <p:cNvPr id="2916" name="Google Shape;2916;p82"/>
          <p:cNvSpPr txBox="1"/>
          <p:nvPr>
            <p:ph idx="16" type="title"/>
          </p:nvPr>
        </p:nvSpPr>
        <p:spPr>
          <a:xfrm>
            <a:off x="5944501" y="4024378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Kapasiteit</a:t>
            </a:r>
            <a:endParaRPr/>
          </a:p>
        </p:txBody>
      </p:sp>
      <p:sp>
        <p:nvSpPr>
          <p:cNvPr id="2917" name="Google Shape;2917;p82"/>
          <p:cNvSpPr txBox="1"/>
          <p:nvPr>
            <p:ph idx="17" type="subTitle"/>
          </p:nvPr>
        </p:nvSpPr>
        <p:spPr>
          <a:xfrm>
            <a:off x="5944500" y="4419871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Wysig lokaal kapasiteit</a:t>
            </a:r>
            <a:endParaRPr/>
          </a:p>
        </p:txBody>
      </p:sp>
      <p:sp>
        <p:nvSpPr>
          <p:cNvPr id="2918" name="Google Shape;2918;p82"/>
          <p:cNvSpPr txBox="1"/>
          <p:nvPr>
            <p:ph idx="20" type="title"/>
          </p:nvPr>
        </p:nvSpPr>
        <p:spPr>
          <a:xfrm>
            <a:off x="4901400" y="4189314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919" name="Google Shape;2919;p82"/>
          <p:cNvSpPr txBox="1"/>
          <p:nvPr>
            <p:ph type="title"/>
          </p:nvPr>
        </p:nvSpPr>
        <p:spPr>
          <a:xfrm>
            <a:off x="5234126" y="1081807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Toekomstige Funksies</a:t>
            </a:r>
            <a:endParaRPr/>
          </a:p>
        </p:txBody>
      </p:sp>
      <p:sp>
        <p:nvSpPr>
          <p:cNvPr id="2920" name="Google Shape;2920;p82"/>
          <p:cNvSpPr txBox="1"/>
          <p:nvPr>
            <p:ph idx="2" type="title"/>
          </p:nvPr>
        </p:nvSpPr>
        <p:spPr>
          <a:xfrm>
            <a:off x="1842648" y="1806757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Gebruiker</a:t>
            </a:r>
            <a:endParaRPr/>
          </a:p>
        </p:txBody>
      </p:sp>
      <p:sp>
        <p:nvSpPr>
          <p:cNvPr id="2921" name="Google Shape;2921;p82"/>
          <p:cNvSpPr txBox="1"/>
          <p:nvPr>
            <p:ph idx="3" type="subTitle"/>
          </p:nvPr>
        </p:nvSpPr>
        <p:spPr>
          <a:xfrm>
            <a:off x="1842650" y="2202229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Gebruiker wysiging in Admin</a:t>
            </a:r>
            <a:endParaRPr/>
          </a:p>
        </p:txBody>
      </p:sp>
      <p:sp>
        <p:nvSpPr>
          <p:cNvPr id="2922" name="Google Shape;2922;p82"/>
          <p:cNvSpPr txBox="1"/>
          <p:nvPr>
            <p:ph idx="13" type="title"/>
          </p:nvPr>
        </p:nvSpPr>
        <p:spPr>
          <a:xfrm>
            <a:off x="796375" y="1971700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923" name="Google Shape;2923;p82"/>
          <p:cNvSpPr txBox="1"/>
          <p:nvPr>
            <p:ph type="title"/>
          </p:nvPr>
        </p:nvSpPr>
        <p:spPr>
          <a:xfrm>
            <a:off x="1192176" y="1081807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Addisionele Funksies</a:t>
            </a:r>
            <a:endParaRPr/>
          </a:p>
        </p:txBody>
      </p:sp>
      <p:grpSp>
        <p:nvGrpSpPr>
          <p:cNvPr id="2924" name="Google Shape;2924;p82"/>
          <p:cNvGrpSpPr/>
          <p:nvPr/>
        </p:nvGrpSpPr>
        <p:grpSpPr>
          <a:xfrm>
            <a:off x="501175" y="3762616"/>
            <a:ext cx="1190340" cy="1190340"/>
            <a:chOff x="6008300" y="3004875"/>
            <a:chExt cx="1373575" cy="1373575"/>
          </a:xfrm>
        </p:grpSpPr>
        <p:sp>
          <p:nvSpPr>
            <p:cNvPr id="2925" name="Google Shape;2925;p82"/>
            <p:cNvSpPr/>
            <p:nvPr/>
          </p:nvSpPr>
          <p:spPr>
            <a:xfrm>
              <a:off x="6008300" y="3004875"/>
              <a:ext cx="1373575" cy="1373575"/>
            </a:xfrm>
            <a:custGeom>
              <a:rect b="b" l="l" r="r" t="t"/>
              <a:pathLst>
                <a:path extrusionOk="0" h="54943" w="54943">
                  <a:moveTo>
                    <a:pt x="28863" y="991"/>
                  </a:moveTo>
                  <a:lnTo>
                    <a:pt x="30183" y="1132"/>
                  </a:lnTo>
                  <a:lnTo>
                    <a:pt x="31504" y="1274"/>
                  </a:lnTo>
                  <a:lnTo>
                    <a:pt x="32824" y="1509"/>
                  </a:lnTo>
                  <a:lnTo>
                    <a:pt x="34098" y="1792"/>
                  </a:lnTo>
                  <a:lnTo>
                    <a:pt x="35371" y="2170"/>
                  </a:lnTo>
                  <a:lnTo>
                    <a:pt x="36597" y="2594"/>
                  </a:lnTo>
                  <a:lnTo>
                    <a:pt x="37776" y="3066"/>
                  </a:lnTo>
                  <a:lnTo>
                    <a:pt x="38955" y="3584"/>
                  </a:lnTo>
                  <a:lnTo>
                    <a:pt x="40087" y="4198"/>
                  </a:lnTo>
                  <a:lnTo>
                    <a:pt x="41219" y="4811"/>
                  </a:lnTo>
                  <a:lnTo>
                    <a:pt x="42304" y="5518"/>
                  </a:lnTo>
                  <a:lnTo>
                    <a:pt x="43341" y="6225"/>
                  </a:lnTo>
                  <a:lnTo>
                    <a:pt x="44332" y="7027"/>
                  </a:lnTo>
                  <a:lnTo>
                    <a:pt x="45275" y="7876"/>
                  </a:lnTo>
                  <a:lnTo>
                    <a:pt x="46218" y="8725"/>
                  </a:lnTo>
                  <a:lnTo>
                    <a:pt x="47114" y="9668"/>
                  </a:lnTo>
                  <a:lnTo>
                    <a:pt x="47916" y="10611"/>
                  </a:lnTo>
                  <a:lnTo>
                    <a:pt x="48718" y="11649"/>
                  </a:lnTo>
                  <a:lnTo>
                    <a:pt x="49472" y="12687"/>
                  </a:lnTo>
                  <a:lnTo>
                    <a:pt x="50133" y="13724"/>
                  </a:lnTo>
                  <a:lnTo>
                    <a:pt x="50793" y="14856"/>
                  </a:lnTo>
                  <a:lnTo>
                    <a:pt x="51359" y="15988"/>
                  </a:lnTo>
                  <a:lnTo>
                    <a:pt x="51925" y="17167"/>
                  </a:lnTo>
                  <a:lnTo>
                    <a:pt x="52396" y="18393"/>
                  </a:lnTo>
                  <a:lnTo>
                    <a:pt x="52774" y="19619"/>
                  </a:lnTo>
                  <a:lnTo>
                    <a:pt x="53151" y="20845"/>
                  </a:lnTo>
                  <a:lnTo>
                    <a:pt x="53434" y="22119"/>
                  </a:lnTo>
                  <a:lnTo>
                    <a:pt x="53670" y="23439"/>
                  </a:lnTo>
                  <a:lnTo>
                    <a:pt x="53858" y="24760"/>
                  </a:lnTo>
                  <a:lnTo>
                    <a:pt x="53953" y="26127"/>
                  </a:lnTo>
                  <a:lnTo>
                    <a:pt x="54000" y="27495"/>
                  </a:lnTo>
                  <a:lnTo>
                    <a:pt x="53953" y="28816"/>
                  </a:lnTo>
                  <a:lnTo>
                    <a:pt x="53858" y="30183"/>
                  </a:lnTo>
                  <a:lnTo>
                    <a:pt x="53670" y="31504"/>
                  </a:lnTo>
                  <a:lnTo>
                    <a:pt x="53434" y="32824"/>
                  </a:lnTo>
                  <a:lnTo>
                    <a:pt x="53151" y="34098"/>
                  </a:lnTo>
                  <a:lnTo>
                    <a:pt x="52774" y="35371"/>
                  </a:lnTo>
                  <a:lnTo>
                    <a:pt x="52396" y="36597"/>
                  </a:lnTo>
                  <a:lnTo>
                    <a:pt x="51925" y="37776"/>
                  </a:lnTo>
                  <a:lnTo>
                    <a:pt x="51359" y="38955"/>
                  </a:lnTo>
                  <a:lnTo>
                    <a:pt x="50793" y="40087"/>
                  </a:lnTo>
                  <a:lnTo>
                    <a:pt x="50133" y="41219"/>
                  </a:lnTo>
                  <a:lnTo>
                    <a:pt x="49472" y="42304"/>
                  </a:lnTo>
                  <a:lnTo>
                    <a:pt x="48718" y="43341"/>
                  </a:lnTo>
                  <a:lnTo>
                    <a:pt x="47916" y="44332"/>
                  </a:lnTo>
                  <a:lnTo>
                    <a:pt x="47114" y="45275"/>
                  </a:lnTo>
                  <a:lnTo>
                    <a:pt x="46218" y="46218"/>
                  </a:lnTo>
                  <a:lnTo>
                    <a:pt x="45275" y="47067"/>
                  </a:lnTo>
                  <a:lnTo>
                    <a:pt x="44332" y="47916"/>
                  </a:lnTo>
                  <a:lnTo>
                    <a:pt x="43341" y="48718"/>
                  </a:lnTo>
                  <a:lnTo>
                    <a:pt x="42304" y="49472"/>
                  </a:lnTo>
                  <a:lnTo>
                    <a:pt x="41219" y="50133"/>
                  </a:lnTo>
                  <a:lnTo>
                    <a:pt x="40087" y="50793"/>
                  </a:lnTo>
                  <a:lnTo>
                    <a:pt x="38955" y="51359"/>
                  </a:lnTo>
                  <a:lnTo>
                    <a:pt x="37776" y="51878"/>
                  </a:lnTo>
                  <a:lnTo>
                    <a:pt x="36597" y="52349"/>
                  </a:lnTo>
                  <a:lnTo>
                    <a:pt x="35371" y="52774"/>
                  </a:lnTo>
                  <a:lnTo>
                    <a:pt x="34098" y="53151"/>
                  </a:lnTo>
                  <a:lnTo>
                    <a:pt x="32824" y="53434"/>
                  </a:lnTo>
                  <a:lnTo>
                    <a:pt x="31504" y="53670"/>
                  </a:lnTo>
                  <a:lnTo>
                    <a:pt x="30183" y="53858"/>
                  </a:lnTo>
                  <a:lnTo>
                    <a:pt x="28863" y="53953"/>
                  </a:lnTo>
                  <a:lnTo>
                    <a:pt x="27495" y="54000"/>
                  </a:lnTo>
                  <a:lnTo>
                    <a:pt x="26127" y="53953"/>
                  </a:lnTo>
                  <a:lnTo>
                    <a:pt x="24760" y="53858"/>
                  </a:lnTo>
                  <a:lnTo>
                    <a:pt x="23439" y="53670"/>
                  </a:lnTo>
                  <a:lnTo>
                    <a:pt x="22166" y="53434"/>
                  </a:lnTo>
                  <a:lnTo>
                    <a:pt x="20845" y="53151"/>
                  </a:lnTo>
                  <a:lnTo>
                    <a:pt x="19619" y="52774"/>
                  </a:lnTo>
                  <a:lnTo>
                    <a:pt x="18393" y="52349"/>
                  </a:lnTo>
                  <a:lnTo>
                    <a:pt x="17167" y="51878"/>
                  </a:lnTo>
                  <a:lnTo>
                    <a:pt x="15988" y="51359"/>
                  </a:lnTo>
                  <a:lnTo>
                    <a:pt x="14856" y="50793"/>
                  </a:lnTo>
                  <a:lnTo>
                    <a:pt x="13771" y="50133"/>
                  </a:lnTo>
                  <a:lnTo>
                    <a:pt x="12687" y="49472"/>
                  </a:lnTo>
                  <a:lnTo>
                    <a:pt x="11649" y="48718"/>
                  </a:lnTo>
                  <a:lnTo>
                    <a:pt x="10611" y="47916"/>
                  </a:lnTo>
                  <a:lnTo>
                    <a:pt x="9668" y="47067"/>
                  </a:lnTo>
                  <a:lnTo>
                    <a:pt x="8772" y="46218"/>
                  </a:lnTo>
                  <a:lnTo>
                    <a:pt x="7876" y="45275"/>
                  </a:lnTo>
                  <a:lnTo>
                    <a:pt x="7027" y="44332"/>
                  </a:lnTo>
                  <a:lnTo>
                    <a:pt x="6273" y="43341"/>
                  </a:lnTo>
                  <a:lnTo>
                    <a:pt x="5518" y="42304"/>
                  </a:lnTo>
                  <a:lnTo>
                    <a:pt x="4811" y="41219"/>
                  </a:lnTo>
                  <a:lnTo>
                    <a:pt x="4198" y="40087"/>
                  </a:lnTo>
                  <a:lnTo>
                    <a:pt x="3584" y="38955"/>
                  </a:lnTo>
                  <a:lnTo>
                    <a:pt x="3066" y="37776"/>
                  </a:lnTo>
                  <a:lnTo>
                    <a:pt x="2594" y="36597"/>
                  </a:lnTo>
                  <a:lnTo>
                    <a:pt x="2170" y="35371"/>
                  </a:lnTo>
                  <a:lnTo>
                    <a:pt x="1792" y="34098"/>
                  </a:lnTo>
                  <a:lnTo>
                    <a:pt x="1509" y="32824"/>
                  </a:lnTo>
                  <a:lnTo>
                    <a:pt x="1274" y="31504"/>
                  </a:lnTo>
                  <a:lnTo>
                    <a:pt x="1132" y="30183"/>
                  </a:lnTo>
                  <a:lnTo>
                    <a:pt x="991" y="28816"/>
                  </a:lnTo>
                  <a:lnTo>
                    <a:pt x="991" y="27495"/>
                  </a:lnTo>
                  <a:lnTo>
                    <a:pt x="991" y="26127"/>
                  </a:lnTo>
                  <a:lnTo>
                    <a:pt x="1132" y="24760"/>
                  </a:lnTo>
                  <a:lnTo>
                    <a:pt x="1274" y="23439"/>
                  </a:lnTo>
                  <a:lnTo>
                    <a:pt x="1509" y="22119"/>
                  </a:lnTo>
                  <a:lnTo>
                    <a:pt x="1792" y="20845"/>
                  </a:lnTo>
                  <a:lnTo>
                    <a:pt x="2170" y="19619"/>
                  </a:lnTo>
                  <a:lnTo>
                    <a:pt x="2594" y="18393"/>
                  </a:lnTo>
                  <a:lnTo>
                    <a:pt x="3066" y="17167"/>
                  </a:lnTo>
                  <a:lnTo>
                    <a:pt x="3584" y="15988"/>
                  </a:lnTo>
                  <a:lnTo>
                    <a:pt x="4198" y="14856"/>
                  </a:lnTo>
                  <a:lnTo>
                    <a:pt x="4811" y="13724"/>
                  </a:lnTo>
                  <a:lnTo>
                    <a:pt x="5518" y="12687"/>
                  </a:lnTo>
                  <a:lnTo>
                    <a:pt x="6273" y="11649"/>
                  </a:lnTo>
                  <a:lnTo>
                    <a:pt x="7027" y="10611"/>
                  </a:lnTo>
                  <a:lnTo>
                    <a:pt x="7876" y="9668"/>
                  </a:lnTo>
                  <a:lnTo>
                    <a:pt x="8772" y="8725"/>
                  </a:lnTo>
                  <a:lnTo>
                    <a:pt x="9668" y="7876"/>
                  </a:lnTo>
                  <a:lnTo>
                    <a:pt x="10611" y="7027"/>
                  </a:lnTo>
                  <a:lnTo>
                    <a:pt x="11649" y="6225"/>
                  </a:lnTo>
                  <a:lnTo>
                    <a:pt x="12687" y="5518"/>
                  </a:lnTo>
                  <a:lnTo>
                    <a:pt x="13771" y="4811"/>
                  </a:lnTo>
                  <a:lnTo>
                    <a:pt x="14856" y="4198"/>
                  </a:lnTo>
                  <a:lnTo>
                    <a:pt x="15988" y="3584"/>
                  </a:lnTo>
                  <a:lnTo>
                    <a:pt x="17167" y="3066"/>
                  </a:lnTo>
                  <a:lnTo>
                    <a:pt x="18393" y="2594"/>
                  </a:lnTo>
                  <a:lnTo>
                    <a:pt x="19619" y="2170"/>
                  </a:lnTo>
                  <a:lnTo>
                    <a:pt x="20845" y="1792"/>
                  </a:lnTo>
                  <a:lnTo>
                    <a:pt x="22166" y="1509"/>
                  </a:lnTo>
                  <a:lnTo>
                    <a:pt x="23439" y="1274"/>
                  </a:lnTo>
                  <a:lnTo>
                    <a:pt x="24760" y="1132"/>
                  </a:lnTo>
                  <a:lnTo>
                    <a:pt x="26127" y="991"/>
                  </a:lnTo>
                  <a:close/>
                  <a:moveTo>
                    <a:pt x="27495" y="0"/>
                  </a:moveTo>
                  <a:lnTo>
                    <a:pt x="26080" y="47"/>
                  </a:lnTo>
                  <a:lnTo>
                    <a:pt x="24665" y="142"/>
                  </a:lnTo>
                  <a:lnTo>
                    <a:pt x="23298" y="330"/>
                  </a:lnTo>
                  <a:lnTo>
                    <a:pt x="21977" y="566"/>
                  </a:lnTo>
                  <a:lnTo>
                    <a:pt x="20610" y="896"/>
                  </a:lnTo>
                  <a:lnTo>
                    <a:pt x="19336" y="1226"/>
                  </a:lnTo>
                  <a:lnTo>
                    <a:pt x="18063" y="1698"/>
                  </a:lnTo>
                  <a:lnTo>
                    <a:pt x="16790" y="2170"/>
                  </a:lnTo>
                  <a:lnTo>
                    <a:pt x="15563" y="2736"/>
                  </a:lnTo>
                  <a:lnTo>
                    <a:pt x="14384" y="3349"/>
                  </a:lnTo>
                  <a:lnTo>
                    <a:pt x="13252" y="4009"/>
                  </a:lnTo>
                  <a:lnTo>
                    <a:pt x="12121" y="4716"/>
                  </a:lnTo>
                  <a:lnTo>
                    <a:pt x="11083" y="5471"/>
                  </a:lnTo>
                  <a:lnTo>
                    <a:pt x="10045" y="6273"/>
                  </a:lnTo>
                  <a:lnTo>
                    <a:pt x="9008" y="7169"/>
                  </a:lnTo>
                  <a:lnTo>
                    <a:pt x="8065" y="8065"/>
                  </a:lnTo>
                  <a:lnTo>
                    <a:pt x="7169" y="9008"/>
                  </a:lnTo>
                  <a:lnTo>
                    <a:pt x="6320" y="9998"/>
                  </a:lnTo>
                  <a:lnTo>
                    <a:pt x="5471" y="11036"/>
                  </a:lnTo>
                  <a:lnTo>
                    <a:pt x="4716" y="12121"/>
                  </a:lnTo>
                  <a:lnTo>
                    <a:pt x="4009" y="13252"/>
                  </a:lnTo>
                  <a:lnTo>
                    <a:pt x="3349" y="14384"/>
                  </a:lnTo>
                  <a:lnTo>
                    <a:pt x="2736" y="15563"/>
                  </a:lnTo>
                  <a:lnTo>
                    <a:pt x="2170" y="16790"/>
                  </a:lnTo>
                  <a:lnTo>
                    <a:pt x="1698" y="18063"/>
                  </a:lnTo>
                  <a:lnTo>
                    <a:pt x="1274" y="19336"/>
                  </a:lnTo>
                  <a:lnTo>
                    <a:pt x="896" y="20610"/>
                  </a:lnTo>
                  <a:lnTo>
                    <a:pt x="566" y="21930"/>
                  </a:lnTo>
                  <a:lnTo>
                    <a:pt x="330" y="23298"/>
                  </a:lnTo>
                  <a:lnTo>
                    <a:pt x="142" y="24665"/>
                  </a:lnTo>
                  <a:lnTo>
                    <a:pt x="47" y="26080"/>
                  </a:lnTo>
                  <a:lnTo>
                    <a:pt x="0" y="27495"/>
                  </a:lnTo>
                  <a:lnTo>
                    <a:pt x="47" y="28910"/>
                  </a:lnTo>
                  <a:lnTo>
                    <a:pt x="142" y="30278"/>
                  </a:lnTo>
                  <a:lnTo>
                    <a:pt x="330" y="31645"/>
                  </a:lnTo>
                  <a:lnTo>
                    <a:pt x="566" y="33013"/>
                  </a:lnTo>
                  <a:lnTo>
                    <a:pt x="896" y="34334"/>
                  </a:lnTo>
                  <a:lnTo>
                    <a:pt x="1274" y="35654"/>
                  </a:lnTo>
                  <a:lnTo>
                    <a:pt x="1698" y="36927"/>
                  </a:lnTo>
                  <a:lnTo>
                    <a:pt x="2170" y="38154"/>
                  </a:lnTo>
                  <a:lnTo>
                    <a:pt x="2736" y="39380"/>
                  </a:lnTo>
                  <a:lnTo>
                    <a:pt x="3349" y="40559"/>
                  </a:lnTo>
                  <a:lnTo>
                    <a:pt x="4009" y="41691"/>
                  </a:lnTo>
                  <a:lnTo>
                    <a:pt x="4716" y="42823"/>
                  </a:lnTo>
                  <a:lnTo>
                    <a:pt x="5471" y="43907"/>
                  </a:lnTo>
                  <a:lnTo>
                    <a:pt x="6320" y="44945"/>
                  </a:lnTo>
                  <a:lnTo>
                    <a:pt x="7169" y="45935"/>
                  </a:lnTo>
                  <a:lnTo>
                    <a:pt x="8065" y="46878"/>
                  </a:lnTo>
                  <a:lnTo>
                    <a:pt x="9008" y="47822"/>
                  </a:lnTo>
                  <a:lnTo>
                    <a:pt x="10045" y="48671"/>
                  </a:lnTo>
                  <a:lnTo>
                    <a:pt x="11083" y="49472"/>
                  </a:lnTo>
                  <a:lnTo>
                    <a:pt x="12121" y="50227"/>
                  </a:lnTo>
                  <a:lnTo>
                    <a:pt x="13252" y="50981"/>
                  </a:lnTo>
                  <a:lnTo>
                    <a:pt x="14384" y="51642"/>
                  </a:lnTo>
                  <a:lnTo>
                    <a:pt x="15563" y="52208"/>
                  </a:lnTo>
                  <a:lnTo>
                    <a:pt x="16790" y="52774"/>
                  </a:lnTo>
                  <a:lnTo>
                    <a:pt x="18063" y="53292"/>
                  </a:lnTo>
                  <a:lnTo>
                    <a:pt x="19336" y="53717"/>
                  </a:lnTo>
                  <a:lnTo>
                    <a:pt x="20610" y="54094"/>
                  </a:lnTo>
                  <a:lnTo>
                    <a:pt x="21977" y="54377"/>
                  </a:lnTo>
                  <a:lnTo>
                    <a:pt x="23298" y="54613"/>
                  </a:lnTo>
                  <a:lnTo>
                    <a:pt x="24665" y="54802"/>
                  </a:lnTo>
                  <a:lnTo>
                    <a:pt x="26080" y="54896"/>
                  </a:lnTo>
                  <a:lnTo>
                    <a:pt x="27495" y="54943"/>
                  </a:lnTo>
                  <a:lnTo>
                    <a:pt x="28910" y="54896"/>
                  </a:lnTo>
                  <a:lnTo>
                    <a:pt x="30278" y="54802"/>
                  </a:lnTo>
                  <a:lnTo>
                    <a:pt x="31645" y="54613"/>
                  </a:lnTo>
                  <a:lnTo>
                    <a:pt x="33013" y="54377"/>
                  </a:lnTo>
                  <a:lnTo>
                    <a:pt x="34334" y="54094"/>
                  </a:lnTo>
                  <a:lnTo>
                    <a:pt x="35654" y="53717"/>
                  </a:lnTo>
                  <a:lnTo>
                    <a:pt x="36927" y="53292"/>
                  </a:lnTo>
                  <a:lnTo>
                    <a:pt x="38154" y="52774"/>
                  </a:lnTo>
                  <a:lnTo>
                    <a:pt x="39380" y="52208"/>
                  </a:lnTo>
                  <a:lnTo>
                    <a:pt x="40559" y="51642"/>
                  </a:lnTo>
                  <a:lnTo>
                    <a:pt x="41738" y="50981"/>
                  </a:lnTo>
                  <a:lnTo>
                    <a:pt x="42823" y="50227"/>
                  </a:lnTo>
                  <a:lnTo>
                    <a:pt x="43907" y="49472"/>
                  </a:lnTo>
                  <a:lnTo>
                    <a:pt x="44945" y="48671"/>
                  </a:lnTo>
                  <a:lnTo>
                    <a:pt x="45935" y="47822"/>
                  </a:lnTo>
                  <a:lnTo>
                    <a:pt x="46878" y="46878"/>
                  </a:lnTo>
                  <a:lnTo>
                    <a:pt x="47822" y="45935"/>
                  </a:lnTo>
                  <a:lnTo>
                    <a:pt x="48671" y="44945"/>
                  </a:lnTo>
                  <a:lnTo>
                    <a:pt x="49472" y="43907"/>
                  </a:lnTo>
                  <a:lnTo>
                    <a:pt x="50274" y="42823"/>
                  </a:lnTo>
                  <a:lnTo>
                    <a:pt x="50981" y="41691"/>
                  </a:lnTo>
                  <a:lnTo>
                    <a:pt x="51642" y="40559"/>
                  </a:lnTo>
                  <a:lnTo>
                    <a:pt x="52255" y="39380"/>
                  </a:lnTo>
                  <a:lnTo>
                    <a:pt x="52774" y="38154"/>
                  </a:lnTo>
                  <a:lnTo>
                    <a:pt x="53292" y="36927"/>
                  </a:lnTo>
                  <a:lnTo>
                    <a:pt x="53717" y="35654"/>
                  </a:lnTo>
                  <a:lnTo>
                    <a:pt x="54094" y="34334"/>
                  </a:lnTo>
                  <a:lnTo>
                    <a:pt x="54377" y="33013"/>
                  </a:lnTo>
                  <a:lnTo>
                    <a:pt x="54613" y="31645"/>
                  </a:lnTo>
                  <a:lnTo>
                    <a:pt x="54802" y="30278"/>
                  </a:lnTo>
                  <a:lnTo>
                    <a:pt x="54896" y="28910"/>
                  </a:lnTo>
                  <a:lnTo>
                    <a:pt x="54943" y="27495"/>
                  </a:lnTo>
                  <a:lnTo>
                    <a:pt x="54896" y="26080"/>
                  </a:lnTo>
                  <a:lnTo>
                    <a:pt x="54802" y="24665"/>
                  </a:lnTo>
                  <a:lnTo>
                    <a:pt x="54613" y="23298"/>
                  </a:lnTo>
                  <a:lnTo>
                    <a:pt x="54377" y="21930"/>
                  </a:lnTo>
                  <a:lnTo>
                    <a:pt x="54094" y="20610"/>
                  </a:lnTo>
                  <a:lnTo>
                    <a:pt x="53717" y="19336"/>
                  </a:lnTo>
                  <a:lnTo>
                    <a:pt x="53292" y="18063"/>
                  </a:lnTo>
                  <a:lnTo>
                    <a:pt x="52774" y="16790"/>
                  </a:lnTo>
                  <a:lnTo>
                    <a:pt x="52255" y="15563"/>
                  </a:lnTo>
                  <a:lnTo>
                    <a:pt x="51642" y="14384"/>
                  </a:lnTo>
                  <a:lnTo>
                    <a:pt x="50981" y="13252"/>
                  </a:lnTo>
                  <a:lnTo>
                    <a:pt x="50274" y="12121"/>
                  </a:lnTo>
                  <a:lnTo>
                    <a:pt x="49472" y="11036"/>
                  </a:lnTo>
                  <a:lnTo>
                    <a:pt x="48671" y="9998"/>
                  </a:lnTo>
                  <a:lnTo>
                    <a:pt x="47822" y="9008"/>
                  </a:lnTo>
                  <a:lnTo>
                    <a:pt x="46878" y="8065"/>
                  </a:lnTo>
                  <a:lnTo>
                    <a:pt x="45935" y="7169"/>
                  </a:lnTo>
                  <a:lnTo>
                    <a:pt x="44945" y="6273"/>
                  </a:lnTo>
                  <a:lnTo>
                    <a:pt x="43907" y="5471"/>
                  </a:lnTo>
                  <a:lnTo>
                    <a:pt x="42823" y="4716"/>
                  </a:lnTo>
                  <a:lnTo>
                    <a:pt x="41738" y="4009"/>
                  </a:lnTo>
                  <a:lnTo>
                    <a:pt x="40559" y="3349"/>
                  </a:lnTo>
                  <a:lnTo>
                    <a:pt x="39380" y="2736"/>
                  </a:lnTo>
                  <a:lnTo>
                    <a:pt x="38154" y="2170"/>
                  </a:lnTo>
                  <a:lnTo>
                    <a:pt x="36927" y="1698"/>
                  </a:lnTo>
                  <a:lnTo>
                    <a:pt x="35654" y="1226"/>
                  </a:lnTo>
                  <a:lnTo>
                    <a:pt x="34334" y="896"/>
                  </a:lnTo>
                  <a:lnTo>
                    <a:pt x="33013" y="566"/>
                  </a:lnTo>
                  <a:lnTo>
                    <a:pt x="31645" y="330"/>
                  </a:lnTo>
                  <a:lnTo>
                    <a:pt x="30278" y="142"/>
                  </a:lnTo>
                  <a:lnTo>
                    <a:pt x="28910" y="47"/>
                  </a:lnTo>
                  <a:lnTo>
                    <a:pt x="274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9875" lIns="89875" spcFirstLastPara="1" rIns="89875" wrap="square" tIns="8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6"/>
                <a:buFont typeface="Arial"/>
                <a:buNone/>
              </a:pPr>
              <a:r>
                <a:t/>
              </a:r>
              <a:endParaRPr b="0" i="0" sz="13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82"/>
            <p:cNvSpPr/>
            <p:nvPr/>
          </p:nvSpPr>
          <p:spPr>
            <a:xfrm>
              <a:off x="6068425" y="3063825"/>
              <a:ext cx="1254500" cy="1255675"/>
            </a:xfrm>
            <a:custGeom>
              <a:rect b="b" l="l" r="r" t="t"/>
              <a:pathLst>
                <a:path extrusionOk="0" h="50227" w="50180">
                  <a:moveTo>
                    <a:pt x="25090" y="330"/>
                  </a:moveTo>
                  <a:lnTo>
                    <a:pt x="26364" y="378"/>
                  </a:lnTo>
                  <a:lnTo>
                    <a:pt x="27590" y="472"/>
                  </a:lnTo>
                  <a:lnTo>
                    <a:pt x="28863" y="613"/>
                  </a:lnTo>
                  <a:lnTo>
                    <a:pt x="30042" y="849"/>
                  </a:lnTo>
                  <a:lnTo>
                    <a:pt x="31268" y="1132"/>
                  </a:lnTo>
                  <a:lnTo>
                    <a:pt x="32447" y="1462"/>
                  </a:lnTo>
                  <a:lnTo>
                    <a:pt x="33579" y="1840"/>
                  </a:lnTo>
                  <a:lnTo>
                    <a:pt x="34711" y="2311"/>
                  </a:lnTo>
                  <a:lnTo>
                    <a:pt x="35796" y="2783"/>
                  </a:lnTo>
                  <a:lnTo>
                    <a:pt x="36880" y="3349"/>
                  </a:lnTo>
                  <a:lnTo>
                    <a:pt x="37918" y="3915"/>
                  </a:lnTo>
                  <a:lnTo>
                    <a:pt x="38908" y="4575"/>
                  </a:lnTo>
                  <a:lnTo>
                    <a:pt x="39899" y="5282"/>
                  </a:lnTo>
                  <a:lnTo>
                    <a:pt x="40842" y="5990"/>
                  </a:lnTo>
                  <a:lnTo>
                    <a:pt x="41738" y="6791"/>
                  </a:lnTo>
                  <a:lnTo>
                    <a:pt x="42587" y="7593"/>
                  </a:lnTo>
                  <a:lnTo>
                    <a:pt x="43389" y="8489"/>
                  </a:lnTo>
                  <a:lnTo>
                    <a:pt x="44190" y="9385"/>
                  </a:lnTo>
                  <a:lnTo>
                    <a:pt x="44945" y="10281"/>
                  </a:lnTo>
                  <a:lnTo>
                    <a:pt x="45605" y="11272"/>
                  </a:lnTo>
                  <a:lnTo>
                    <a:pt x="46266" y="12262"/>
                  </a:lnTo>
                  <a:lnTo>
                    <a:pt x="46879" y="13300"/>
                  </a:lnTo>
                  <a:lnTo>
                    <a:pt x="47397" y="14384"/>
                  </a:lnTo>
                  <a:lnTo>
                    <a:pt x="47916" y="15469"/>
                  </a:lnTo>
                  <a:lnTo>
                    <a:pt x="48341" y="16601"/>
                  </a:lnTo>
                  <a:lnTo>
                    <a:pt x="48718" y="17780"/>
                  </a:lnTo>
                  <a:lnTo>
                    <a:pt x="49095" y="18912"/>
                  </a:lnTo>
                  <a:lnTo>
                    <a:pt x="49331" y="20138"/>
                  </a:lnTo>
                  <a:lnTo>
                    <a:pt x="49567" y="21364"/>
                  </a:lnTo>
                  <a:lnTo>
                    <a:pt x="49708" y="22590"/>
                  </a:lnTo>
                  <a:lnTo>
                    <a:pt x="49803" y="23864"/>
                  </a:lnTo>
                  <a:lnTo>
                    <a:pt x="49850" y="25137"/>
                  </a:lnTo>
                  <a:lnTo>
                    <a:pt x="49803" y="26411"/>
                  </a:lnTo>
                  <a:lnTo>
                    <a:pt x="49708" y="27637"/>
                  </a:lnTo>
                  <a:lnTo>
                    <a:pt x="49567" y="28910"/>
                  </a:lnTo>
                  <a:lnTo>
                    <a:pt x="49331" y="30089"/>
                  </a:lnTo>
                  <a:lnTo>
                    <a:pt x="49095" y="31315"/>
                  </a:lnTo>
                  <a:lnTo>
                    <a:pt x="48718" y="32494"/>
                  </a:lnTo>
                  <a:lnTo>
                    <a:pt x="48341" y="33626"/>
                  </a:lnTo>
                  <a:lnTo>
                    <a:pt x="47916" y="34758"/>
                  </a:lnTo>
                  <a:lnTo>
                    <a:pt x="47397" y="35843"/>
                  </a:lnTo>
                  <a:lnTo>
                    <a:pt x="46879" y="36927"/>
                  </a:lnTo>
                  <a:lnTo>
                    <a:pt x="46266" y="37965"/>
                  </a:lnTo>
                  <a:lnTo>
                    <a:pt x="45605" y="38955"/>
                  </a:lnTo>
                  <a:lnTo>
                    <a:pt x="44945" y="39946"/>
                  </a:lnTo>
                  <a:lnTo>
                    <a:pt x="44190" y="40889"/>
                  </a:lnTo>
                  <a:lnTo>
                    <a:pt x="43389" y="41785"/>
                  </a:lnTo>
                  <a:lnTo>
                    <a:pt x="42587" y="42634"/>
                  </a:lnTo>
                  <a:lnTo>
                    <a:pt x="41738" y="43436"/>
                  </a:lnTo>
                  <a:lnTo>
                    <a:pt x="40842" y="44237"/>
                  </a:lnTo>
                  <a:lnTo>
                    <a:pt x="39899" y="44945"/>
                  </a:lnTo>
                  <a:lnTo>
                    <a:pt x="38908" y="45652"/>
                  </a:lnTo>
                  <a:lnTo>
                    <a:pt x="37918" y="46313"/>
                  </a:lnTo>
                  <a:lnTo>
                    <a:pt x="36880" y="46878"/>
                  </a:lnTo>
                  <a:lnTo>
                    <a:pt x="35796" y="47444"/>
                  </a:lnTo>
                  <a:lnTo>
                    <a:pt x="34711" y="47963"/>
                  </a:lnTo>
                  <a:lnTo>
                    <a:pt x="33579" y="48388"/>
                  </a:lnTo>
                  <a:lnTo>
                    <a:pt x="32447" y="48765"/>
                  </a:lnTo>
                  <a:lnTo>
                    <a:pt x="31268" y="49095"/>
                  </a:lnTo>
                  <a:lnTo>
                    <a:pt x="30042" y="49378"/>
                  </a:lnTo>
                  <a:lnTo>
                    <a:pt x="28863" y="49614"/>
                  </a:lnTo>
                  <a:lnTo>
                    <a:pt x="27590" y="49755"/>
                  </a:lnTo>
                  <a:lnTo>
                    <a:pt x="26364" y="49850"/>
                  </a:lnTo>
                  <a:lnTo>
                    <a:pt x="25090" y="49897"/>
                  </a:lnTo>
                  <a:lnTo>
                    <a:pt x="23817" y="49850"/>
                  </a:lnTo>
                  <a:lnTo>
                    <a:pt x="22543" y="49755"/>
                  </a:lnTo>
                  <a:lnTo>
                    <a:pt x="21317" y="49614"/>
                  </a:lnTo>
                  <a:lnTo>
                    <a:pt x="20091" y="49378"/>
                  </a:lnTo>
                  <a:lnTo>
                    <a:pt x="18912" y="49095"/>
                  </a:lnTo>
                  <a:lnTo>
                    <a:pt x="17733" y="48765"/>
                  </a:lnTo>
                  <a:lnTo>
                    <a:pt x="16554" y="48388"/>
                  </a:lnTo>
                  <a:lnTo>
                    <a:pt x="15422" y="47963"/>
                  </a:lnTo>
                  <a:lnTo>
                    <a:pt x="14337" y="47444"/>
                  </a:lnTo>
                  <a:lnTo>
                    <a:pt x="13300" y="46878"/>
                  </a:lnTo>
                  <a:lnTo>
                    <a:pt x="12262" y="46313"/>
                  </a:lnTo>
                  <a:lnTo>
                    <a:pt x="11225" y="45652"/>
                  </a:lnTo>
                  <a:lnTo>
                    <a:pt x="10282" y="44945"/>
                  </a:lnTo>
                  <a:lnTo>
                    <a:pt x="9338" y="44237"/>
                  </a:lnTo>
                  <a:lnTo>
                    <a:pt x="8442" y="43436"/>
                  </a:lnTo>
                  <a:lnTo>
                    <a:pt x="7546" y="42634"/>
                  </a:lnTo>
                  <a:lnTo>
                    <a:pt x="6744" y="41785"/>
                  </a:lnTo>
                  <a:lnTo>
                    <a:pt x="5990" y="40889"/>
                  </a:lnTo>
                  <a:lnTo>
                    <a:pt x="5235" y="39946"/>
                  </a:lnTo>
                  <a:lnTo>
                    <a:pt x="4528" y="38955"/>
                  </a:lnTo>
                  <a:lnTo>
                    <a:pt x="3915" y="37965"/>
                  </a:lnTo>
                  <a:lnTo>
                    <a:pt x="3302" y="36927"/>
                  </a:lnTo>
                  <a:lnTo>
                    <a:pt x="2736" y="35843"/>
                  </a:lnTo>
                  <a:lnTo>
                    <a:pt x="2264" y="34758"/>
                  </a:lnTo>
                  <a:lnTo>
                    <a:pt x="1793" y="33626"/>
                  </a:lnTo>
                  <a:lnTo>
                    <a:pt x="1415" y="32494"/>
                  </a:lnTo>
                  <a:lnTo>
                    <a:pt x="1085" y="31315"/>
                  </a:lnTo>
                  <a:lnTo>
                    <a:pt x="802" y="30089"/>
                  </a:lnTo>
                  <a:lnTo>
                    <a:pt x="566" y="28910"/>
                  </a:lnTo>
                  <a:lnTo>
                    <a:pt x="425" y="27637"/>
                  </a:lnTo>
                  <a:lnTo>
                    <a:pt x="331" y="26411"/>
                  </a:lnTo>
                  <a:lnTo>
                    <a:pt x="283" y="25137"/>
                  </a:lnTo>
                  <a:lnTo>
                    <a:pt x="331" y="23864"/>
                  </a:lnTo>
                  <a:lnTo>
                    <a:pt x="425" y="22590"/>
                  </a:lnTo>
                  <a:lnTo>
                    <a:pt x="566" y="21364"/>
                  </a:lnTo>
                  <a:lnTo>
                    <a:pt x="802" y="20138"/>
                  </a:lnTo>
                  <a:lnTo>
                    <a:pt x="1085" y="18912"/>
                  </a:lnTo>
                  <a:lnTo>
                    <a:pt x="1415" y="17780"/>
                  </a:lnTo>
                  <a:lnTo>
                    <a:pt x="1793" y="16601"/>
                  </a:lnTo>
                  <a:lnTo>
                    <a:pt x="2264" y="15469"/>
                  </a:lnTo>
                  <a:lnTo>
                    <a:pt x="2736" y="14384"/>
                  </a:lnTo>
                  <a:lnTo>
                    <a:pt x="3302" y="13300"/>
                  </a:lnTo>
                  <a:lnTo>
                    <a:pt x="3915" y="12262"/>
                  </a:lnTo>
                  <a:lnTo>
                    <a:pt x="4528" y="11272"/>
                  </a:lnTo>
                  <a:lnTo>
                    <a:pt x="5235" y="10281"/>
                  </a:lnTo>
                  <a:lnTo>
                    <a:pt x="5990" y="9385"/>
                  </a:lnTo>
                  <a:lnTo>
                    <a:pt x="6744" y="8489"/>
                  </a:lnTo>
                  <a:lnTo>
                    <a:pt x="7546" y="7593"/>
                  </a:lnTo>
                  <a:lnTo>
                    <a:pt x="8442" y="6791"/>
                  </a:lnTo>
                  <a:lnTo>
                    <a:pt x="9338" y="5990"/>
                  </a:lnTo>
                  <a:lnTo>
                    <a:pt x="10282" y="5282"/>
                  </a:lnTo>
                  <a:lnTo>
                    <a:pt x="11225" y="4575"/>
                  </a:lnTo>
                  <a:lnTo>
                    <a:pt x="12262" y="3915"/>
                  </a:lnTo>
                  <a:lnTo>
                    <a:pt x="13300" y="3349"/>
                  </a:lnTo>
                  <a:lnTo>
                    <a:pt x="14337" y="2783"/>
                  </a:lnTo>
                  <a:lnTo>
                    <a:pt x="15422" y="2311"/>
                  </a:lnTo>
                  <a:lnTo>
                    <a:pt x="16554" y="1840"/>
                  </a:lnTo>
                  <a:lnTo>
                    <a:pt x="17733" y="1462"/>
                  </a:lnTo>
                  <a:lnTo>
                    <a:pt x="18912" y="1132"/>
                  </a:lnTo>
                  <a:lnTo>
                    <a:pt x="20091" y="849"/>
                  </a:lnTo>
                  <a:lnTo>
                    <a:pt x="21317" y="613"/>
                  </a:lnTo>
                  <a:lnTo>
                    <a:pt x="22543" y="472"/>
                  </a:lnTo>
                  <a:lnTo>
                    <a:pt x="23817" y="378"/>
                  </a:lnTo>
                  <a:lnTo>
                    <a:pt x="25090" y="330"/>
                  </a:lnTo>
                  <a:close/>
                  <a:moveTo>
                    <a:pt x="25090" y="0"/>
                  </a:moveTo>
                  <a:lnTo>
                    <a:pt x="23770" y="47"/>
                  </a:lnTo>
                  <a:lnTo>
                    <a:pt x="22496" y="142"/>
                  </a:lnTo>
                  <a:lnTo>
                    <a:pt x="21270" y="330"/>
                  </a:lnTo>
                  <a:lnTo>
                    <a:pt x="20044" y="519"/>
                  </a:lnTo>
                  <a:lnTo>
                    <a:pt x="18818" y="802"/>
                  </a:lnTo>
                  <a:lnTo>
                    <a:pt x="17639" y="1132"/>
                  </a:lnTo>
                  <a:lnTo>
                    <a:pt x="16460" y="1557"/>
                  </a:lnTo>
                  <a:lnTo>
                    <a:pt x="15328" y="1981"/>
                  </a:lnTo>
                  <a:lnTo>
                    <a:pt x="14196" y="2500"/>
                  </a:lnTo>
                  <a:lnTo>
                    <a:pt x="13111" y="3066"/>
                  </a:lnTo>
                  <a:lnTo>
                    <a:pt x="12074" y="3679"/>
                  </a:lnTo>
                  <a:lnTo>
                    <a:pt x="11036" y="4292"/>
                  </a:lnTo>
                  <a:lnTo>
                    <a:pt x="10093" y="4999"/>
                  </a:lnTo>
                  <a:lnTo>
                    <a:pt x="9102" y="5754"/>
                  </a:lnTo>
                  <a:lnTo>
                    <a:pt x="8206" y="6556"/>
                  </a:lnTo>
                  <a:lnTo>
                    <a:pt x="7358" y="7405"/>
                  </a:lnTo>
                  <a:lnTo>
                    <a:pt x="6509" y="8253"/>
                  </a:lnTo>
                  <a:lnTo>
                    <a:pt x="5707" y="9150"/>
                  </a:lnTo>
                  <a:lnTo>
                    <a:pt x="4952" y="10093"/>
                  </a:lnTo>
                  <a:lnTo>
                    <a:pt x="4292" y="11083"/>
                  </a:lnTo>
                  <a:lnTo>
                    <a:pt x="3632" y="12121"/>
                  </a:lnTo>
                  <a:lnTo>
                    <a:pt x="3019" y="13158"/>
                  </a:lnTo>
                  <a:lnTo>
                    <a:pt x="2453" y="14243"/>
                  </a:lnTo>
                  <a:lnTo>
                    <a:pt x="1934" y="15375"/>
                  </a:lnTo>
                  <a:lnTo>
                    <a:pt x="1510" y="16507"/>
                  </a:lnTo>
                  <a:lnTo>
                    <a:pt x="1132" y="17686"/>
                  </a:lnTo>
                  <a:lnTo>
                    <a:pt x="755" y="18865"/>
                  </a:lnTo>
                  <a:lnTo>
                    <a:pt x="472" y="20091"/>
                  </a:lnTo>
                  <a:lnTo>
                    <a:pt x="283" y="21317"/>
                  </a:lnTo>
                  <a:lnTo>
                    <a:pt x="95" y="22543"/>
                  </a:lnTo>
                  <a:lnTo>
                    <a:pt x="0" y="23817"/>
                  </a:lnTo>
                  <a:lnTo>
                    <a:pt x="0" y="25137"/>
                  </a:lnTo>
                  <a:lnTo>
                    <a:pt x="0" y="26411"/>
                  </a:lnTo>
                  <a:lnTo>
                    <a:pt x="95" y="27684"/>
                  </a:lnTo>
                  <a:lnTo>
                    <a:pt x="283" y="28957"/>
                  </a:lnTo>
                  <a:lnTo>
                    <a:pt x="472" y="30183"/>
                  </a:lnTo>
                  <a:lnTo>
                    <a:pt x="755" y="31362"/>
                  </a:lnTo>
                  <a:lnTo>
                    <a:pt x="1132" y="32589"/>
                  </a:lnTo>
                  <a:lnTo>
                    <a:pt x="1510" y="33721"/>
                  </a:lnTo>
                  <a:lnTo>
                    <a:pt x="1934" y="34900"/>
                  </a:lnTo>
                  <a:lnTo>
                    <a:pt x="2453" y="35984"/>
                  </a:lnTo>
                  <a:lnTo>
                    <a:pt x="3019" y="37069"/>
                  </a:lnTo>
                  <a:lnTo>
                    <a:pt x="3632" y="38107"/>
                  </a:lnTo>
                  <a:lnTo>
                    <a:pt x="4292" y="39144"/>
                  </a:lnTo>
                  <a:lnTo>
                    <a:pt x="4952" y="40134"/>
                  </a:lnTo>
                  <a:lnTo>
                    <a:pt x="5707" y="41078"/>
                  </a:lnTo>
                  <a:lnTo>
                    <a:pt x="6509" y="41974"/>
                  </a:lnTo>
                  <a:lnTo>
                    <a:pt x="7358" y="42870"/>
                  </a:lnTo>
                  <a:lnTo>
                    <a:pt x="8206" y="43672"/>
                  </a:lnTo>
                  <a:lnTo>
                    <a:pt x="9102" y="44473"/>
                  </a:lnTo>
                  <a:lnTo>
                    <a:pt x="10093" y="45228"/>
                  </a:lnTo>
                  <a:lnTo>
                    <a:pt x="11036" y="45935"/>
                  </a:lnTo>
                  <a:lnTo>
                    <a:pt x="12074" y="46596"/>
                  </a:lnTo>
                  <a:lnTo>
                    <a:pt x="13111" y="47161"/>
                  </a:lnTo>
                  <a:lnTo>
                    <a:pt x="14196" y="47727"/>
                  </a:lnTo>
                  <a:lnTo>
                    <a:pt x="15328" y="48246"/>
                  </a:lnTo>
                  <a:lnTo>
                    <a:pt x="16460" y="48671"/>
                  </a:lnTo>
                  <a:lnTo>
                    <a:pt x="17639" y="49095"/>
                  </a:lnTo>
                  <a:lnTo>
                    <a:pt x="18818" y="49425"/>
                  </a:lnTo>
                  <a:lnTo>
                    <a:pt x="20044" y="49708"/>
                  </a:lnTo>
                  <a:lnTo>
                    <a:pt x="21270" y="49944"/>
                  </a:lnTo>
                  <a:lnTo>
                    <a:pt x="22496" y="50085"/>
                  </a:lnTo>
                  <a:lnTo>
                    <a:pt x="23770" y="50180"/>
                  </a:lnTo>
                  <a:lnTo>
                    <a:pt x="25090" y="50227"/>
                  </a:lnTo>
                  <a:lnTo>
                    <a:pt x="26364" y="50180"/>
                  </a:lnTo>
                  <a:lnTo>
                    <a:pt x="27637" y="50085"/>
                  </a:lnTo>
                  <a:lnTo>
                    <a:pt x="28910" y="49944"/>
                  </a:lnTo>
                  <a:lnTo>
                    <a:pt x="30136" y="49708"/>
                  </a:lnTo>
                  <a:lnTo>
                    <a:pt x="31363" y="49425"/>
                  </a:lnTo>
                  <a:lnTo>
                    <a:pt x="32542" y="49095"/>
                  </a:lnTo>
                  <a:lnTo>
                    <a:pt x="33721" y="48671"/>
                  </a:lnTo>
                  <a:lnTo>
                    <a:pt x="34853" y="48246"/>
                  </a:lnTo>
                  <a:lnTo>
                    <a:pt x="35937" y="47727"/>
                  </a:lnTo>
                  <a:lnTo>
                    <a:pt x="37022" y="47161"/>
                  </a:lnTo>
                  <a:lnTo>
                    <a:pt x="38060" y="46596"/>
                  </a:lnTo>
                  <a:lnTo>
                    <a:pt x="39097" y="45935"/>
                  </a:lnTo>
                  <a:lnTo>
                    <a:pt x="40087" y="45228"/>
                  </a:lnTo>
                  <a:lnTo>
                    <a:pt x="41031" y="44473"/>
                  </a:lnTo>
                  <a:lnTo>
                    <a:pt x="41927" y="43672"/>
                  </a:lnTo>
                  <a:lnTo>
                    <a:pt x="42823" y="42870"/>
                  </a:lnTo>
                  <a:lnTo>
                    <a:pt x="43625" y="41974"/>
                  </a:lnTo>
                  <a:lnTo>
                    <a:pt x="44426" y="41078"/>
                  </a:lnTo>
                  <a:lnTo>
                    <a:pt x="45181" y="40134"/>
                  </a:lnTo>
                  <a:lnTo>
                    <a:pt x="45888" y="39144"/>
                  </a:lnTo>
                  <a:lnTo>
                    <a:pt x="46549" y="38107"/>
                  </a:lnTo>
                  <a:lnTo>
                    <a:pt x="47162" y="37069"/>
                  </a:lnTo>
                  <a:lnTo>
                    <a:pt x="47680" y="35984"/>
                  </a:lnTo>
                  <a:lnTo>
                    <a:pt x="48199" y="34900"/>
                  </a:lnTo>
                  <a:lnTo>
                    <a:pt x="48671" y="33721"/>
                  </a:lnTo>
                  <a:lnTo>
                    <a:pt x="49048" y="32589"/>
                  </a:lnTo>
                  <a:lnTo>
                    <a:pt x="49378" y="31362"/>
                  </a:lnTo>
                  <a:lnTo>
                    <a:pt x="49661" y="30183"/>
                  </a:lnTo>
                  <a:lnTo>
                    <a:pt x="49897" y="28957"/>
                  </a:lnTo>
                  <a:lnTo>
                    <a:pt x="50038" y="27684"/>
                  </a:lnTo>
                  <a:lnTo>
                    <a:pt x="50133" y="26411"/>
                  </a:lnTo>
                  <a:lnTo>
                    <a:pt x="50180" y="25137"/>
                  </a:lnTo>
                  <a:lnTo>
                    <a:pt x="50133" y="23817"/>
                  </a:lnTo>
                  <a:lnTo>
                    <a:pt x="50038" y="22543"/>
                  </a:lnTo>
                  <a:lnTo>
                    <a:pt x="49897" y="21317"/>
                  </a:lnTo>
                  <a:lnTo>
                    <a:pt x="49661" y="20091"/>
                  </a:lnTo>
                  <a:lnTo>
                    <a:pt x="49378" y="18865"/>
                  </a:lnTo>
                  <a:lnTo>
                    <a:pt x="49048" y="17686"/>
                  </a:lnTo>
                  <a:lnTo>
                    <a:pt x="48671" y="16507"/>
                  </a:lnTo>
                  <a:lnTo>
                    <a:pt x="48199" y="15375"/>
                  </a:lnTo>
                  <a:lnTo>
                    <a:pt x="47680" y="14243"/>
                  </a:lnTo>
                  <a:lnTo>
                    <a:pt x="47162" y="13158"/>
                  </a:lnTo>
                  <a:lnTo>
                    <a:pt x="46549" y="12121"/>
                  </a:lnTo>
                  <a:lnTo>
                    <a:pt x="45888" y="11083"/>
                  </a:lnTo>
                  <a:lnTo>
                    <a:pt x="45181" y="10093"/>
                  </a:lnTo>
                  <a:lnTo>
                    <a:pt x="44426" y="9150"/>
                  </a:lnTo>
                  <a:lnTo>
                    <a:pt x="43625" y="8253"/>
                  </a:lnTo>
                  <a:lnTo>
                    <a:pt x="42823" y="7405"/>
                  </a:lnTo>
                  <a:lnTo>
                    <a:pt x="41927" y="6556"/>
                  </a:lnTo>
                  <a:lnTo>
                    <a:pt x="41031" y="5754"/>
                  </a:lnTo>
                  <a:lnTo>
                    <a:pt x="40087" y="4999"/>
                  </a:lnTo>
                  <a:lnTo>
                    <a:pt x="39097" y="4292"/>
                  </a:lnTo>
                  <a:lnTo>
                    <a:pt x="38060" y="3679"/>
                  </a:lnTo>
                  <a:lnTo>
                    <a:pt x="37022" y="3066"/>
                  </a:lnTo>
                  <a:lnTo>
                    <a:pt x="35937" y="2500"/>
                  </a:lnTo>
                  <a:lnTo>
                    <a:pt x="34853" y="1981"/>
                  </a:lnTo>
                  <a:lnTo>
                    <a:pt x="33721" y="1557"/>
                  </a:lnTo>
                  <a:lnTo>
                    <a:pt x="32542" y="1132"/>
                  </a:lnTo>
                  <a:lnTo>
                    <a:pt x="31363" y="802"/>
                  </a:lnTo>
                  <a:lnTo>
                    <a:pt x="30136" y="519"/>
                  </a:lnTo>
                  <a:lnTo>
                    <a:pt x="28910" y="330"/>
                  </a:lnTo>
                  <a:lnTo>
                    <a:pt x="27637" y="142"/>
                  </a:lnTo>
                  <a:lnTo>
                    <a:pt x="26364" y="47"/>
                  </a:lnTo>
                  <a:lnTo>
                    <a:pt x="250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9875" lIns="89875" spcFirstLastPara="1" rIns="89875" wrap="square" tIns="8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6"/>
                <a:buFont typeface="Arial"/>
                <a:buNone/>
              </a:pPr>
              <a:r>
                <a:t/>
              </a:r>
              <a:endParaRPr b="0" i="0" sz="13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82"/>
            <p:cNvSpPr/>
            <p:nvPr/>
          </p:nvSpPr>
          <p:spPr>
            <a:xfrm>
              <a:off x="6188675" y="3185250"/>
              <a:ext cx="1014000" cy="1014000"/>
            </a:xfrm>
            <a:custGeom>
              <a:rect b="b" l="l" r="r" t="t"/>
              <a:pathLst>
                <a:path extrusionOk="0" h="40560" w="40560">
                  <a:moveTo>
                    <a:pt x="19903" y="614"/>
                  </a:moveTo>
                  <a:lnTo>
                    <a:pt x="19950" y="3538"/>
                  </a:lnTo>
                  <a:lnTo>
                    <a:pt x="19195" y="3538"/>
                  </a:lnTo>
                  <a:lnTo>
                    <a:pt x="18488" y="3585"/>
                  </a:lnTo>
                  <a:lnTo>
                    <a:pt x="17781" y="3679"/>
                  </a:lnTo>
                  <a:lnTo>
                    <a:pt x="17073" y="3821"/>
                  </a:lnTo>
                  <a:lnTo>
                    <a:pt x="16507" y="991"/>
                  </a:lnTo>
                  <a:lnTo>
                    <a:pt x="17356" y="850"/>
                  </a:lnTo>
                  <a:lnTo>
                    <a:pt x="18205" y="708"/>
                  </a:lnTo>
                  <a:lnTo>
                    <a:pt x="19054" y="661"/>
                  </a:lnTo>
                  <a:lnTo>
                    <a:pt x="19903" y="614"/>
                  </a:lnTo>
                  <a:close/>
                  <a:moveTo>
                    <a:pt x="26600" y="1651"/>
                  </a:moveTo>
                  <a:lnTo>
                    <a:pt x="27402" y="1982"/>
                  </a:lnTo>
                  <a:lnTo>
                    <a:pt x="28203" y="2312"/>
                  </a:lnTo>
                  <a:lnTo>
                    <a:pt x="28958" y="2642"/>
                  </a:lnTo>
                  <a:lnTo>
                    <a:pt x="29712" y="3066"/>
                  </a:lnTo>
                  <a:lnTo>
                    <a:pt x="28345" y="5566"/>
                  </a:lnTo>
                  <a:lnTo>
                    <a:pt x="27684" y="5236"/>
                  </a:lnTo>
                  <a:lnTo>
                    <a:pt x="27024" y="4953"/>
                  </a:lnTo>
                  <a:lnTo>
                    <a:pt x="26364" y="4670"/>
                  </a:lnTo>
                  <a:lnTo>
                    <a:pt x="25657" y="4434"/>
                  </a:lnTo>
                  <a:lnTo>
                    <a:pt x="26600" y="1651"/>
                  </a:lnTo>
                  <a:close/>
                  <a:moveTo>
                    <a:pt x="10188" y="3444"/>
                  </a:moveTo>
                  <a:lnTo>
                    <a:pt x="11650" y="5896"/>
                  </a:lnTo>
                  <a:lnTo>
                    <a:pt x="11037" y="6273"/>
                  </a:lnTo>
                  <a:lnTo>
                    <a:pt x="10423" y="6698"/>
                  </a:lnTo>
                  <a:lnTo>
                    <a:pt x="9858" y="7122"/>
                  </a:lnTo>
                  <a:lnTo>
                    <a:pt x="9292" y="7594"/>
                  </a:lnTo>
                  <a:lnTo>
                    <a:pt x="7405" y="5424"/>
                  </a:lnTo>
                  <a:lnTo>
                    <a:pt x="8065" y="4858"/>
                  </a:lnTo>
                  <a:lnTo>
                    <a:pt x="8726" y="4387"/>
                  </a:lnTo>
                  <a:lnTo>
                    <a:pt x="9433" y="3868"/>
                  </a:lnTo>
                  <a:lnTo>
                    <a:pt x="10188" y="3444"/>
                  </a:lnTo>
                  <a:close/>
                  <a:moveTo>
                    <a:pt x="35042" y="7311"/>
                  </a:moveTo>
                  <a:lnTo>
                    <a:pt x="35560" y="7971"/>
                  </a:lnTo>
                  <a:lnTo>
                    <a:pt x="36079" y="8631"/>
                  </a:lnTo>
                  <a:lnTo>
                    <a:pt x="36598" y="9339"/>
                  </a:lnTo>
                  <a:lnTo>
                    <a:pt x="37022" y="10046"/>
                  </a:lnTo>
                  <a:lnTo>
                    <a:pt x="34570" y="11555"/>
                  </a:lnTo>
                  <a:lnTo>
                    <a:pt x="34193" y="10942"/>
                  </a:lnTo>
                  <a:lnTo>
                    <a:pt x="33768" y="10376"/>
                  </a:lnTo>
                  <a:lnTo>
                    <a:pt x="33297" y="9763"/>
                  </a:lnTo>
                  <a:lnTo>
                    <a:pt x="32872" y="9244"/>
                  </a:lnTo>
                  <a:lnTo>
                    <a:pt x="35042" y="7311"/>
                  </a:lnTo>
                  <a:close/>
                  <a:moveTo>
                    <a:pt x="3113" y="10706"/>
                  </a:moveTo>
                  <a:lnTo>
                    <a:pt x="5660" y="12121"/>
                  </a:lnTo>
                  <a:lnTo>
                    <a:pt x="5283" y="12734"/>
                  </a:lnTo>
                  <a:lnTo>
                    <a:pt x="5000" y="13395"/>
                  </a:lnTo>
                  <a:lnTo>
                    <a:pt x="4717" y="14055"/>
                  </a:lnTo>
                  <a:lnTo>
                    <a:pt x="4434" y="14762"/>
                  </a:lnTo>
                  <a:lnTo>
                    <a:pt x="1699" y="13819"/>
                  </a:lnTo>
                  <a:lnTo>
                    <a:pt x="2029" y="13017"/>
                  </a:lnTo>
                  <a:lnTo>
                    <a:pt x="2359" y="12216"/>
                  </a:lnTo>
                  <a:lnTo>
                    <a:pt x="2736" y="11461"/>
                  </a:lnTo>
                  <a:lnTo>
                    <a:pt x="3113" y="10706"/>
                  </a:lnTo>
                  <a:close/>
                  <a:moveTo>
                    <a:pt x="39522" y="16366"/>
                  </a:moveTo>
                  <a:lnTo>
                    <a:pt x="39663" y="17215"/>
                  </a:lnTo>
                  <a:lnTo>
                    <a:pt x="39805" y="18064"/>
                  </a:lnTo>
                  <a:lnTo>
                    <a:pt x="39852" y="18912"/>
                  </a:lnTo>
                  <a:lnTo>
                    <a:pt x="39899" y="19761"/>
                  </a:lnTo>
                  <a:lnTo>
                    <a:pt x="37022" y="19856"/>
                  </a:lnTo>
                  <a:lnTo>
                    <a:pt x="36975" y="19101"/>
                  </a:lnTo>
                  <a:lnTo>
                    <a:pt x="36928" y="18394"/>
                  </a:lnTo>
                  <a:lnTo>
                    <a:pt x="36834" y="17639"/>
                  </a:lnTo>
                  <a:lnTo>
                    <a:pt x="36692" y="16932"/>
                  </a:lnTo>
                  <a:lnTo>
                    <a:pt x="39522" y="16366"/>
                  </a:lnTo>
                  <a:close/>
                  <a:moveTo>
                    <a:pt x="3538" y="20469"/>
                  </a:moveTo>
                  <a:lnTo>
                    <a:pt x="3538" y="21223"/>
                  </a:lnTo>
                  <a:lnTo>
                    <a:pt x="3585" y="21931"/>
                  </a:lnTo>
                  <a:lnTo>
                    <a:pt x="3679" y="22638"/>
                  </a:lnTo>
                  <a:lnTo>
                    <a:pt x="3821" y="23346"/>
                  </a:lnTo>
                  <a:lnTo>
                    <a:pt x="944" y="23912"/>
                  </a:lnTo>
                  <a:lnTo>
                    <a:pt x="850" y="23063"/>
                  </a:lnTo>
                  <a:lnTo>
                    <a:pt x="708" y="22214"/>
                  </a:lnTo>
                  <a:lnTo>
                    <a:pt x="661" y="21365"/>
                  </a:lnTo>
                  <a:lnTo>
                    <a:pt x="614" y="20516"/>
                  </a:lnTo>
                  <a:lnTo>
                    <a:pt x="3538" y="20469"/>
                  </a:lnTo>
                  <a:close/>
                  <a:moveTo>
                    <a:pt x="36032" y="25987"/>
                  </a:moveTo>
                  <a:lnTo>
                    <a:pt x="38720" y="26977"/>
                  </a:lnTo>
                  <a:lnTo>
                    <a:pt x="38437" y="27779"/>
                  </a:lnTo>
                  <a:lnTo>
                    <a:pt x="38060" y="28533"/>
                  </a:lnTo>
                  <a:lnTo>
                    <a:pt x="37683" y="29288"/>
                  </a:lnTo>
                  <a:lnTo>
                    <a:pt x="37305" y="30043"/>
                  </a:lnTo>
                  <a:lnTo>
                    <a:pt x="34806" y="28628"/>
                  </a:lnTo>
                  <a:lnTo>
                    <a:pt x="35136" y="27967"/>
                  </a:lnTo>
                  <a:lnTo>
                    <a:pt x="35466" y="27307"/>
                  </a:lnTo>
                  <a:lnTo>
                    <a:pt x="35749" y="26647"/>
                  </a:lnTo>
                  <a:lnTo>
                    <a:pt x="36032" y="25987"/>
                  </a:lnTo>
                  <a:close/>
                  <a:moveTo>
                    <a:pt x="5849" y="28769"/>
                  </a:moveTo>
                  <a:lnTo>
                    <a:pt x="6226" y="29382"/>
                  </a:lnTo>
                  <a:lnTo>
                    <a:pt x="6651" y="29995"/>
                  </a:lnTo>
                  <a:lnTo>
                    <a:pt x="7075" y="30561"/>
                  </a:lnTo>
                  <a:lnTo>
                    <a:pt x="7547" y="31127"/>
                  </a:lnTo>
                  <a:lnTo>
                    <a:pt x="5330" y="33014"/>
                  </a:lnTo>
                  <a:lnTo>
                    <a:pt x="4811" y="32353"/>
                  </a:lnTo>
                  <a:lnTo>
                    <a:pt x="4292" y="31693"/>
                  </a:lnTo>
                  <a:lnTo>
                    <a:pt x="3821" y="30986"/>
                  </a:lnTo>
                  <a:lnTo>
                    <a:pt x="3349" y="30278"/>
                  </a:lnTo>
                  <a:lnTo>
                    <a:pt x="5849" y="28769"/>
                  </a:lnTo>
                  <a:close/>
                  <a:moveTo>
                    <a:pt x="20280" y="4151"/>
                  </a:moveTo>
                  <a:lnTo>
                    <a:pt x="21082" y="4198"/>
                  </a:lnTo>
                  <a:lnTo>
                    <a:pt x="21931" y="4245"/>
                  </a:lnTo>
                  <a:lnTo>
                    <a:pt x="22733" y="4340"/>
                  </a:lnTo>
                  <a:lnTo>
                    <a:pt x="23487" y="4481"/>
                  </a:lnTo>
                  <a:lnTo>
                    <a:pt x="24289" y="4670"/>
                  </a:lnTo>
                  <a:lnTo>
                    <a:pt x="25043" y="4858"/>
                  </a:lnTo>
                  <a:lnTo>
                    <a:pt x="25798" y="5141"/>
                  </a:lnTo>
                  <a:lnTo>
                    <a:pt x="26553" y="5424"/>
                  </a:lnTo>
                  <a:lnTo>
                    <a:pt x="27260" y="5755"/>
                  </a:lnTo>
                  <a:lnTo>
                    <a:pt x="27920" y="6085"/>
                  </a:lnTo>
                  <a:lnTo>
                    <a:pt x="28628" y="6509"/>
                  </a:lnTo>
                  <a:lnTo>
                    <a:pt x="29288" y="6886"/>
                  </a:lnTo>
                  <a:lnTo>
                    <a:pt x="29901" y="7358"/>
                  </a:lnTo>
                  <a:lnTo>
                    <a:pt x="30514" y="7830"/>
                  </a:lnTo>
                  <a:lnTo>
                    <a:pt x="31080" y="8348"/>
                  </a:lnTo>
                  <a:lnTo>
                    <a:pt x="31646" y="8867"/>
                  </a:lnTo>
                  <a:lnTo>
                    <a:pt x="32165" y="9433"/>
                  </a:lnTo>
                  <a:lnTo>
                    <a:pt x="32684" y="9999"/>
                  </a:lnTo>
                  <a:lnTo>
                    <a:pt x="33155" y="10612"/>
                  </a:lnTo>
                  <a:lnTo>
                    <a:pt x="33627" y="11272"/>
                  </a:lnTo>
                  <a:lnTo>
                    <a:pt x="34051" y="11933"/>
                  </a:lnTo>
                  <a:lnTo>
                    <a:pt x="34429" y="12593"/>
                  </a:lnTo>
                  <a:lnTo>
                    <a:pt x="34806" y="13300"/>
                  </a:lnTo>
                  <a:lnTo>
                    <a:pt x="35089" y="14008"/>
                  </a:lnTo>
                  <a:lnTo>
                    <a:pt x="35419" y="14715"/>
                  </a:lnTo>
                  <a:lnTo>
                    <a:pt x="35655" y="15470"/>
                  </a:lnTo>
                  <a:lnTo>
                    <a:pt x="35891" y="16224"/>
                  </a:lnTo>
                  <a:lnTo>
                    <a:pt x="36032" y="17026"/>
                  </a:lnTo>
                  <a:lnTo>
                    <a:pt x="36174" y="17828"/>
                  </a:lnTo>
                  <a:lnTo>
                    <a:pt x="36315" y="18630"/>
                  </a:lnTo>
                  <a:lnTo>
                    <a:pt x="36362" y="19431"/>
                  </a:lnTo>
                  <a:lnTo>
                    <a:pt x="36362" y="20280"/>
                  </a:lnTo>
                  <a:lnTo>
                    <a:pt x="36362" y="21082"/>
                  </a:lnTo>
                  <a:lnTo>
                    <a:pt x="36315" y="21884"/>
                  </a:lnTo>
                  <a:lnTo>
                    <a:pt x="36174" y="22733"/>
                  </a:lnTo>
                  <a:lnTo>
                    <a:pt x="36032" y="23487"/>
                  </a:lnTo>
                  <a:lnTo>
                    <a:pt x="35891" y="24289"/>
                  </a:lnTo>
                  <a:lnTo>
                    <a:pt x="35655" y="25043"/>
                  </a:lnTo>
                  <a:lnTo>
                    <a:pt x="35419" y="25798"/>
                  </a:lnTo>
                  <a:lnTo>
                    <a:pt x="35089" y="26505"/>
                  </a:lnTo>
                  <a:lnTo>
                    <a:pt x="34806" y="27260"/>
                  </a:lnTo>
                  <a:lnTo>
                    <a:pt x="34429" y="27920"/>
                  </a:lnTo>
                  <a:lnTo>
                    <a:pt x="34051" y="28628"/>
                  </a:lnTo>
                  <a:lnTo>
                    <a:pt x="33627" y="29241"/>
                  </a:lnTo>
                  <a:lnTo>
                    <a:pt x="33155" y="29901"/>
                  </a:lnTo>
                  <a:lnTo>
                    <a:pt x="32684" y="30514"/>
                  </a:lnTo>
                  <a:lnTo>
                    <a:pt x="32165" y="31080"/>
                  </a:lnTo>
                  <a:lnTo>
                    <a:pt x="31646" y="31646"/>
                  </a:lnTo>
                  <a:lnTo>
                    <a:pt x="31080" y="32165"/>
                  </a:lnTo>
                  <a:lnTo>
                    <a:pt x="30514" y="32684"/>
                  </a:lnTo>
                  <a:lnTo>
                    <a:pt x="29901" y="33155"/>
                  </a:lnTo>
                  <a:lnTo>
                    <a:pt x="29288" y="33627"/>
                  </a:lnTo>
                  <a:lnTo>
                    <a:pt x="28628" y="34051"/>
                  </a:lnTo>
                  <a:lnTo>
                    <a:pt x="27920" y="34429"/>
                  </a:lnTo>
                  <a:lnTo>
                    <a:pt x="27260" y="34759"/>
                  </a:lnTo>
                  <a:lnTo>
                    <a:pt x="26553" y="35089"/>
                  </a:lnTo>
                  <a:lnTo>
                    <a:pt x="25798" y="35372"/>
                  </a:lnTo>
                  <a:lnTo>
                    <a:pt x="25043" y="35655"/>
                  </a:lnTo>
                  <a:lnTo>
                    <a:pt x="24289" y="35843"/>
                  </a:lnTo>
                  <a:lnTo>
                    <a:pt x="23487" y="36032"/>
                  </a:lnTo>
                  <a:lnTo>
                    <a:pt x="22733" y="36174"/>
                  </a:lnTo>
                  <a:lnTo>
                    <a:pt x="21931" y="36268"/>
                  </a:lnTo>
                  <a:lnTo>
                    <a:pt x="21082" y="36362"/>
                  </a:lnTo>
                  <a:lnTo>
                    <a:pt x="19431" y="36362"/>
                  </a:lnTo>
                  <a:lnTo>
                    <a:pt x="18630" y="36268"/>
                  </a:lnTo>
                  <a:lnTo>
                    <a:pt x="17828" y="36174"/>
                  </a:lnTo>
                  <a:lnTo>
                    <a:pt x="17026" y="36032"/>
                  </a:lnTo>
                  <a:lnTo>
                    <a:pt x="16224" y="35843"/>
                  </a:lnTo>
                  <a:lnTo>
                    <a:pt x="15470" y="35655"/>
                  </a:lnTo>
                  <a:lnTo>
                    <a:pt x="14715" y="35372"/>
                  </a:lnTo>
                  <a:lnTo>
                    <a:pt x="14008" y="35089"/>
                  </a:lnTo>
                  <a:lnTo>
                    <a:pt x="13300" y="34759"/>
                  </a:lnTo>
                  <a:lnTo>
                    <a:pt x="12593" y="34429"/>
                  </a:lnTo>
                  <a:lnTo>
                    <a:pt x="11933" y="34051"/>
                  </a:lnTo>
                  <a:lnTo>
                    <a:pt x="11272" y="33627"/>
                  </a:lnTo>
                  <a:lnTo>
                    <a:pt x="10659" y="33155"/>
                  </a:lnTo>
                  <a:lnTo>
                    <a:pt x="10046" y="32684"/>
                  </a:lnTo>
                  <a:lnTo>
                    <a:pt x="9433" y="32165"/>
                  </a:lnTo>
                  <a:lnTo>
                    <a:pt x="8867" y="31646"/>
                  </a:lnTo>
                  <a:lnTo>
                    <a:pt x="8348" y="31080"/>
                  </a:lnTo>
                  <a:lnTo>
                    <a:pt x="7830" y="30514"/>
                  </a:lnTo>
                  <a:lnTo>
                    <a:pt x="7358" y="29901"/>
                  </a:lnTo>
                  <a:lnTo>
                    <a:pt x="6934" y="29241"/>
                  </a:lnTo>
                  <a:lnTo>
                    <a:pt x="6509" y="28628"/>
                  </a:lnTo>
                  <a:lnTo>
                    <a:pt x="6085" y="27920"/>
                  </a:lnTo>
                  <a:lnTo>
                    <a:pt x="5754" y="27260"/>
                  </a:lnTo>
                  <a:lnTo>
                    <a:pt x="5424" y="26505"/>
                  </a:lnTo>
                  <a:lnTo>
                    <a:pt x="5141" y="25798"/>
                  </a:lnTo>
                  <a:lnTo>
                    <a:pt x="4906" y="25043"/>
                  </a:lnTo>
                  <a:lnTo>
                    <a:pt x="4670" y="24289"/>
                  </a:lnTo>
                  <a:lnTo>
                    <a:pt x="4481" y="23487"/>
                  </a:lnTo>
                  <a:lnTo>
                    <a:pt x="4340" y="22733"/>
                  </a:lnTo>
                  <a:lnTo>
                    <a:pt x="4245" y="21884"/>
                  </a:lnTo>
                  <a:lnTo>
                    <a:pt x="4198" y="21082"/>
                  </a:lnTo>
                  <a:lnTo>
                    <a:pt x="4151" y="20280"/>
                  </a:lnTo>
                  <a:lnTo>
                    <a:pt x="4198" y="19431"/>
                  </a:lnTo>
                  <a:lnTo>
                    <a:pt x="4245" y="18630"/>
                  </a:lnTo>
                  <a:lnTo>
                    <a:pt x="4340" y="17828"/>
                  </a:lnTo>
                  <a:lnTo>
                    <a:pt x="4481" y="17026"/>
                  </a:lnTo>
                  <a:lnTo>
                    <a:pt x="4670" y="16224"/>
                  </a:lnTo>
                  <a:lnTo>
                    <a:pt x="4906" y="15470"/>
                  </a:lnTo>
                  <a:lnTo>
                    <a:pt x="5141" y="14715"/>
                  </a:lnTo>
                  <a:lnTo>
                    <a:pt x="5424" y="14008"/>
                  </a:lnTo>
                  <a:lnTo>
                    <a:pt x="5754" y="13300"/>
                  </a:lnTo>
                  <a:lnTo>
                    <a:pt x="6085" y="12593"/>
                  </a:lnTo>
                  <a:lnTo>
                    <a:pt x="6509" y="11933"/>
                  </a:lnTo>
                  <a:lnTo>
                    <a:pt x="6934" y="11272"/>
                  </a:lnTo>
                  <a:lnTo>
                    <a:pt x="7358" y="10612"/>
                  </a:lnTo>
                  <a:lnTo>
                    <a:pt x="7830" y="9999"/>
                  </a:lnTo>
                  <a:lnTo>
                    <a:pt x="8348" y="9433"/>
                  </a:lnTo>
                  <a:lnTo>
                    <a:pt x="8867" y="8867"/>
                  </a:lnTo>
                  <a:lnTo>
                    <a:pt x="9433" y="8348"/>
                  </a:lnTo>
                  <a:lnTo>
                    <a:pt x="10046" y="7830"/>
                  </a:lnTo>
                  <a:lnTo>
                    <a:pt x="10659" y="7358"/>
                  </a:lnTo>
                  <a:lnTo>
                    <a:pt x="11272" y="6886"/>
                  </a:lnTo>
                  <a:lnTo>
                    <a:pt x="11933" y="6509"/>
                  </a:lnTo>
                  <a:lnTo>
                    <a:pt x="12593" y="6085"/>
                  </a:lnTo>
                  <a:lnTo>
                    <a:pt x="13300" y="5755"/>
                  </a:lnTo>
                  <a:lnTo>
                    <a:pt x="14008" y="5424"/>
                  </a:lnTo>
                  <a:lnTo>
                    <a:pt x="14715" y="5141"/>
                  </a:lnTo>
                  <a:lnTo>
                    <a:pt x="15470" y="4858"/>
                  </a:lnTo>
                  <a:lnTo>
                    <a:pt x="16224" y="4670"/>
                  </a:lnTo>
                  <a:lnTo>
                    <a:pt x="17026" y="4481"/>
                  </a:lnTo>
                  <a:lnTo>
                    <a:pt x="17828" y="4340"/>
                  </a:lnTo>
                  <a:lnTo>
                    <a:pt x="18630" y="4245"/>
                  </a:lnTo>
                  <a:lnTo>
                    <a:pt x="19431" y="4198"/>
                  </a:lnTo>
                  <a:lnTo>
                    <a:pt x="20280" y="4151"/>
                  </a:lnTo>
                  <a:close/>
                  <a:moveTo>
                    <a:pt x="31080" y="33061"/>
                  </a:moveTo>
                  <a:lnTo>
                    <a:pt x="32919" y="35277"/>
                  </a:lnTo>
                  <a:lnTo>
                    <a:pt x="32259" y="35796"/>
                  </a:lnTo>
                  <a:lnTo>
                    <a:pt x="31599" y="36315"/>
                  </a:lnTo>
                  <a:lnTo>
                    <a:pt x="30891" y="36787"/>
                  </a:lnTo>
                  <a:lnTo>
                    <a:pt x="30137" y="37211"/>
                  </a:lnTo>
                  <a:lnTo>
                    <a:pt x="28675" y="34712"/>
                  </a:lnTo>
                  <a:lnTo>
                    <a:pt x="29335" y="34334"/>
                  </a:lnTo>
                  <a:lnTo>
                    <a:pt x="29901" y="33957"/>
                  </a:lnTo>
                  <a:lnTo>
                    <a:pt x="30514" y="33485"/>
                  </a:lnTo>
                  <a:lnTo>
                    <a:pt x="31080" y="33061"/>
                  </a:lnTo>
                  <a:close/>
                  <a:moveTo>
                    <a:pt x="12027" y="34853"/>
                  </a:moveTo>
                  <a:lnTo>
                    <a:pt x="12640" y="35183"/>
                  </a:lnTo>
                  <a:lnTo>
                    <a:pt x="13300" y="35513"/>
                  </a:lnTo>
                  <a:lnTo>
                    <a:pt x="13961" y="35796"/>
                  </a:lnTo>
                  <a:lnTo>
                    <a:pt x="14668" y="36032"/>
                  </a:lnTo>
                  <a:lnTo>
                    <a:pt x="13678" y="38767"/>
                  </a:lnTo>
                  <a:lnTo>
                    <a:pt x="12876" y="38484"/>
                  </a:lnTo>
                  <a:lnTo>
                    <a:pt x="12121" y="38107"/>
                  </a:lnTo>
                  <a:lnTo>
                    <a:pt x="11320" y="37730"/>
                  </a:lnTo>
                  <a:lnTo>
                    <a:pt x="10612" y="37353"/>
                  </a:lnTo>
                  <a:lnTo>
                    <a:pt x="12027" y="34853"/>
                  </a:lnTo>
                  <a:close/>
                  <a:moveTo>
                    <a:pt x="23251" y="36739"/>
                  </a:moveTo>
                  <a:lnTo>
                    <a:pt x="23770" y="39569"/>
                  </a:lnTo>
                  <a:lnTo>
                    <a:pt x="22968" y="39711"/>
                  </a:lnTo>
                  <a:lnTo>
                    <a:pt x="22119" y="39805"/>
                  </a:lnTo>
                  <a:lnTo>
                    <a:pt x="21271" y="39899"/>
                  </a:lnTo>
                  <a:lnTo>
                    <a:pt x="20374" y="39899"/>
                  </a:lnTo>
                  <a:lnTo>
                    <a:pt x="20374" y="37022"/>
                  </a:lnTo>
                  <a:lnTo>
                    <a:pt x="21129" y="36975"/>
                  </a:lnTo>
                  <a:lnTo>
                    <a:pt x="21836" y="36928"/>
                  </a:lnTo>
                  <a:lnTo>
                    <a:pt x="22544" y="36834"/>
                  </a:lnTo>
                  <a:lnTo>
                    <a:pt x="23251" y="36739"/>
                  </a:lnTo>
                  <a:close/>
                  <a:moveTo>
                    <a:pt x="19243" y="1"/>
                  </a:moveTo>
                  <a:lnTo>
                    <a:pt x="18205" y="95"/>
                  </a:lnTo>
                  <a:lnTo>
                    <a:pt x="17168" y="189"/>
                  </a:lnTo>
                  <a:lnTo>
                    <a:pt x="16177" y="378"/>
                  </a:lnTo>
                  <a:lnTo>
                    <a:pt x="15187" y="614"/>
                  </a:lnTo>
                  <a:lnTo>
                    <a:pt x="14244" y="897"/>
                  </a:lnTo>
                  <a:lnTo>
                    <a:pt x="13300" y="1227"/>
                  </a:lnTo>
                  <a:lnTo>
                    <a:pt x="12404" y="1557"/>
                  </a:lnTo>
                  <a:lnTo>
                    <a:pt x="11461" y="1982"/>
                  </a:lnTo>
                  <a:lnTo>
                    <a:pt x="10612" y="2453"/>
                  </a:lnTo>
                  <a:lnTo>
                    <a:pt x="9763" y="2925"/>
                  </a:lnTo>
                  <a:lnTo>
                    <a:pt x="8914" y="3444"/>
                  </a:lnTo>
                  <a:lnTo>
                    <a:pt x="8160" y="4010"/>
                  </a:lnTo>
                  <a:lnTo>
                    <a:pt x="7358" y="4623"/>
                  </a:lnTo>
                  <a:lnTo>
                    <a:pt x="6651" y="5236"/>
                  </a:lnTo>
                  <a:lnTo>
                    <a:pt x="5943" y="5943"/>
                  </a:lnTo>
                  <a:lnTo>
                    <a:pt x="5283" y="6651"/>
                  </a:lnTo>
                  <a:lnTo>
                    <a:pt x="4623" y="7358"/>
                  </a:lnTo>
                  <a:lnTo>
                    <a:pt x="4010" y="8113"/>
                  </a:lnTo>
                  <a:lnTo>
                    <a:pt x="3444" y="8914"/>
                  </a:lnTo>
                  <a:lnTo>
                    <a:pt x="2925" y="9763"/>
                  </a:lnTo>
                  <a:lnTo>
                    <a:pt x="2453" y="10612"/>
                  </a:lnTo>
                  <a:lnTo>
                    <a:pt x="1982" y="11461"/>
                  </a:lnTo>
                  <a:lnTo>
                    <a:pt x="1604" y="12357"/>
                  </a:lnTo>
                  <a:lnTo>
                    <a:pt x="1227" y="13300"/>
                  </a:lnTo>
                  <a:lnTo>
                    <a:pt x="897" y="14244"/>
                  </a:lnTo>
                  <a:lnTo>
                    <a:pt x="614" y="15187"/>
                  </a:lnTo>
                  <a:lnTo>
                    <a:pt x="378" y="16177"/>
                  </a:lnTo>
                  <a:lnTo>
                    <a:pt x="237" y="17168"/>
                  </a:lnTo>
                  <a:lnTo>
                    <a:pt x="95" y="18205"/>
                  </a:lnTo>
                  <a:lnTo>
                    <a:pt x="1" y="19243"/>
                  </a:lnTo>
                  <a:lnTo>
                    <a:pt x="1" y="20280"/>
                  </a:lnTo>
                  <a:lnTo>
                    <a:pt x="1" y="21318"/>
                  </a:lnTo>
                  <a:lnTo>
                    <a:pt x="95" y="22355"/>
                  </a:lnTo>
                  <a:lnTo>
                    <a:pt x="237" y="23346"/>
                  </a:lnTo>
                  <a:lnTo>
                    <a:pt x="378" y="24336"/>
                  </a:lnTo>
                  <a:lnTo>
                    <a:pt x="614" y="25326"/>
                  </a:lnTo>
                  <a:lnTo>
                    <a:pt x="897" y="26270"/>
                  </a:lnTo>
                  <a:lnTo>
                    <a:pt x="1227" y="27213"/>
                  </a:lnTo>
                  <a:lnTo>
                    <a:pt x="1604" y="28156"/>
                  </a:lnTo>
                  <a:lnTo>
                    <a:pt x="1982" y="29052"/>
                  </a:lnTo>
                  <a:lnTo>
                    <a:pt x="2453" y="29901"/>
                  </a:lnTo>
                  <a:lnTo>
                    <a:pt x="2925" y="30750"/>
                  </a:lnTo>
                  <a:lnTo>
                    <a:pt x="3444" y="31599"/>
                  </a:lnTo>
                  <a:lnTo>
                    <a:pt x="4010" y="32401"/>
                  </a:lnTo>
                  <a:lnTo>
                    <a:pt x="4623" y="33155"/>
                  </a:lnTo>
                  <a:lnTo>
                    <a:pt x="5283" y="33910"/>
                  </a:lnTo>
                  <a:lnTo>
                    <a:pt x="5943" y="34617"/>
                  </a:lnTo>
                  <a:lnTo>
                    <a:pt x="6651" y="35277"/>
                  </a:lnTo>
                  <a:lnTo>
                    <a:pt x="7358" y="35891"/>
                  </a:lnTo>
                  <a:lnTo>
                    <a:pt x="8160" y="36504"/>
                  </a:lnTo>
                  <a:lnTo>
                    <a:pt x="8914" y="37070"/>
                  </a:lnTo>
                  <a:lnTo>
                    <a:pt x="9763" y="37588"/>
                  </a:lnTo>
                  <a:lnTo>
                    <a:pt x="10612" y="38107"/>
                  </a:lnTo>
                  <a:lnTo>
                    <a:pt x="11461" y="38532"/>
                  </a:lnTo>
                  <a:lnTo>
                    <a:pt x="12404" y="38956"/>
                  </a:lnTo>
                  <a:lnTo>
                    <a:pt x="13300" y="39333"/>
                  </a:lnTo>
                  <a:lnTo>
                    <a:pt x="14244" y="39616"/>
                  </a:lnTo>
                  <a:lnTo>
                    <a:pt x="15187" y="39899"/>
                  </a:lnTo>
                  <a:lnTo>
                    <a:pt x="16177" y="40135"/>
                  </a:lnTo>
                  <a:lnTo>
                    <a:pt x="17168" y="40324"/>
                  </a:lnTo>
                  <a:lnTo>
                    <a:pt x="18205" y="40418"/>
                  </a:lnTo>
                  <a:lnTo>
                    <a:pt x="19243" y="40512"/>
                  </a:lnTo>
                  <a:lnTo>
                    <a:pt x="20280" y="40559"/>
                  </a:lnTo>
                  <a:lnTo>
                    <a:pt x="21318" y="40512"/>
                  </a:lnTo>
                  <a:lnTo>
                    <a:pt x="22355" y="40418"/>
                  </a:lnTo>
                  <a:lnTo>
                    <a:pt x="23346" y="40324"/>
                  </a:lnTo>
                  <a:lnTo>
                    <a:pt x="24336" y="40135"/>
                  </a:lnTo>
                  <a:lnTo>
                    <a:pt x="25326" y="39899"/>
                  </a:lnTo>
                  <a:lnTo>
                    <a:pt x="26317" y="39616"/>
                  </a:lnTo>
                  <a:lnTo>
                    <a:pt x="27213" y="39333"/>
                  </a:lnTo>
                  <a:lnTo>
                    <a:pt x="28156" y="38956"/>
                  </a:lnTo>
                  <a:lnTo>
                    <a:pt x="29052" y="38532"/>
                  </a:lnTo>
                  <a:lnTo>
                    <a:pt x="29948" y="38107"/>
                  </a:lnTo>
                  <a:lnTo>
                    <a:pt x="30797" y="37588"/>
                  </a:lnTo>
                  <a:lnTo>
                    <a:pt x="31599" y="37070"/>
                  </a:lnTo>
                  <a:lnTo>
                    <a:pt x="32401" y="36504"/>
                  </a:lnTo>
                  <a:lnTo>
                    <a:pt x="33155" y="35891"/>
                  </a:lnTo>
                  <a:lnTo>
                    <a:pt x="33910" y="35277"/>
                  </a:lnTo>
                  <a:lnTo>
                    <a:pt x="34617" y="34617"/>
                  </a:lnTo>
                  <a:lnTo>
                    <a:pt x="35277" y="33910"/>
                  </a:lnTo>
                  <a:lnTo>
                    <a:pt x="35891" y="33155"/>
                  </a:lnTo>
                  <a:lnTo>
                    <a:pt x="36504" y="32401"/>
                  </a:lnTo>
                  <a:lnTo>
                    <a:pt x="37070" y="31599"/>
                  </a:lnTo>
                  <a:lnTo>
                    <a:pt x="37588" y="30750"/>
                  </a:lnTo>
                  <a:lnTo>
                    <a:pt x="38107" y="29901"/>
                  </a:lnTo>
                  <a:lnTo>
                    <a:pt x="38532" y="29052"/>
                  </a:lnTo>
                  <a:lnTo>
                    <a:pt x="38956" y="28156"/>
                  </a:lnTo>
                  <a:lnTo>
                    <a:pt x="39333" y="27213"/>
                  </a:lnTo>
                  <a:lnTo>
                    <a:pt x="39616" y="26270"/>
                  </a:lnTo>
                  <a:lnTo>
                    <a:pt x="39899" y="25326"/>
                  </a:lnTo>
                  <a:lnTo>
                    <a:pt x="40135" y="24336"/>
                  </a:lnTo>
                  <a:lnTo>
                    <a:pt x="40324" y="23346"/>
                  </a:lnTo>
                  <a:lnTo>
                    <a:pt x="40465" y="22355"/>
                  </a:lnTo>
                  <a:lnTo>
                    <a:pt x="40512" y="21318"/>
                  </a:lnTo>
                  <a:lnTo>
                    <a:pt x="40560" y="20280"/>
                  </a:lnTo>
                  <a:lnTo>
                    <a:pt x="40512" y="19243"/>
                  </a:lnTo>
                  <a:lnTo>
                    <a:pt x="40465" y="18205"/>
                  </a:lnTo>
                  <a:lnTo>
                    <a:pt x="40324" y="17168"/>
                  </a:lnTo>
                  <a:lnTo>
                    <a:pt x="40135" y="16177"/>
                  </a:lnTo>
                  <a:lnTo>
                    <a:pt x="39899" y="15187"/>
                  </a:lnTo>
                  <a:lnTo>
                    <a:pt x="39616" y="14244"/>
                  </a:lnTo>
                  <a:lnTo>
                    <a:pt x="39333" y="13300"/>
                  </a:lnTo>
                  <a:lnTo>
                    <a:pt x="38956" y="12357"/>
                  </a:lnTo>
                  <a:lnTo>
                    <a:pt x="38532" y="11461"/>
                  </a:lnTo>
                  <a:lnTo>
                    <a:pt x="38107" y="10612"/>
                  </a:lnTo>
                  <a:lnTo>
                    <a:pt x="37588" y="9763"/>
                  </a:lnTo>
                  <a:lnTo>
                    <a:pt x="37070" y="8914"/>
                  </a:lnTo>
                  <a:lnTo>
                    <a:pt x="36504" y="8113"/>
                  </a:lnTo>
                  <a:lnTo>
                    <a:pt x="35891" y="7358"/>
                  </a:lnTo>
                  <a:lnTo>
                    <a:pt x="35277" y="6651"/>
                  </a:lnTo>
                  <a:lnTo>
                    <a:pt x="34617" y="5943"/>
                  </a:lnTo>
                  <a:lnTo>
                    <a:pt x="33910" y="5236"/>
                  </a:lnTo>
                  <a:lnTo>
                    <a:pt x="33155" y="4623"/>
                  </a:lnTo>
                  <a:lnTo>
                    <a:pt x="32401" y="4010"/>
                  </a:lnTo>
                  <a:lnTo>
                    <a:pt x="31599" y="3444"/>
                  </a:lnTo>
                  <a:lnTo>
                    <a:pt x="30797" y="2925"/>
                  </a:lnTo>
                  <a:lnTo>
                    <a:pt x="29948" y="2453"/>
                  </a:lnTo>
                  <a:lnTo>
                    <a:pt x="29052" y="1982"/>
                  </a:lnTo>
                  <a:lnTo>
                    <a:pt x="28156" y="1557"/>
                  </a:lnTo>
                  <a:lnTo>
                    <a:pt x="27213" y="1227"/>
                  </a:lnTo>
                  <a:lnTo>
                    <a:pt x="26317" y="897"/>
                  </a:lnTo>
                  <a:lnTo>
                    <a:pt x="25326" y="614"/>
                  </a:lnTo>
                  <a:lnTo>
                    <a:pt x="24336" y="378"/>
                  </a:lnTo>
                  <a:lnTo>
                    <a:pt x="23346" y="189"/>
                  </a:lnTo>
                  <a:lnTo>
                    <a:pt x="22355" y="95"/>
                  </a:lnTo>
                  <a:lnTo>
                    <a:pt x="21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9875" lIns="89875" spcFirstLastPara="1" rIns="89875" wrap="square" tIns="8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6"/>
                <a:buFont typeface="Arial"/>
                <a:buNone/>
              </a:pPr>
              <a:r>
                <a:t/>
              </a:r>
              <a:endParaRPr b="0" i="0" sz="13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82"/>
            <p:cNvSpPr/>
            <p:nvPr/>
          </p:nvSpPr>
          <p:spPr>
            <a:xfrm>
              <a:off x="6301875" y="3298450"/>
              <a:ext cx="787600" cy="786425"/>
            </a:xfrm>
            <a:custGeom>
              <a:rect b="b" l="l" r="r" t="t"/>
              <a:pathLst>
                <a:path extrusionOk="0" h="31457" w="31504">
                  <a:moveTo>
                    <a:pt x="13960" y="9527"/>
                  </a:moveTo>
                  <a:lnTo>
                    <a:pt x="13441" y="12309"/>
                  </a:lnTo>
                  <a:lnTo>
                    <a:pt x="11555" y="10800"/>
                  </a:lnTo>
                  <a:lnTo>
                    <a:pt x="12121" y="10423"/>
                  </a:lnTo>
                  <a:lnTo>
                    <a:pt x="12687" y="10046"/>
                  </a:lnTo>
                  <a:lnTo>
                    <a:pt x="13300" y="9763"/>
                  </a:lnTo>
                  <a:lnTo>
                    <a:pt x="13960" y="9527"/>
                  </a:lnTo>
                  <a:close/>
                  <a:moveTo>
                    <a:pt x="17497" y="9527"/>
                  </a:moveTo>
                  <a:lnTo>
                    <a:pt x="18157" y="9763"/>
                  </a:lnTo>
                  <a:lnTo>
                    <a:pt x="18770" y="10046"/>
                  </a:lnTo>
                  <a:lnTo>
                    <a:pt x="19384" y="10423"/>
                  </a:lnTo>
                  <a:lnTo>
                    <a:pt x="19902" y="10847"/>
                  </a:lnTo>
                  <a:lnTo>
                    <a:pt x="18016" y="12357"/>
                  </a:lnTo>
                  <a:lnTo>
                    <a:pt x="17497" y="9527"/>
                  </a:lnTo>
                  <a:close/>
                  <a:moveTo>
                    <a:pt x="21129" y="12168"/>
                  </a:moveTo>
                  <a:lnTo>
                    <a:pt x="21364" y="12592"/>
                  </a:lnTo>
                  <a:lnTo>
                    <a:pt x="21600" y="13017"/>
                  </a:lnTo>
                  <a:lnTo>
                    <a:pt x="21789" y="13488"/>
                  </a:lnTo>
                  <a:lnTo>
                    <a:pt x="21930" y="13960"/>
                  </a:lnTo>
                  <a:lnTo>
                    <a:pt x="21930" y="13960"/>
                  </a:lnTo>
                  <a:lnTo>
                    <a:pt x="19950" y="13583"/>
                  </a:lnTo>
                  <a:lnTo>
                    <a:pt x="21129" y="12168"/>
                  </a:lnTo>
                  <a:close/>
                  <a:moveTo>
                    <a:pt x="10376" y="12121"/>
                  </a:moveTo>
                  <a:lnTo>
                    <a:pt x="11555" y="13583"/>
                  </a:lnTo>
                  <a:lnTo>
                    <a:pt x="9527" y="13960"/>
                  </a:lnTo>
                  <a:lnTo>
                    <a:pt x="9716" y="13488"/>
                  </a:lnTo>
                  <a:lnTo>
                    <a:pt x="9904" y="13017"/>
                  </a:lnTo>
                  <a:lnTo>
                    <a:pt x="10140" y="12545"/>
                  </a:lnTo>
                  <a:lnTo>
                    <a:pt x="10376" y="12121"/>
                  </a:lnTo>
                  <a:close/>
                  <a:moveTo>
                    <a:pt x="15821" y="15738"/>
                  </a:moveTo>
                  <a:lnTo>
                    <a:pt x="15799" y="15752"/>
                  </a:lnTo>
                  <a:lnTo>
                    <a:pt x="15829" y="15752"/>
                  </a:lnTo>
                  <a:lnTo>
                    <a:pt x="15821" y="15738"/>
                  </a:lnTo>
                  <a:close/>
                  <a:moveTo>
                    <a:pt x="9527" y="17497"/>
                  </a:moveTo>
                  <a:lnTo>
                    <a:pt x="11979" y="17969"/>
                  </a:lnTo>
                  <a:lnTo>
                    <a:pt x="10659" y="19667"/>
                  </a:lnTo>
                  <a:lnTo>
                    <a:pt x="10281" y="19195"/>
                  </a:lnTo>
                  <a:lnTo>
                    <a:pt x="9998" y="18629"/>
                  </a:lnTo>
                  <a:lnTo>
                    <a:pt x="9716" y="18110"/>
                  </a:lnTo>
                  <a:lnTo>
                    <a:pt x="9527" y="17497"/>
                  </a:lnTo>
                  <a:close/>
                  <a:moveTo>
                    <a:pt x="21930" y="17497"/>
                  </a:moveTo>
                  <a:lnTo>
                    <a:pt x="21742" y="18063"/>
                  </a:lnTo>
                  <a:lnTo>
                    <a:pt x="21506" y="18629"/>
                  </a:lnTo>
                  <a:lnTo>
                    <a:pt x="21223" y="19148"/>
                  </a:lnTo>
                  <a:lnTo>
                    <a:pt x="20846" y="19667"/>
                  </a:lnTo>
                  <a:lnTo>
                    <a:pt x="19525" y="17969"/>
                  </a:lnTo>
                  <a:lnTo>
                    <a:pt x="21930" y="17497"/>
                  </a:lnTo>
                  <a:close/>
                  <a:moveTo>
                    <a:pt x="13583" y="19714"/>
                  </a:moveTo>
                  <a:lnTo>
                    <a:pt x="13960" y="21930"/>
                  </a:lnTo>
                  <a:lnTo>
                    <a:pt x="13960" y="21930"/>
                  </a:lnTo>
                  <a:lnTo>
                    <a:pt x="13441" y="21742"/>
                  </a:lnTo>
                  <a:lnTo>
                    <a:pt x="12922" y="21553"/>
                  </a:lnTo>
                  <a:lnTo>
                    <a:pt x="12451" y="21270"/>
                  </a:lnTo>
                  <a:lnTo>
                    <a:pt x="11979" y="20987"/>
                  </a:lnTo>
                  <a:lnTo>
                    <a:pt x="13583" y="19714"/>
                  </a:lnTo>
                  <a:close/>
                  <a:moveTo>
                    <a:pt x="17922" y="19714"/>
                  </a:moveTo>
                  <a:lnTo>
                    <a:pt x="19525" y="20940"/>
                  </a:lnTo>
                  <a:lnTo>
                    <a:pt x="19053" y="21270"/>
                  </a:lnTo>
                  <a:lnTo>
                    <a:pt x="18535" y="21553"/>
                  </a:lnTo>
                  <a:lnTo>
                    <a:pt x="18063" y="21742"/>
                  </a:lnTo>
                  <a:lnTo>
                    <a:pt x="17497" y="21930"/>
                  </a:lnTo>
                  <a:lnTo>
                    <a:pt x="17922" y="19714"/>
                  </a:lnTo>
                  <a:close/>
                  <a:moveTo>
                    <a:pt x="5612" y="26033"/>
                  </a:moveTo>
                  <a:lnTo>
                    <a:pt x="5612" y="26033"/>
                  </a:lnTo>
                  <a:lnTo>
                    <a:pt x="5612" y="26033"/>
                  </a:lnTo>
                  <a:close/>
                  <a:moveTo>
                    <a:pt x="15752" y="661"/>
                  </a:moveTo>
                  <a:lnTo>
                    <a:pt x="15752" y="8961"/>
                  </a:lnTo>
                  <a:lnTo>
                    <a:pt x="15752" y="9291"/>
                  </a:lnTo>
                  <a:lnTo>
                    <a:pt x="15799" y="15705"/>
                  </a:lnTo>
                  <a:lnTo>
                    <a:pt x="15821" y="15738"/>
                  </a:lnTo>
                  <a:lnTo>
                    <a:pt x="18488" y="14007"/>
                  </a:lnTo>
                  <a:lnTo>
                    <a:pt x="19101" y="13583"/>
                  </a:lnTo>
                  <a:lnTo>
                    <a:pt x="19855" y="13724"/>
                  </a:lnTo>
                  <a:lnTo>
                    <a:pt x="21977" y="14102"/>
                  </a:lnTo>
                  <a:lnTo>
                    <a:pt x="22308" y="14196"/>
                  </a:lnTo>
                  <a:lnTo>
                    <a:pt x="30702" y="15752"/>
                  </a:lnTo>
                  <a:lnTo>
                    <a:pt x="15829" y="15752"/>
                  </a:lnTo>
                  <a:lnTo>
                    <a:pt x="17780" y="18818"/>
                  </a:lnTo>
                  <a:lnTo>
                    <a:pt x="17922" y="19006"/>
                  </a:lnTo>
                  <a:lnTo>
                    <a:pt x="17827" y="19619"/>
                  </a:lnTo>
                  <a:lnTo>
                    <a:pt x="17403" y="21977"/>
                  </a:lnTo>
                  <a:lnTo>
                    <a:pt x="17308" y="22308"/>
                  </a:lnTo>
                  <a:lnTo>
                    <a:pt x="15799" y="30608"/>
                  </a:lnTo>
                  <a:lnTo>
                    <a:pt x="15799" y="22496"/>
                  </a:lnTo>
                  <a:lnTo>
                    <a:pt x="15799" y="22166"/>
                  </a:lnTo>
                  <a:lnTo>
                    <a:pt x="15799" y="15752"/>
                  </a:lnTo>
                  <a:lnTo>
                    <a:pt x="12687" y="17733"/>
                  </a:lnTo>
                  <a:lnTo>
                    <a:pt x="12498" y="17874"/>
                  </a:lnTo>
                  <a:lnTo>
                    <a:pt x="12121" y="17827"/>
                  </a:lnTo>
                  <a:lnTo>
                    <a:pt x="9480" y="17308"/>
                  </a:lnTo>
                  <a:lnTo>
                    <a:pt x="9150" y="17261"/>
                  </a:lnTo>
                  <a:lnTo>
                    <a:pt x="849" y="15752"/>
                  </a:lnTo>
                  <a:lnTo>
                    <a:pt x="15799" y="15752"/>
                  </a:lnTo>
                  <a:lnTo>
                    <a:pt x="15799" y="15705"/>
                  </a:lnTo>
                  <a:lnTo>
                    <a:pt x="14054" y="13017"/>
                  </a:lnTo>
                  <a:lnTo>
                    <a:pt x="13724" y="12545"/>
                  </a:lnTo>
                  <a:lnTo>
                    <a:pt x="13677" y="12404"/>
                  </a:lnTo>
                  <a:lnTo>
                    <a:pt x="14196" y="9480"/>
                  </a:lnTo>
                  <a:lnTo>
                    <a:pt x="14243" y="9150"/>
                  </a:lnTo>
                  <a:lnTo>
                    <a:pt x="15752" y="661"/>
                  </a:lnTo>
                  <a:close/>
                  <a:moveTo>
                    <a:pt x="15752" y="0"/>
                  </a:moveTo>
                  <a:lnTo>
                    <a:pt x="14054" y="9197"/>
                  </a:lnTo>
                  <a:lnTo>
                    <a:pt x="13300" y="9433"/>
                  </a:lnTo>
                  <a:lnTo>
                    <a:pt x="12592" y="9763"/>
                  </a:lnTo>
                  <a:lnTo>
                    <a:pt x="11932" y="10140"/>
                  </a:lnTo>
                  <a:lnTo>
                    <a:pt x="11319" y="10612"/>
                  </a:lnTo>
                  <a:lnTo>
                    <a:pt x="5612" y="6084"/>
                  </a:lnTo>
                  <a:lnTo>
                    <a:pt x="10187" y="11885"/>
                  </a:lnTo>
                  <a:lnTo>
                    <a:pt x="9857" y="12357"/>
                  </a:lnTo>
                  <a:lnTo>
                    <a:pt x="9574" y="12922"/>
                  </a:lnTo>
                  <a:lnTo>
                    <a:pt x="9385" y="13441"/>
                  </a:lnTo>
                  <a:lnTo>
                    <a:pt x="9197" y="14054"/>
                  </a:lnTo>
                  <a:lnTo>
                    <a:pt x="0" y="15752"/>
                  </a:lnTo>
                  <a:lnTo>
                    <a:pt x="9197" y="17450"/>
                  </a:lnTo>
                  <a:lnTo>
                    <a:pt x="9385" y="18110"/>
                  </a:lnTo>
                  <a:lnTo>
                    <a:pt x="9668" y="18770"/>
                  </a:lnTo>
                  <a:lnTo>
                    <a:pt x="10046" y="19384"/>
                  </a:lnTo>
                  <a:lnTo>
                    <a:pt x="10423" y="19950"/>
                  </a:lnTo>
                  <a:lnTo>
                    <a:pt x="5612" y="26033"/>
                  </a:lnTo>
                  <a:lnTo>
                    <a:pt x="11743" y="21176"/>
                  </a:lnTo>
                  <a:lnTo>
                    <a:pt x="12262" y="21553"/>
                  </a:lnTo>
                  <a:lnTo>
                    <a:pt x="12828" y="21836"/>
                  </a:lnTo>
                  <a:lnTo>
                    <a:pt x="13394" y="22072"/>
                  </a:lnTo>
                  <a:lnTo>
                    <a:pt x="14054" y="22308"/>
                  </a:lnTo>
                  <a:lnTo>
                    <a:pt x="15752" y="31457"/>
                  </a:lnTo>
                  <a:lnTo>
                    <a:pt x="17450" y="22308"/>
                  </a:lnTo>
                  <a:lnTo>
                    <a:pt x="18063" y="22072"/>
                  </a:lnTo>
                  <a:lnTo>
                    <a:pt x="18676" y="21836"/>
                  </a:lnTo>
                  <a:lnTo>
                    <a:pt x="19242" y="21506"/>
                  </a:lnTo>
                  <a:lnTo>
                    <a:pt x="19761" y="21176"/>
                  </a:lnTo>
                  <a:lnTo>
                    <a:pt x="25939" y="26033"/>
                  </a:lnTo>
                  <a:lnTo>
                    <a:pt x="25939" y="26033"/>
                  </a:lnTo>
                  <a:lnTo>
                    <a:pt x="21081" y="19902"/>
                  </a:lnTo>
                  <a:lnTo>
                    <a:pt x="21459" y="19336"/>
                  </a:lnTo>
                  <a:lnTo>
                    <a:pt x="21789" y="18723"/>
                  </a:lnTo>
                  <a:lnTo>
                    <a:pt x="22072" y="18110"/>
                  </a:lnTo>
                  <a:lnTo>
                    <a:pt x="22308" y="17450"/>
                  </a:lnTo>
                  <a:lnTo>
                    <a:pt x="31504" y="15752"/>
                  </a:lnTo>
                  <a:lnTo>
                    <a:pt x="22308" y="14054"/>
                  </a:lnTo>
                  <a:lnTo>
                    <a:pt x="22119" y="13441"/>
                  </a:lnTo>
                  <a:lnTo>
                    <a:pt x="21883" y="12922"/>
                  </a:lnTo>
                  <a:lnTo>
                    <a:pt x="21647" y="12404"/>
                  </a:lnTo>
                  <a:lnTo>
                    <a:pt x="21317" y="11885"/>
                  </a:lnTo>
                  <a:lnTo>
                    <a:pt x="25939" y="6084"/>
                  </a:lnTo>
                  <a:lnTo>
                    <a:pt x="20185" y="10612"/>
                  </a:lnTo>
                  <a:lnTo>
                    <a:pt x="19572" y="10140"/>
                  </a:lnTo>
                  <a:lnTo>
                    <a:pt x="18912" y="9763"/>
                  </a:lnTo>
                  <a:lnTo>
                    <a:pt x="18205" y="9433"/>
                  </a:lnTo>
                  <a:lnTo>
                    <a:pt x="17450" y="9197"/>
                  </a:lnTo>
                  <a:lnTo>
                    <a:pt x="157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9875" lIns="89875" spcFirstLastPara="1" rIns="89875" wrap="square" tIns="8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6"/>
                <a:buFont typeface="Arial"/>
                <a:buNone/>
              </a:pPr>
              <a:r>
                <a:t/>
              </a:r>
              <a:endParaRPr b="0" i="0" sz="13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9" name="Google Shape;2929;p82"/>
          <p:cNvSpPr txBox="1"/>
          <p:nvPr>
            <p:ph idx="2" type="title"/>
          </p:nvPr>
        </p:nvSpPr>
        <p:spPr>
          <a:xfrm>
            <a:off x="1842648" y="2930170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</a:t>
            </a:r>
            <a:endParaRPr/>
          </a:p>
        </p:txBody>
      </p:sp>
      <p:sp>
        <p:nvSpPr>
          <p:cNvPr id="2930" name="Google Shape;2930;p82"/>
          <p:cNvSpPr txBox="1"/>
          <p:nvPr>
            <p:ph idx="3" type="subTitle"/>
          </p:nvPr>
        </p:nvSpPr>
        <p:spPr>
          <a:xfrm>
            <a:off x="1842650" y="3325642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Rekening skep, wagwoord hashing</a:t>
            </a:r>
            <a:endParaRPr/>
          </a:p>
        </p:txBody>
      </p:sp>
      <p:sp>
        <p:nvSpPr>
          <p:cNvPr id="2931" name="Google Shape;2931;p82"/>
          <p:cNvSpPr txBox="1"/>
          <p:nvPr>
            <p:ph idx="13" type="title"/>
          </p:nvPr>
        </p:nvSpPr>
        <p:spPr>
          <a:xfrm>
            <a:off x="796375" y="3095113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83"/>
          <p:cNvSpPr txBox="1"/>
          <p:nvPr>
            <p:ph type="title"/>
          </p:nvPr>
        </p:nvSpPr>
        <p:spPr>
          <a:xfrm>
            <a:off x="816900" y="1459500"/>
            <a:ext cx="75102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Dankie</a:t>
            </a:r>
            <a:br>
              <a:rPr lang="en"/>
            </a:br>
            <a:r>
              <a:rPr lang="en"/>
              <a:t>~Die Diva’s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p84"/>
          <p:cNvSpPr txBox="1"/>
          <p:nvPr>
            <p:ph type="title"/>
          </p:nvPr>
        </p:nvSpPr>
        <p:spPr>
          <a:xfrm>
            <a:off x="872400" y="620000"/>
            <a:ext cx="45162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Dankie!</a:t>
            </a:r>
            <a:endParaRPr/>
          </a:p>
        </p:txBody>
      </p:sp>
      <p:sp>
        <p:nvSpPr>
          <p:cNvPr id="2942" name="Google Shape;2942;p84"/>
          <p:cNvSpPr txBox="1"/>
          <p:nvPr>
            <p:ph idx="1" type="subTitle"/>
          </p:nvPr>
        </p:nvSpPr>
        <p:spPr>
          <a:xfrm>
            <a:off x="872400" y="1593625"/>
            <a:ext cx="42132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2A5F"/>
              </a:buClr>
              <a:buSzPts val="1400"/>
              <a:buFont typeface="Arial"/>
              <a:buNone/>
            </a:pPr>
            <a:r>
              <a:rPr lang="en"/>
              <a:t>Enige vrae of opmerkings?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3" name="Google Shape;2943;p84"/>
          <p:cNvSpPr txBox="1"/>
          <p:nvPr/>
        </p:nvSpPr>
        <p:spPr>
          <a:xfrm>
            <a:off x="872400" y="4106461"/>
            <a:ext cx="3196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Please keep this slide for attribution</a:t>
            </a:r>
            <a:endParaRPr b="0" i="0" sz="1200" u="none" cap="none" strike="noStrike">
              <a:solidFill>
                <a:schemeClr val="accen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944" name="Google Shape;2944;p84"/>
          <p:cNvGrpSpPr/>
          <p:nvPr/>
        </p:nvGrpSpPr>
        <p:grpSpPr>
          <a:xfrm>
            <a:off x="6027022" y="1005766"/>
            <a:ext cx="2287695" cy="2289334"/>
            <a:chOff x="1192500" y="238125"/>
            <a:chExt cx="5235000" cy="5238750"/>
          </a:xfrm>
        </p:grpSpPr>
        <p:sp>
          <p:nvSpPr>
            <p:cNvPr id="2945" name="Google Shape;2945;p84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84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84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84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84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84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84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84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84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84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84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84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84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84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84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84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84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84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84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84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84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84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84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84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84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84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84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84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84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84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84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84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84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84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84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84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84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84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84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84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84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84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84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84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84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84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84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84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84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84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84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84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84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84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84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84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84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84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84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84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84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84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84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84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84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84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84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84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84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84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84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84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84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84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84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84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84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84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84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84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84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84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84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84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84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84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84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84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84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84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84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84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84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84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84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84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84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84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84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84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84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84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84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84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84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84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84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84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84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84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84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84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84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84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84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84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84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84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84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84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84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84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84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84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84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84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84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84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84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84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84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84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84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84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84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84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84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84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84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84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84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84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84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p84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p84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p84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p84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p84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84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84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84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84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84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84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84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84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84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84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84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84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84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84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84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84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84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84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84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84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3" name="Google Shape;3113;p84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14" name="Google Shape;3114;p84"/>
          <p:cNvPicPr preferRelativeResize="0"/>
          <p:nvPr/>
        </p:nvPicPr>
        <p:blipFill rotWithShape="1">
          <a:blip r:embed="rId3">
            <a:alphaModFix amt="41000"/>
          </a:blip>
          <a:srcRect b="0" l="0" r="58276" t="0"/>
          <a:stretch/>
        </p:blipFill>
        <p:spPr>
          <a:xfrm rot="5">
            <a:off x="3672236" y="-1917587"/>
            <a:ext cx="2614561" cy="4059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9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cial Studies Subject for Middle School - 8th Grade: Geography and Colonialism XL by Slidesgo">
  <a:themeElements>
    <a:clrScheme name="Simple Light">
      <a:dk1>
        <a:srgbClr val="105522"/>
      </a:dk1>
      <a:lt1>
        <a:srgbClr val="99C66D"/>
      </a:lt1>
      <a:dk2>
        <a:srgbClr val="D0D4AD"/>
      </a:dk2>
      <a:lt2>
        <a:srgbClr val="89B990"/>
      </a:lt2>
      <a:accent1>
        <a:srgbClr val="06381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638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
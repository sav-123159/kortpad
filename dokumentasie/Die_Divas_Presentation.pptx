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  <p:sldMasterId id="214748369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Inknut Antiqua"/>
      <p:regular r:id="rId45"/>
      <p:bold r:id="rId46"/>
    </p:embeddedFont>
    <p:embeddedFont>
      <p:font typeface="Work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InknutAntiqua-bold.fntdata"/><Relationship Id="rId45" Type="http://schemas.openxmlformats.org/officeDocument/2006/relationships/font" Target="fonts/InknutAntiqu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WorkSans-bold.fntdata"/><Relationship Id="rId47" Type="http://schemas.openxmlformats.org/officeDocument/2006/relationships/font" Target="fonts/WorkSans-regular.fntdata"/><Relationship Id="rId49" Type="http://schemas.openxmlformats.org/officeDocument/2006/relationships/font" Target="fonts/Work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Work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62f8d54ab_1_3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f62f8d54ab_1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62f8d54ab_1_4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f62f8d54ab_1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62f8d54ab_1_5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3f62f8d54ab_1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62f8d54ab_1_5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f62f8d54ab_1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62f8d54ab_1_5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g3f62f8d54ab_1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f62f8d54ab_1_7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g3f62f8d54ab_1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62f8d54ab_1_5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g3f62f8d54ab_1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f62f8d54ab_1_9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0" name="Google Shape;970;g3f62f8d54ab_1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f62f8d54ab_1_5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" name="Google Shape;1004;g3f62f8d54ab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f62f8d54ab_1_1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2" name="Google Shape;1182;g3f62f8d54ab_1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f62f8d54ab_1_1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1" name="Google Shape;1221;g3f62f8d54ab_1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f62f8d54ab_1_5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8" name="Google Shape;1228;g3f62f8d54ab_1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3f62f8d54ab_1_13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7" name="Google Shape;1407;g3f62f8d54ab_1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f62f8d54ab_1_13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4" name="Google Shape;1414;g3f62f8d54ab_1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3f62f8d54ab_1_15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1" name="Google Shape;1591;g3f62f8d54ab_1_1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f62f8d54ab_1_15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8" name="Google Shape;1598;g3f62f8d54ab_1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3f62f8d54ab_1_15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4" name="Google Shape;1654;g3f62f8d54ab_1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3f62f8d54ab_1_17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2" name="Google Shape;1832;g3f62f8d54ab_1_1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3f62f8d54ab_1_17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7" name="Google Shape;1837;g3f62f8d54ab_1_1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3f62f8d54ab_1_17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6" name="Google Shape;1856;g3f62f8d54ab_1_1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3f41497575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3f41497575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3f62f8d54ab_1_18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8" name="Google Shape;1888;g3f62f8d54ab_1_1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3f62f8d54ab_1_19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7" name="Google Shape;2067;g3f62f8d54ab_1_1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g3f62f8d54ab_1_21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4" name="Google Shape;2244;g3f62f8d54ab_1_2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g3f62f8d54ab_1_23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2" name="Google Shape;2422;g3f62f8d54ab_1_2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2" name="Google Shape;2482;g3f62f8d54ab_1_23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3" name="Google Shape;2483;g3f62f8d54ab_1_2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g3f62f8d54ab_1_2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g3f62f8d54ab_1_25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7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" name="Google Shape;2668;g3f62f8d54ab_1_25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9" name="Google Shape;2669;g3f62f8d54ab_1_2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9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g3f62f8d54ab_1_25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1" name="Google Shape;2681;g3f62f8d54ab_1_2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7" name="Shape 2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8" name="Google Shape;2688;g3f62f8d54ab_1_25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9" name="Google Shape;2689;g3f62f8d54ab_1_2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g3f62f8d54ab_1_26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7" name="Google Shape;2697;g3f62f8d54ab_1_2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g3f62f8d54ab_1_26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5" name="Google Shape;2705;g3f62f8d54ab_1_2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Google Shape;2712;g3f62f8d54ab_1_26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3" name="Google Shape;2713;g3f62f8d54ab_1_2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g3f62f8d54ab_1_26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1" name="Google Shape;2721;g3f62f8d54ab_1_2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g3f62f8d54ab_1_26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9" name="Google Shape;2729;g3f62f8d54ab_1_2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g3f9b5ecc9a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7" name="Google Shape;2907;g3f9b5ecc9a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0" name="Shape 2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1" name="Google Shape;2931;g3f62f8d54ab_1_28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2" name="Google Shape;2932;g3f62f8d54ab_1_2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g3f62f8d54ab_1_28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7" name="Google Shape;2937;g3f62f8d54ab_1_2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://bit.ly/2Tynxth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Relationship Id="rId8" Type="http://schemas.openxmlformats.org/officeDocument/2006/relationships/hyperlink" Target="http://bit.ly/2TtBDfr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7750" y="2363542"/>
            <a:ext cx="3696874" cy="364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773834">
            <a:off x="5174663" y="3339309"/>
            <a:ext cx="6063351" cy="3927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 rot="3">
            <a:off x="320322" y="-1604954"/>
            <a:ext cx="4224734" cy="273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 rot="283620">
            <a:off x="2289433" y="566808"/>
            <a:ext cx="8629217" cy="5589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98052" y="-476298"/>
            <a:ext cx="2757475" cy="271542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ctrTitle"/>
          </p:nvPr>
        </p:nvSpPr>
        <p:spPr>
          <a:xfrm>
            <a:off x="720000" y="1301025"/>
            <a:ext cx="58254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720000" y="3717468"/>
            <a:ext cx="43440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ONE_COLUMN_TEXT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29465">
            <a:off x="3839879" y="-2796082"/>
            <a:ext cx="8314291" cy="538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1325" y="746075"/>
            <a:ext cx="1951151" cy="192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302706">
            <a:off x="-203096" y="2387369"/>
            <a:ext cx="8314292" cy="538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750" y="2850725"/>
            <a:ext cx="2005799" cy="1975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15"/>
          <p:cNvGrpSpPr/>
          <p:nvPr/>
        </p:nvGrpSpPr>
        <p:grpSpPr>
          <a:xfrm>
            <a:off x="5395096" y="376359"/>
            <a:ext cx="1435199" cy="1435215"/>
            <a:chOff x="694450" y="472050"/>
            <a:chExt cx="2259800" cy="2259825"/>
          </a:xfrm>
        </p:grpSpPr>
        <p:sp>
          <p:nvSpPr>
            <p:cNvPr id="69" name="Google Shape;69;p15"/>
            <p:cNvSpPr/>
            <p:nvPr/>
          </p:nvSpPr>
          <p:spPr>
            <a:xfrm>
              <a:off x="694450" y="472050"/>
              <a:ext cx="2259800" cy="2259825"/>
            </a:xfrm>
            <a:custGeom>
              <a:rect b="b" l="l" r="r" t="t"/>
              <a:pathLst>
                <a:path extrusionOk="0" h="90393" w="90392">
                  <a:moveTo>
                    <a:pt x="46347" y="146"/>
                  </a:moveTo>
                  <a:lnTo>
                    <a:pt x="47517" y="183"/>
                  </a:lnTo>
                  <a:lnTo>
                    <a:pt x="48650" y="256"/>
                  </a:lnTo>
                  <a:lnTo>
                    <a:pt x="49783" y="366"/>
                  </a:lnTo>
                  <a:lnTo>
                    <a:pt x="50916" y="512"/>
                  </a:lnTo>
                  <a:lnTo>
                    <a:pt x="52049" y="658"/>
                  </a:lnTo>
                  <a:lnTo>
                    <a:pt x="53182" y="841"/>
                  </a:lnTo>
                  <a:lnTo>
                    <a:pt x="54279" y="1060"/>
                  </a:lnTo>
                  <a:lnTo>
                    <a:pt x="55375" y="1280"/>
                  </a:lnTo>
                  <a:lnTo>
                    <a:pt x="56435" y="1572"/>
                  </a:lnTo>
                  <a:lnTo>
                    <a:pt x="57532" y="1864"/>
                  </a:lnTo>
                  <a:lnTo>
                    <a:pt x="58592" y="2157"/>
                  </a:lnTo>
                  <a:lnTo>
                    <a:pt x="59652" y="2522"/>
                  </a:lnTo>
                  <a:lnTo>
                    <a:pt x="60675" y="2888"/>
                  </a:lnTo>
                  <a:lnTo>
                    <a:pt x="61699" y="3253"/>
                  </a:lnTo>
                  <a:lnTo>
                    <a:pt x="62722" y="3692"/>
                  </a:lnTo>
                  <a:lnTo>
                    <a:pt x="63709" y="4131"/>
                  </a:lnTo>
                  <a:lnTo>
                    <a:pt x="64733" y="4606"/>
                  </a:lnTo>
                  <a:lnTo>
                    <a:pt x="65683" y="5081"/>
                  </a:lnTo>
                  <a:lnTo>
                    <a:pt x="66670" y="5593"/>
                  </a:lnTo>
                  <a:lnTo>
                    <a:pt x="67620" y="6104"/>
                  </a:lnTo>
                  <a:lnTo>
                    <a:pt x="68534" y="6689"/>
                  </a:lnTo>
                  <a:lnTo>
                    <a:pt x="69448" y="7237"/>
                  </a:lnTo>
                  <a:lnTo>
                    <a:pt x="70361" y="7859"/>
                  </a:lnTo>
                  <a:lnTo>
                    <a:pt x="71275" y="8480"/>
                  </a:lnTo>
                  <a:lnTo>
                    <a:pt x="72152" y="9102"/>
                  </a:lnTo>
                  <a:lnTo>
                    <a:pt x="72993" y="9759"/>
                  </a:lnTo>
                  <a:lnTo>
                    <a:pt x="73834" y="10454"/>
                  </a:lnTo>
                  <a:lnTo>
                    <a:pt x="74675" y="11148"/>
                  </a:lnTo>
                  <a:lnTo>
                    <a:pt x="75479" y="11843"/>
                  </a:lnTo>
                  <a:lnTo>
                    <a:pt x="76283" y="12610"/>
                  </a:lnTo>
                  <a:lnTo>
                    <a:pt x="77050" y="13342"/>
                  </a:lnTo>
                  <a:lnTo>
                    <a:pt x="77781" y="14109"/>
                  </a:lnTo>
                  <a:lnTo>
                    <a:pt x="78549" y="14913"/>
                  </a:lnTo>
                  <a:lnTo>
                    <a:pt x="79243" y="15717"/>
                  </a:lnTo>
                  <a:lnTo>
                    <a:pt x="79938" y="16558"/>
                  </a:lnTo>
                  <a:lnTo>
                    <a:pt x="80632" y="17399"/>
                  </a:lnTo>
                  <a:lnTo>
                    <a:pt x="81290" y="18239"/>
                  </a:lnTo>
                  <a:lnTo>
                    <a:pt x="81912" y="19117"/>
                  </a:lnTo>
                  <a:lnTo>
                    <a:pt x="82533" y="20030"/>
                  </a:lnTo>
                  <a:lnTo>
                    <a:pt x="83154" y="20944"/>
                  </a:lnTo>
                  <a:lnTo>
                    <a:pt x="83703" y="21858"/>
                  </a:lnTo>
                  <a:lnTo>
                    <a:pt x="84288" y="22772"/>
                  </a:lnTo>
                  <a:lnTo>
                    <a:pt x="84799" y="23722"/>
                  </a:lnTo>
                  <a:lnTo>
                    <a:pt x="85311" y="24709"/>
                  </a:lnTo>
                  <a:lnTo>
                    <a:pt x="85786" y="25696"/>
                  </a:lnTo>
                  <a:lnTo>
                    <a:pt x="86261" y="26683"/>
                  </a:lnTo>
                  <a:lnTo>
                    <a:pt x="86700" y="27670"/>
                  </a:lnTo>
                  <a:lnTo>
                    <a:pt x="87139" y="28693"/>
                  </a:lnTo>
                  <a:lnTo>
                    <a:pt x="87504" y="29717"/>
                  </a:lnTo>
                  <a:lnTo>
                    <a:pt x="87870" y="30777"/>
                  </a:lnTo>
                  <a:lnTo>
                    <a:pt x="88235" y="31800"/>
                  </a:lnTo>
                  <a:lnTo>
                    <a:pt x="88527" y="32860"/>
                  </a:lnTo>
                  <a:lnTo>
                    <a:pt x="88820" y="33957"/>
                  </a:lnTo>
                  <a:lnTo>
                    <a:pt x="89112" y="35017"/>
                  </a:lnTo>
                  <a:lnTo>
                    <a:pt x="89332" y="36113"/>
                  </a:lnTo>
                  <a:lnTo>
                    <a:pt x="89551" y="37246"/>
                  </a:lnTo>
                  <a:lnTo>
                    <a:pt x="89734" y="38343"/>
                  </a:lnTo>
                  <a:lnTo>
                    <a:pt x="89880" y="39476"/>
                  </a:lnTo>
                  <a:lnTo>
                    <a:pt x="90026" y="40609"/>
                  </a:lnTo>
                  <a:lnTo>
                    <a:pt x="90136" y="41742"/>
                  </a:lnTo>
                  <a:lnTo>
                    <a:pt x="90209" y="42875"/>
                  </a:lnTo>
                  <a:lnTo>
                    <a:pt x="90245" y="44045"/>
                  </a:lnTo>
                  <a:lnTo>
                    <a:pt x="90245" y="45178"/>
                  </a:lnTo>
                  <a:lnTo>
                    <a:pt x="90245" y="46348"/>
                  </a:lnTo>
                  <a:lnTo>
                    <a:pt x="90209" y="47517"/>
                  </a:lnTo>
                  <a:lnTo>
                    <a:pt x="90136" y="48650"/>
                  </a:lnTo>
                  <a:lnTo>
                    <a:pt x="90026" y="49783"/>
                  </a:lnTo>
                  <a:lnTo>
                    <a:pt x="89880" y="50916"/>
                  </a:lnTo>
                  <a:lnTo>
                    <a:pt x="89734" y="52050"/>
                  </a:lnTo>
                  <a:lnTo>
                    <a:pt x="89551" y="53146"/>
                  </a:lnTo>
                  <a:lnTo>
                    <a:pt x="89332" y="54279"/>
                  </a:lnTo>
                  <a:lnTo>
                    <a:pt x="89112" y="55339"/>
                  </a:lnTo>
                  <a:lnTo>
                    <a:pt x="88820" y="56436"/>
                  </a:lnTo>
                  <a:lnTo>
                    <a:pt x="88527" y="57496"/>
                  </a:lnTo>
                  <a:lnTo>
                    <a:pt x="88235" y="58592"/>
                  </a:lnTo>
                  <a:lnTo>
                    <a:pt x="87870" y="59616"/>
                  </a:lnTo>
                  <a:lnTo>
                    <a:pt x="87504" y="60676"/>
                  </a:lnTo>
                  <a:lnTo>
                    <a:pt x="87139" y="61699"/>
                  </a:lnTo>
                  <a:lnTo>
                    <a:pt x="86700" y="62723"/>
                  </a:lnTo>
                  <a:lnTo>
                    <a:pt x="86261" y="63710"/>
                  </a:lnTo>
                  <a:lnTo>
                    <a:pt x="85786" y="64696"/>
                  </a:lnTo>
                  <a:lnTo>
                    <a:pt x="85311" y="65683"/>
                  </a:lnTo>
                  <a:lnTo>
                    <a:pt x="84799" y="66634"/>
                  </a:lnTo>
                  <a:lnTo>
                    <a:pt x="84288" y="67584"/>
                  </a:lnTo>
                  <a:lnTo>
                    <a:pt x="83703" y="68534"/>
                  </a:lnTo>
                  <a:lnTo>
                    <a:pt x="83154" y="69448"/>
                  </a:lnTo>
                  <a:lnTo>
                    <a:pt x="82533" y="70362"/>
                  </a:lnTo>
                  <a:lnTo>
                    <a:pt x="81912" y="71276"/>
                  </a:lnTo>
                  <a:lnTo>
                    <a:pt x="81290" y="72116"/>
                  </a:lnTo>
                  <a:lnTo>
                    <a:pt x="80632" y="72994"/>
                  </a:lnTo>
                  <a:lnTo>
                    <a:pt x="79938" y="73834"/>
                  </a:lnTo>
                  <a:lnTo>
                    <a:pt x="79243" y="74675"/>
                  </a:lnTo>
                  <a:lnTo>
                    <a:pt x="78549" y="75479"/>
                  </a:lnTo>
                  <a:lnTo>
                    <a:pt x="77781" y="76247"/>
                  </a:lnTo>
                  <a:lnTo>
                    <a:pt x="77050" y="77051"/>
                  </a:lnTo>
                  <a:lnTo>
                    <a:pt x="76283" y="77782"/>
                  </a:lnTo>
                  <a:lnTo>
                    <a:pt x="75479" y="78513"/>
                  </a:lnTo>
                  <a:lnTo>
                    <a:pt x="74675" y="79244"/>
                  </a:lnTo>
                  <a:lnTo>
                    <a:pt x="73834" y="79938"/>
                  </a:lnTo>
                  <a:lnTo>
                    <a:pt x="72993" y="80633"/>
                  </a:lnTo>
                  <a:lnTo>
                    <a:pt x="72152" y="81291"/>
                  </a:lnTo>
                  <a:lnTo>
                    <a:pt x="71275" y="81912"/>
                  </a:lnTo>
                  <a:lnTo>
                    <a:pt x="70361" y="82534"/>
                  </a:lnTo>
                  <a:lnTo>
                    <a:pt x="69448" y="83155"/>
                  </a:lnTo>
                  <a:lnTo>
                    <a:pt x="68534" y="83703"/>
                  </a:lnTo>
                  <a:lnTo>
                    <a:pt x="67620" y="84252"/>
                  </a:lnTo>
                  <a:lnTo>
                    <a:pt x="66670" y="84800"/>
                  </a:lnTo>
                  <a:lnTo>
                    <a:pt x="65683" y="85312"/>
                  </a:lnTo>
                  <a:lnTo>
                    <a:pt x="64733" y="85787"/>
                  </a:lnTo>
                  <a:lnTo>
                    <a:pt x="63709" y="86262"/>
                  </a:lnTo>
                  <a:lnTo>
                    <a:pt x="62722" y="86700"/>
                  </a:lnTo>
                  <a:lnTo>
                    <a:pt x="61699" y="87103"/>
                  </a:lnTo>
                  <a:lnTo>
                    <a:pt x="60675" y="87505"/>
                  </a:lnTo>
                  <a:lnTo>
                    <a:pt x="59652" y="87870"/>
                  </a:lnTo>
                  <a:lnTo>
                    <a:pt x="58592" y="88236"/>
                  </a:lnTo>
                  <a:lnTo>
                    <a:pt x="57532" y="88528"/>
                  </a:lnTo>
                  <a:lnTo>
                    <a:pt x="56435" y="88820"/>
                  </a:lnTo>
                  <a:lnTo>
                    <a:pt x="55375" y="89076"/>
                  </a:lnTo>
                  <a:lnTo>
                    <a:pt x="54279" y="89332"/>
                  </a:lnTo>
                  <a:lnTo>
                    <a:pt x="53182" y="89551"/>
                  </a:lnTo>
                  <a:lnTo>
                    <a:pt x="52049" y="89734"/>
                  </a:lnTo>
                  <a:lnTo>
                    <a:pt x="50916" y="89880"/>
                  </a:lnTo>
                  <a:lnTo>
                    <a:pt x="49783" y="90027"/>
                  </a:lnTo>
                  <a:lnTo>
                    <a:pt x="48650" y="90100"/>
                  </a:lnTo>
                  <a:lnTo>
                    <a:pt x="47517" y="90173"/>
                  </a:lnTo>
                  <a:lnTo>
                    <a:pt x="46347" y="90246"/>
                  </a:lnTo>
                  <a:lnTo>
                    <a:pt x="44044" y="90246"/>
                  </a:lnTo>
                  <a:lnTo>
                    <a:pt x="42875" y="90173"/>
                  </a:lnTo>
                  <a:lnTo>
                    <a:pt x="41742" y="90100"/>
                  </a:lnTo>
                  <a:lnTo>
                    <a:pt x="40609" y="90027"/>
                  </a:lnTo>
                  <a:lnTo>
                    <a:pt x="39476" y="89880"/>
                  </a:lnTo>
                  <a:lnTo>
                    <a:pt x="38342" y="89734"/>
                  </a:lnTo>
                  <a:lnTo>
                    <a:pt x="37246" y="89551"/>
                  </a:lnTo>
                  <a:lnTo>
                    <a:pt x="36113" y="89332"/>
                  </a:lnTo>
                  <a:lnTo>
                    <a:pt x="35053" y="89076"/>
                  </a:lnTo>
                  <a:lnTo>
                    <a:pt x="33956" y="88820"/>
                  </a:lnTo>
                  <a:lnTo>
                    <a:pt x="32896" y="88528"/>
                  </a:lnTo>
                  <a:lnTo>
                    <a:pt x="31800" y="88236"/>
                  </a:lnTo>
                  <a:lnTo>
                    <a:pt x="30776" y="87870"/>
                  </a:lnTo>
                  <a:lnTo>
                    <a:pt x="29716" y="87505"/>
                  </a:lnTo>
                  <a:lnTo>
                    <a:pt x="28693" y="87103"/>
                  </a:lnTo>
                  <a:lnTo>
                    <a:pt x="27669" y="86700"/>
                  </a:lnTo>
                  <a:lnTo>
                    <a:pt x="26683" y="86262"/>
                  </a:lnTo>
                  <a:lnTo>
                    <a:pt x="25696" y="85787"/>
                  </a:lnTo>
                  <a:lnTo>
                    <a:pt x="24709" y="85312"/>
                  </a:lnTo>
                  <a:lnTo>
                    <a:pt x="23758" y="84800"/>
                  </a:lnTo>
                  <a:lnTo>
                    <a:pt x="22808" y="84252"/>
                  </a:lnTo>
                  <a:lnTo>
                    <a:pt x="21858" y="83703"/>
                  </a:lnTo>
                  <a:lnTo>
                    <a:pt x="20944" y="83155"/>
                  </a:lnTo>
                  <a:lnTo>
                    <a:pt x="20030" y="82534"/>
                  </a:lnTo>
                  <a:lnTo>
                    <a:pt x="19153" y="81912"/>
                  </a:lnTo>
                  <a:lnTo>
                    <a:pt x="18276" y="81291"/>
                  </a:lnTo>
                  <a:lnTo>
                    <a:pt x="17398" y="80633"/>
                  </a:lnTo>
                  <a:lnTo>
                    <a:pt x="16558" y="79938"/>
                  </a:lnTo>
                  <a:lnTo>
                    <a:pt x="15717" y="79244"/>
                  </a:lnTo>
                  <a:lnTo>
                    <a:pt x="14913" y="78513"/>
                  </a:lnTo>
                  <a:lnTo>
                    <a:pt x="14145" y="77782"/>
                  </a:lnTo>
                  <a:lnTo>
                    <a:pt x="13341" y="77051"/>
                  </a:lnTo>
                  <a:lnTo>
                    <a:pt x="12610" y="76247"/>
                  </a:lnTo>
                  <a:lnTo>
                    <a:pt x="11879" y="75479"/>
                  </a:lnTo>
                  <a:lnTo>
                    <a:pt x="11148" y="74675"/>
                  </a:lnTo>
                  <a:lnTo>
                    <a:pt x="10454" y="73834"/>
                  </a:lnTo>
                  <a:lnTo>
                    <a:pt x="9759" y="72994"/>
                  </a:lnTo>
                  <a:lnTo>
                    <a:pt x="9101" y="72116"/>
                  </a:lnTo>
                  <a:lnTo>
                    <a:pt x="8480" y="71276"/>
                  </a:lnTo>
                  <a:lnTo>
                    <a:pt x="7859" y="70362"/>
                  </a:lnTo>
                  <a:lnTo>
                    <a:pt x="7237" y="69448"/>
                  </a:lnTo>
                  <a:lnTo>
                    <a:pt x="6689" y="68534"/>
                  </a:lnTo>
                  <a:lnTo>
                    <a:pt x="6141" y="67584"/>
                  </a:lnTo>
                  <a:lnTo>
                    <a:pt x="5592" y="66634"/>
                  </a:lnTo>
                  <a:lnTo>
                    <a:pt x="5081" y="65683"/>
                  </a:lnTo>
                  <a:lnTo>
                    <a:pt x="4605" y="64696"/>
                  </a:lnTo>
                  <a:lnTo>
                    <a:pt x="4130" y="63710"/>
                  </a:lnTo>
                  <a:lnTo>
                    <a:pt x="3692" y="62723"/>
                  </a:lnTo>
                  <a:lnTo>
                    <a:pt x="3290" y="61699"/>
                  </a:lnTo>
                  <a:lnTo>
                    <a:pt x="2888" y="60676"/>
                  </a:lnTo>
                  <a:lnTo>
                    <a:pt x="2522" y="59616"/>
                  </a:lnTo>
                  <a:lnTo>
                    <a:pt x="2157" y="58592"/>
                  </a:lnTo>
                  <a:lnTo>
                    <a:pt x="1864" y="57496"/>
                  </a:lnTo>
                  <a:lnTo>
                    <a:pt x="1572" y="56436"/>
                  </a:lnTo>
                  <a:lnTo>
                    <a:pt x="1316" y="55339"/>
                  </a:lnTo>
                  <a:lnTo>
                    <a:pt x="1060" y="54279"/>
                  </a:lnTo>
                  <a:lnTo>
                    <a:pt x="841" y="53146"/>
                  </a:lnTo>
                  <a:lnTo>
                    <a:pt x="658" y="52050"/>
                  </a:lnTo>
                  <a:lnTo>
                    <a:pt x="512" y="50916"/>
                  </a:lnTo>
                  <a:lnTo>
                    <a:pt x="366" y="49783"/>
                  </a:lnTo>
                  <a:lnTo>
                    <a:pt x="292" y="48650"/>
                  </a:lnTo>
                  <a:lnTo>
                    <a:pt x="219" y="47517"/>
                  </a:lnTo>
                  <a:lnTo>
                    <a:pt x="146" y="46348"/>
                  </a:lnTo>
                  <a:lnTo>
                    <a:pt x="146" y="45178"/>
                  </a:lnTo>
                  <a:lnTo>
                    <a:pt x="146" y="44045"/>
                  </a:lnTo>
                  <a:lnTo>
                    <a:pt x="219" y="42875"/>
                  </a:lnTo>
                  <a:lnTo>
                    <a:pt x="292" y="41742"/>
                  </a:lnTo>
                  <a:lnTo>
                    <a:pt x="366" y="40609"/>
                  </a:lnTo>
                  <a:lnTo>
                    <a:pt x="512" y="39476"/>
                  </a:lnTo>
                  <a:lnTo>
                    <a:pt x="658" y="38343"/>
                  </a:lnTo>
                  <a:lnTo>
                    <a:pt x="841" y="37246"/>
                  </a:lnTo>
                  <a:lnTo>
                    <a:pt x="1060" y="36113"/>
                  </a:lnTo>
                  <a:lnTo>
                    <a:pt x="1316" y="35017"/>
                  </a:lnTo>
                  <a:lnTo>
                    <a:pt x="1572" y="33957"/>
                  </a:lnTo>
                  <a:lnTo>
                    <a:pt x="1864" y="32860"/>
                  </a:lnTo>
                  <a:lnTo>
                    <a:pt x="2157" y="31800"/>
                  </a:lnTo>
                  <a:lnTo>
                    <a:pt x="2522" y="30777"/>
                  </a:lnTo>
                  <a:lnTo>
                    <a:pt x="2888" y="29717"/>
                  </a:lnTo>
                  <a:lnTo>
                    <a:pt x="3290" y="28693"/>
                  </a:lnTo>
                  <a:lnTo>
                    <a:pt x="3692" y="27670"/>
                  </a:lnTo>
                  <a:lnTo>
                    <a:pt x="4130" y="26683"/>
                  </a:lnTo>
                  <a:lnTo>
                    <a:pt x="4605" y="25696"/>
                  </a:lnTo>
                  <a:lnTo>
                    <a:pt x="5081" y="24709"/>
                  </a:lnTo>
                  <a:lnTo>
                    <a:pt x="5592" y="23722"/>
                  </a:lnTo>
                  <a:lnTo>
                    <a:pt x="6141" y="22772"/>
                  </a:lnTo>
                  <a:lnTo>
                    <a:pt x="6689" y="21858"/>
                  </a:lnTo>
                  <a:lnTo>
                    <a:pt x="7237" y="20944"/>
                  </a:lnTo>
                  <a:lnTo>
                    <a:pt x="7859" y="20030"/>
                  </a:lnTo>
                  <a:lnTo>
                    <a:pt x="8480" y="19117"/>
                  </a:lnTo>
                  <a:lnTo>
                    <a:pt x="9101" y="18239"/>
                  </a:lnTo>
                  <a:lnTo>
                    <a:pt x="9759" y="17399"/>
                  </a:lnTo>
                  <a:lnTo>
                    <a:pt x="10454" y="16558"/>
                  </a:lnTo>
                  <a:lnTo>
                    <a:pt x="11148" y="15717"/>
                  </a:lnTo>
                  <a:lnTo>
                    <a:pt x="11879" y="14913"/>
                  </a:lnTo>
                  <a:lnTo>
                    <a:pt x="12610" y="14109"/>
                  </a:lnTo>
                  <a:lnTo>
                    <a:pt x="13341" y="13342"/>
                  </a:lnTo>
                  <a:lnTo>
                    <a:pt x="14145" y="12610"/>
                  </a:lnTo>
                  <a:lnTo>
                    <a:pt x="14913" y="11843"/>
                  </a:lnTo>
                  <a:lnTo>
                    <a:pt x="15717" y="11148"/>
                  </a:lnTo>
                  <a:lnTo>
                    <a:pt x="16558" y="10454"/>
                  </a:lnTo>
                  <a:lnTo>
                    <a:pt x="17398" y="9759"/>
                  </a:lnTo>
                  <a:lnTo>
                    <a:pt x="18276" y="9102"/>
                  </a:lnTo>
                  <a:lnTo>
                    <a:pt x="19153" y="8480"/>
                  </a:lnTo>
                  <a:lnTo>
                    <a:pt x="20030" y="7859"/>
                  </a:lnTo>
                  <a:lnTo>
                    <a:pt x="20944" y="7237"/>
                  </a:lnTo>
                  <a:lnTo>
                    <a:pt x="21858" y="6689"/>
                  </a:lnTo>
                  <a:lnTo>
                    <a:pt x="22808" y="6104"/>
                  </a:lnTo>
                  <a:lnTo>
                    <a:pt x="23758" y="5593"/>
                  </a:lnTo>
                  <a:lnTo>
                    <a:pt x="24709" y="5081"/>
                  </a:lnTo>
                  <a:lnTo>
                    <a:pt x="25696" y="4606"/>
                  </a:lnTo>
                  <a:lnTo>
                    <a:pt x="26683" y="4131"/>
                  </a:lnTo>
                  <a:lnTo>
                    <a:pt x="27669" y="3692"/>
                  </a:lnTo>
                  <a:lnTo>
                    <a:pt x="28693" y="3253"/>
                  </a:lnTo>
                  <a:lnTo>
                    <a:pt x="29716" y="2888"/>
                  </a:lnTo>
                  <a:lnTo>
                    <a:pt x="30776" y="2522"/>
                  </a:lnTo>
                  <a:lnTo>
                    <a:pt x="31800" y="2157"/>
                  </a:lnTo>
                  <a:lnTo>
                    <a:pt x="32896" y="1864"/>
                  </a:lnTo>
                  <a:lnTo>
                    <a:pt x="33956" y="1572"/>
                  </a:lnTo>
                  <a:lnTo>
                    <a:pt x="35053" y="1280"/>
                  </a:lnTo>
                  <a:lnTo>
                    <a:pt x="36113" y="1060"/>
                  </a:lnTo>
                  <a:lnTo>
                    <a:pt x="37246" y="841"/>
                  </a:lnTo>
                  <a:lnTo>
                    <a:pt x="38342" y="658"/>
                  </a:lnTo>
                  <a:lnTo>
                    <a:pt x="39476" y="512"/>
                  </a:lnTo>
                  <a:lnTo>
                    <a:pt x="40609" y="366"/>
                  </a:lnTo>
                  <a:lnTo>
                    <a:pt x="41742" y="256"/>
                  </a:lnTo>
                  <a:lnTo>
                    <a:pt x="42875" y="183"/>
                  </a:lnTo>
                  <a:lnTo>
                    <a:pt x="44044" y="146"/>
                  </a:lnTo>
                  <a:close/>
                  <a:moveTo>
                    <a:pt x="44081" y="0"/>
                  </a:moveTo>
                  <a:lnTo>
                    <a:pt x="42948" y="37"/>
                  </a:lnTo>
                  <a:lnTo>
                    <a:pt x="41815" y="110"/>
                  </a:lnTo>
                  <a:lnTo>
                    <a:pt x="40718" y="220"/>
                  </a:lnTo>
                  <a:lnTo>
                    <a:pt x="39585" y="329"/>
                  </a:lnTo>
                  <a:lnTo>
                    <a:pt x="38489" y="475"/>
                  </a:lnTo>
                  <a:lnTo>
                    <a:pt x="37392" y="658"/>
                  </a:lnTo>
                  <a:lnTo>
                    <a:pt x="36296" y="877"/>
                  </a:lnTo>
                  <a:lnTo>
                    <a:pt x="35236" y="1097"/>
                  </a:lnTo>
                  <a:lnTo>
                    <a:pt x="34139" y="1353"/>
                  </a:lnTo>
                  <a:lnTo>
                    <a:pt x="33079" y="1645"/>
                  </a:lnTo>
                  <a:lnTo>
                    <a:pt x="32019" y="1937"/>
                  </a:lnTo>
                  <a:lnTo>
                    <a:pt x="30959" y="2266"/>
                  </a:lnTo>
                  <a:lnTo>
                    <a:pt x="29936" y="2632"/>
                  </a:lnTo>
                  <a:lnTo>
                    <a:pt x="28912" y="2997"/>
                  </a:lnTo>
                  <a:lnTo>
                    <a:pt x="27889" y="3399"/>
                  </a:lnTo>
                  <a:lnTo>
                    <a:pt x="26865" y="3838"/>
                  </a:lnTo>
                  <a:lnTo>
                    <a:pt x="25878" y="4313"/>
                  </a:lnTo>
                  <a:lnTo>
                    <a:pt x="24892" y="4788"/>
                  </a:lnTo>
                  <a:lnTo>
                    <a:pt x="23905" y="5300"/>
                  </a:lnTo>
                  <a:lnTo>
                    <a:pt x="22954" y="5812"/>
                  </a:lnTo>
                  <a:lnTo>
                    <a:pt x="22004" y="6397"/>
                  </a:lnTo>
                  <a:lnTo>
                    <a:pt x="21054" y="6945"/>
                  </a:lnTo>
                  <a:lnTo>
                    <a:pt x="20140" y="7566"/>
                  </a:lnTo>
                  <a:lnTo>
                    <a:pt x="19226" y="8188"/>
                  </a:lnTo>
                  <a:lnTo>
                    <a:pt x="18312" y="8846"/>
                  </a:lnTo>
                  <a:lnTo>
                    <a:pt x="17435" y="9504"/>
                  </a:lnTo>
                  <a:lnTo>
                    <a:pt x="16558" y="10198"/>
                  </a:lnTo>
                  <a:lnTo>
                    <a:pt x="15717" y="10929"/>
                  </a:lnTo>
                  <a:lnTo>
                    <a:pt x="14876" y="11660"/>
                  </a:lnTo>
                  <a:lnTo>
                    <a:pt x="14036" y="12428"/>
                  </a:lnTo>
                  <a:lnTo>
                    <a:pt x="13232" y="13232"/>
                  </a:lnTo>
                  <a:lnTo>
                    <a:pt x="12427" y="14036"/>
                  </a:lnTo>
                  <a:lnTo>
                    <a:pt x="11696" y="14877"/>
                  </a:lnTo>
                  <a:lnTo>
                    <a:pt x="10929" y="15717"/>
                  </a:lnTo>
                  <a:lnTo>
                    <a:pt x="10198" y="16558"/>
                  </a:lnTo>
                  <a:lnTo>
                    <a:pt x="9503" y="17435"/>
                  </a:lnTo>
                  <a:lnTo>
                    <a:pt x="8845" y="18313"/>
                  </a:lnTo>
                  <a:lnTo>
                    <a:pt x="8188" y="19226"/>
                  </a:lnTo>
                  <a:lnTo>
                    <a:pt x="7566" y="20140"/>
                  </a:lnTo>
                  <a:lnTo>
                    <a:pt x="6981" y="21054"/>
                  </a:lnTo>
                  <a:lnTo>
                    <a:pt x="6396" y="22004"/>
                  </a:lnTo>
                  <a:lnTo>
                    <a:pt x="5812" y="22955"/>
                  </a:lnTo>
                  <a:lnTo>
                    <a:pt x="5300" y="23905"/>
                  </a:lnTo>
                  <a:lnTo>
                    <a:pt x="4788" y="24892"/>
                  </a:lnTo>
                  <a:lnTo>
                    <a:pt x="4313" y="25879"/>
                  </a:lnTo>
                  <a:lnTo>
                    <a:pt x="3838" y="26866"/>
                  </a:lnTo>
                  <a:lnTo>
                    <a:pt x="3436" y="27889"/>
                  </a:lnTo>
                  <a:lnTo>
                    <a:pt x="2997" y="28912"/>
                  </a:lnTo>
                  <a:lnTo>
                    <a:pt x="2632" y="29936"/>
                  </a:lnTo>
                  <a:lnTo>
                    <a:pt x="2266" y="30959"/>
                  </a:lnTo>
                  <a:lnTo>
                    <a:pt x="1937" y="32019"/>
                  </a:lnTo>
                  <a:lnTo>
                    <a:pt x="1645" y="33079"/>
                  </a:lnTo>
                  <a:lnTo>
                    <a:pt x="1352" y="34139"/>
                  </a:lnTo>
                  <a:lnTo>
                    <a:pt x="1097" y="35236"/>
                  </a:lnTo>
                  <a:lnTo>
                    <a:pt x="877" y="36296"/>
                  </a:lnTo>
                  <a:lnTo>
                    <a:pt x="658" y="37392"/>
                  </a:lnTo>
                  <a:lnTo>
                    <a:pt x="475" y="38489"/>
                  </a:lnTo>
                  <a:lnTo>
                    <a:pt x="329" y="39586"/>
                  </a:lnTo>
                  <a:lnTo>
                    <a:pt x="219" y="40719"/>
                  </a:lnTo>
                  <a:lnTo>
                    <a:pt x="110" y="41815"/>
                  </a:lnTo>
                  <a:lnTo>
                    <a:pt x="73" y="42948"/>
                  </a:lnTo>
                  <a:lnTo>
                    <a:pt x="0" y="44081"/>
                  </a:lnTo>
                  <a:lnTo>
                    <a:pt x="0" y="45178"/>
                  </a:lnTo>
                  <a:lnTo>
                    <a:pt x="0" y="46311"/>
                  </a:lnTo>
                  <a:lnTo>
                    <a:pt x="73" y="47444"/>
                  </a:lnTo>
                  <a:lnTo>
                    <a:pt x="110" y="48577"/>
                  </a:lnTo>
                  <a:lnTo>
                    <a:pt x="219" y="49674"/>
                  </a:lnTo>
                  <a:lnTo>
                    <a:pt x="329" y="50807"/>
                  </a:lnTo>
                  <a:lnTo>
                    <a:pt x="475" y="51903"/>
                  </a:lnTo>
                  <a:lnTo>
                    <a:pt x="658" y="53000"/>
                  </a:lnTo>
                  <a:lnTo>
                    <a:pt x="877" y="54096"/>
                  </a:lnTo>
                  <a:lnTo>
                    <a:pt x="1097" y="55156"/>
                  </a:lnTo>
                  <a:lnTo>
                    <a:pt x="1352" y="56253"/>
                  </a:lnTo>
                  <a:lnTo>
                    <a:pt x="1645" y="57313"/>
                  </a:lnTo>
                  <a:lnTo>
                    <a:pt x="1937" y="58373"/>
                  </a:lnTo>
                  <a:lnTo>
                    <a:pt x="2266" y="59433"/>
                  </a:lnTo>
                  <a:lnTo>
                    <a:pt x="2632" y="60456"/>
                  </a:lnTo>
                  <a:lnTo>
                    <a:pt x="2997" y="61480"/>
                  </a:lnTo>
                  <a:lnTo>
                    <a:pt x="3436" y="62503"/>
                  </a:lnTo>
                  <a:lnTo>
                    <a:pt x="3838" y="63527"/>
                  </a:lnTo>
                  <a:lnTo>
                    <a:pt x="4313" y="64514"/>
                  </a:lnTo>
                  <a:lnTo>
                    <a:pt x="4788" y="65501"/>
                  </a:lnTo>
                  <a:lnTo>
                    <a:pt x="5300" y="66487"/>
                  </a:lnTo>
                  <a:lnTo>
                    <a:pt x="5812" y="67438"/>
                  </a:lnTo>
                  <a:lnTo>
                    <a:pt x="6396" y="68388"/>
                  </a:lnTo>
                  <a:lnTo>
                    <a:pt x="6981" y="69338"/>
                  </a:lnTo>
                  <a:lnTo>
                    <a:pt x="7566" y="70252"/>
                  </a:lnTo>
                  <a:lnTo>
                    <a:pt x="8188" y="71166"/>
                  </a:lnTo>
                  <a:lnTo>
                    <a:pt x="8845" y="72080"/>
                  </a:lnTo>
                  <a:lnTo>
                    <a:pt x="9503" y="72957"/>
                  </a:lnTo>
                  <a:lnTo>
                    <a:pt x="10198" y="73834"/>
                  </a:lnTo>
                  <a:lnTo>
                    <a:pt x="10929" y="74675"/>
                  </a:lnTo>
                  <a:lnTo>
                    <a:pt x="11696" y="75516"/>
                  </a:lnTo>
                  <a:lnTo>
                    <a:pt x="12427" y="76356"/>
                  </a:lnTo>
                  <a:lnTo>
                    <a:pt x="13232" y="77161"/>
                  </a:lnTo>
                  <a:lnTo>
                    <a:pt x="14036" y="77965"/>
                  </a:lnTo>
                  <a:lnTo>
                    <a:pt x="14876" y="78732"/>
                  </a:lnTo>
                  <a:lnTo>
                    <a:pt x="15717" y="79463"/>
                  </a:lnTo>
                  <a:lnTo>
                    <a:pt x="16558" y="80194"/>
                  </a:lnTo>
                  <a:lnTo>
                    <a:pt x="17435" y="80889"/>
                  </a:lnTo>
                  <a:lnTo>
                    <a:pt x="18312" y="81547"/>
                  </a:lnTo>
                  <a:lnTo>
                    <a:pt x="19226" y="82205"/>
                  </a:lnTo>
                  <a:lnTo>
                    <a:pt x="20140" y="82826"/>
                  </a:lnTo>
                  <a:lnTo>
                    <a:pt x="21054" y="83447"/>
                  </a:lnTo>
                  <a:lnTo>
                    <a:pt x="22004" y="83996"/>
                  </a:lnTo>
                  <a:lnTo>
                    <a:pt x="22954" y="84580"/>
                  </a:lnTo>
                  <a:lnTo>
                    <a:pt x="23905" y="85092"/>
                  </a:lnTo>
                  <a:lnTo>
                    <a:pt x="24892" y="85604"/>
                  </a:lnTo>
                  <a:lnTo>
                    <a:pt x="25878" y="86079"/>
                  </a:lnTo>
                  <a:lnTo>
                    <a:pt x="26865" y="86554"/>
                  </a:lnTo>
                  <a:lnTo>
                    <a:pt x="27889" y="86956"/>
                  </a:lnTo>
                  <a:lnTo>
                    <a:pt x="28912" y="87395"/>
                  </a:lnTo>
                  <a:lnTo>
                    <a:pt x="29936" y="87760"/>
                  </a:lnTo>
                  <a:lnTo>
                    <a:pt x="30959" y="88126"/>
                  </a:lnTo>
                  <a:lnTo>
                    <a:pt x="32019" y="88455"/>
                  </a:lnTo>
                  <a:lnTo>
                    <a:pt x="33079" y="88747"/>
                  </a:lnTo>
                  <a:lnTo>
                    <a:pt x="34139" y="89040"/>
                  </a:lnTo>
                  <a:lnTo>
                    <a:pt x="35236" y="89296"/>
                  </a:lnTo>
                  <a:lnTo>
                    <a:pt x="36296" y="89515"/>
                  </a:lnTo>
                  <a:lnTo>
                    <a:pt x="37392" y="89734"/>
                  </a:lnTo>
                  <a:lnTo>
                    <a:pt x="38489" y="89917"/>
                  </a:lnTo>
                  <a:lnTo>
                    <a:pt x="39585" y="90063"/>
                  </a:lnTo>
                  <a:lnTo>
                    <a:pt x="40718" y="90173"/>
                  </a:lnTo>
                  <a:lnTo>
                    <a:pt x="41815" y="90283"/>
                  </a:lnTo>
                  <a:lnTo>
                    <a:pt x="42948" y="90319"/>
                  </a:lnTo>
                  <a:lnTo>
                    <a:pt x="44081" y="90392"/>
                  </a:lnTo>
                  <a:lnTo>
                    <a:pt x="46347" y="90392"/>
                  </a:lnTo>
                  <a:lnTo>
                    <a:pt x="47444" y="90319"/>
                  </a:lnTo>
                  <a:lnTo>
                    <a:pt x="48577" y="90283"/>
                  </a:lnTo>
                  <a:lnTo>
                    <a:pt x="49710" y="90173"/>
                  </a:lnTo>
                  <a:lnTo>
                    <a:pt x="50806" y="90063"/>
                  </a:lnTo>
                  <a:lnTo>
                    <a:pt x="51903" y="89917"/>
                  </a:lnTo>
                  <a:lnTo>
                    <a:pt x="53000" y="89734"/>
                  </a:lnTo>
                  <a:lnTo>
                    <a:pt x="54096" y="89515"/>
                  </a:lnTo>
                  <a:lnTo>
                    <a:pt x="55156" y="89296"/>
                  </a:lnTo>
                  <a:lnTo>
                    <a:pt x="56253" y="89040"/>
                  </a:lnTo>
                  <a:lnTo>
                    <a:pt x="57313" y="88747"/>
                  </a:lnTo>
                  <a:lnTo>
                    <a:pt x="58373" y="88455"/>
                  </a:lnTo>
                  <a:lnTo>
                    <a:pt x="59433" y="88126"/>
                  </a:lnTo>
                  <a:lnTo>
                    <a:pt x="60456" y="87760"/>
                  </a:lnTo>
                  <a:lnTo>
                    <a:pt x="61479" y="87395"/>
                  </a:lnTo>
                  <a:lnTo>
                    <a:pt x="62503" y="86956"/>
                  </a:lnTo>
                  <a:lnTo>
                    <a:pt x="63526" y="86554"/>
                  </a:lnTo>
                  <a:lnTo>
                    <a:pt x="64513" y="86079"/>
                  </a:lnTo>
                  <a:lnTo>
                    <a:pt x="65500" y="85604"/>
                  </a:lnTo>
                  <a:lnTo>
                    <a:pt x="66487" y="85092"/>
                  </a:lnTo>
                  <a:lnTo>
                    <a:pt x="67437" y="84580"/>
                  </a:lnTo>
                  <a:lnTo>
                    <a:pt x="68388" y="83996"/>
                  </a:lnTo>
                  <a:lnTo>
                    <a:pt x="69338" y="83447"/>
                  </a:lnTo>
                  <a:lnTo>
                    <a:pt x="70288" y="82826"/>
                  </a:lnTo>
                  <a:lnTo>
                    <a:pt x="71166" y="82205"/>
                  </a:lnTo>
                  <a:lnTo>
                    <a:pt x="72079" y="81547"/>
                  </a:lnTo>
                  <a:lnTo>
                    <a:pt x="72957" y="80889"/>
                  </a:lnTo>
                  <a:lnTo>
                    <a:pt x="73834" y="80194"/>
                  </a:lnTo>
                  <a:lnTo>
                    <a:pt x="74711" y="79463"/>
                  </a:lnTo>
                  <a:lnTo>
                    <a:pt x="75515" y="78732"/>
                  </a:lnTo>
                  <a:lnTo>
                    <a:pt x="76356" y="77965"/>
                  </a:lnTo>
                  <a:lnTo>
                    <a:pt x="77160" y="77161"/>
                  </a:lnTo>
                  <a:lnTo>
                    <a:pt x="77964" y="76356"/>
                  </a:lnTo>
                  <a:lnTo>
                    <a:pt x="78732" y="75516"/>
                  </a:lnTo>
                  <a:lnTo>
                    <a:pt x="79463" y="74675"/>
                  </a:lnTo>
                  <a:lnTo>
                    <a:pt x="80194" y="73834"/>
                  </a:lnTo>
                  <a:lnTo>
                    <a:pt x="80888" y="72957"/>
                  </a:lnTo>
                  <a:lnTo>
                    <a:pt x="81546" y="72080"/>
                  </a:lnTo>
                  <a:lnTo>
                    <a:pt x="82204" y="71166"/>
                  </a:lnTo>
                  <a:lnTo>
                    <a:pt x="82825" y="70252"/>
                  </a:lnTo>
                  <a:lnTo>
                    <a:pt x="83447" y="69338"/>
                  </a:lnTo>
                  <a:lnTo>
                    <a:pt x="84032" y="68388"/>
                  </a:lnTo>
                  <a:lnTo>
                    <a:pt x="84580" y="67438"/>
                  </a:lnTo>
                  <a:lnTo>
                    <a:pt x="85092" y="66487"/>
                  </a:lnTo>
                  <a:lnTo>
                    <a:pt x="85603" y="65501"/>
                  </a:lnTo>
                  <a:lnTo>
                    <a:pt x="86079" y="64514"/>
                  </a:lnTo>
                  <a:lnTo>
                    <a:pt x="86554" y="63527"/>
                  </a:lnTo>
                  <a:lnTo>
                    <a:pt x="86992" y="62503"/>
                  </a:lnTo>
                  <a:lnTo>
                    <a:pt x="87394" y="61480"/>
                  </a:lnTo>
                  <a:lnTo>
                    <a:pt x="87760" y="60456"/>
                  </a:lnTo>
                  <a:lnTo>
                    <a:pt x="88125" y="59433"/>
                  </a:lnTo>
                  <a:lnTo>
                    <a:pt x="88454" y="58373"/>
                  </a:lnTo>
                  <a:lnTo>
                    <a:pt x="88747" y="57313"/>
                  </a:lnTo>
                  <a:lnTo>
                    <a:pt x="89039" y="56253"/>
                  </a:lnTo>
                  <a:lnTo>
                    <a:pt x="89295" y="55156"/>
                  </a:lnTo>
                  <a:lnTo>
                    <a:pt x="89514" y="54096"/>
                  </a:lnTo>
                  <a:lnTo>
                    <a:pt x="89734" y="53000"/>
                  </a:lnTo>
                  <a:lnTo>
                    <a:pt x="89916" y="51903"/>
                  </a:lnTo>
                  <a:lnTo>
                    <a:pt x="90063" y="50807"/>
                  </a:lnTo>
                  <a:lnTo>
                    <a:pt x="90172" y="49674"/>
                  </a:lnTo>
                  <a:lnTo>
                    <a:pt x="90282" y="48577"/>
                  </a:lnTo>
                  <a:lnTo>
                    <a:pt x="90355" y="47444"/>
                  </a:lnTo>
                  <a:lnTo>
                    <a:pt x="90392" y="46311"/>
                  </a:lnTo>
                  <a:lnTo>
                    <a:pt x="90392" y="45178"/>
                  </a:lnTo>
                  <a:lnTo>
                    <a:pt x="90392" y="44081"/>
                  </a:lnTo>
                  <a:lnTo>
                    <a:pt x="90355" y="42948"/>
                  </a:lnTo>
                  <a:lnTo>
                    <a:pt x="90282" y="41815"/>
                  </a:lnTo>
                  <a:lnTo>
                    <a:pt x="90172" y="40719"/>
                  </a:lnTo>
                  <a:lnTo>
                    <a:pt x="90063" y="39586"/>
                  </a:lnTo>
                  <a:lnTo>
                    <a:pt x="89916" y="38489"/>
                  </a:lnTo>
                  <a:lnTo>
                    <a:pt x="89734" y="37392"/>
                  </a:lnTo>
                  <a:lnTo>
                    <a:pt x="89514" y="36296"/>
                  </a:lnTo>
                  <a:lnTo>
                    <a:pt x="89295" y="35236"/>
                  </a:lnTo>
                  <a:lnTo>
                    <a:pt x="89039" y="34139"/>
                  </a:lnTo>
                  <a:lnTo>
                    <a:pt x="88747" y="33079"/>
                  </a:lnTo>
                  <a:lnTo>
                    <a:pt x="88454" y="32019"/>
                  </a:lnTo>
                  <a:lnTo>
                    <a:pt x="88125" y="30959"/>
                  </a:lnTo>
                  <a:lnTo>
                    <a:pt x="87760" y="29936"/>
                  </a:lnTo>
                  <a:lnTo>
                    <a:pt x="87394" y="28912"/>
                  </a:lnTo>
                  <a:lnTo>
                    <a:pt x="86992" y="27889"/>
                  </a:lnTo>
                  <a:lnTo>
                    <a:pt x="86554" y="26866"/>
                  </a:lnTo>
                  <a:lnTo>
                    <a:pt x="86079" y="25879"/>
                  </a:lnTo>
                  <a:lnTo>
                    <a:pt x="85603" y="24892"/>
                  </a:lnTo>
                  <a:lnTo>
                    <a:pt x="85092" y="23905"/>
                  </a:lnTo>
                  <a:lnTo>
                    <a:pt x="84580" y="22955"/>
                  </a:lnTo>
                  <a:lnTo>
                    <a:pt x="84032" y="22004"/>
                  </a:lnTo>
                  <a:lnTo>
                    <a:pt x="83447" y="21054"/>
                  </a:lnTo>
                  <a:lnTo>
                    <a:pt x="82825" y="20140"/>
                  </a:lnTo>
                  <a:lnTo>
                    <a:pt x="82204" y="19226"/>
                  </a:lnTo>
                  <a:lnTo>
                    <a:pt x="81546" y="18313"/>
                  </a:lnTo>
                  <a:lnTo>
                    <a:pt x="80888" y="17435"/>
                  </a:lnTo>
                  <a:lnTo>
                    <a:pt x="80194" y="16558"/>
                  </a:lnTo>
                  <a:lnTo>
                    <a:pt x="79463" y="15717"/>
                  </a:lnTo>
                  <a:lnTo>
                    <a:pt x="78732" y="14877"/>
                  </a:lnTo>
                  <a:lnTo>
                    <a:pt x="77964" y="14036"/>
                  </a:lnTo>
                  <a:lnTo>
                    <a:pt x="77160" y="13232"/>
                  </a:lnTo>
                  <a:lnTo>
                    <a:pt x="76356" y="12428"/>
                  </a:lnTo>
                  <a:lnTo>
                    <a:pt x="75515" y="11660"/>
                  </a:lnTo>
                  <a:lnTo>
                    <a:pt x="74711" y="10929"/>
                  </a:lnTo>
                  <a:lnTo>
                    <a:pt x="73834" y="10198"/>
                  </a:lnTo>
                  <a:lnTo>
                    <a:pt x="72957" y="9504"/>
                  </a:lnTo>
                  <a:lnTo>
                    <a:pt x="72079" y="8846"/>
                  </a:lnTo>
                  <a:lnTo>
                    <a:pt x="71166" y="8188"/>
                  </a:lnTo>
                  <a:lnTo>
                    <a:pt x="70288" y="7566"/>
                  </a:lnTo>
                  <a:lnTo>
                    <a:pt x="69338" y="6945"/>
                  </a:lnTo>
                  <a:lnTo>
                    <a:pt x="68388" y="6397"/>
                  </a:lnTo>
                  <a:lnTo>
                    <a:pt x="67437" y="5812"/>
                  </a:lnTo>
                  <a:lnTo>
                    <a:pt x="66487" y="5300"/>
                  </a:lnTo>
                  <a:lnTo>
                    <a:pt x="65500" y="4788"/>
                  </a:lnTo>
                  <a:lnTo>
                    <a:pt x="64513" y="4313"/>
                  </a:lnTo>
                  <a:lnTo>
                    <a:pt x="63526" y="3838"/>
                  </a:lnTo>
                  <a:lnTo>
                    <a:pt x="62503" y="3399"/>
                  </a:lnTo>
                  <a:lnTo>
                    <a:pt x="61479" y="2997"/>
                  </a:lnTo>
                  <a:lnTo>
                    <a:pt x="60456" y="2632"/>
                  </a:lnTo>
                  <a:lnTo>
                    <a:pt x="59433" y="2266"/>
                  </a:lnTo>
                  <a:lnTo>
                    <a:pt x="58373" y="1937"/>
                  </a:lnTo>
                  <a:lnTo>
                    <a:pt x="57313" y="1645"/>
                  </a:lnTo>
                  <a:lnTo>
                    <a:pt x="56253" y="1353"/>
                  </a:lnTo>
                  <a:lnTo>
                    <a:pt x="55156" y="1097"/>
                  </a:lnTo>
                  <a:lnTo>
                    <a:pt x="54096" y="877"/>
                  </a:lnTo>
                  <a:lnTo>
                    <a:pt x="53000" y="658"/>
                  </a:lnTo>
                  <a:lnTo>
                    <a:pt x="51903" y="475"/>
                  </a:lnTo>
                  <a:lnTo>
                    <a:pt x="50806" y="329"/>
                  </a:lnTo>
                  <a:lnTo>
                    <a:pt x="49710" y="220"/>
                  </a:lnTo>
                  <a:lnTo>
                    <a:pt x="48577" y="110"/>
                  </a:lnTo>
                  <a:lnTo>
                    <a:pt x="47444" y="37"/>
                  </a:lnTo>
                  <a:lnTo>
                    <a:pt x="463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882675" y="660275"/>
              <a:ext cx="1883350" cy="1883350"/>
            </a:xfrm>
            <a:custGeom>
              <a:rect b="b" l="l" r="r" t="t"/>
              <a:pathLst>
                <a:path extrusionOk="0" h="75334" w="75334">
                  <a:moveTo>
                    <a:pt x="38635" y="147"/>
                  </a:moveTo>
                  <a:lnTo>
                    <a:pt x="39586" y="184"/>
                  </a:lnTo>
                  <a:lnTo>
                    <a:pt x="40536" y="257"/>
                  </a:lnTo>
                  <a:lnTo>
                    <a:pt x="41486" y="330"/>
                  </a:lnTo>
                  <a:lnTo>
                    <a:pt x="42437" y="439"/>
                  </a:lnTo>
                  <a:lnTo>
                    <a:pt x="43387" y="549"/>
                  </a:lnTo>
                  <a:lnTo>
                    <a:pt x="44301" y="732"/>
                  </a:lnTo>
                  <a:lnTo>
                    <a:pt x="45215" y="878"/>
                  </a:lnTo>
                  <a:lnTo>
                    <a:pt x="46128" y="1097"/>
                  </a:lnTo>
                  <a:lnTo>
                    <a:pt x="47042" y="1317"/>
                  </a:lnTo>
                  <a:lnTo>
                    <a:pt x="47919" y="1573"/>
                  </a:lnTo>
                  <a:lnTo>
                    <a:pt x="48833" y="1828"/>
                  </a:lnTo>
                  <a:lnTo>
                    <a:pt x="49710" y="2121"/>
                  </a:lnTo>
                  <a:lnTo>
                    <a:pt x="50551" y="2413"/>
                  </a:lnTo>
                  <a:lnTo>
                    <a:pt x="51428" y="2742"/>
                  </a:lnTo>
                  <a:lnTo>
                    <a:pt x="52269" y="3071"/>
                  </a:lnTo>
                  <a:lnTo>
                    <a:pt x="53110" y="3437"/>
                  </a:lnTo>
                  <a:lnTo>
                    <a:pt x="53914" y="3839"/>
                  </a:lnTo>
                  <a:lnTo>
                    <a:pt x="54755" y="4241"/>
                  </a:lnTo>
                  <a:lnTo>
                    <a:pt x="55559" y="4679"/>
                  </a:lnTo>
                  <a:lnTo>
                    <a:pt x="56326" y="5118"/>
                  </a:lnTo>
                  <a:lnTo>
                    <a:pt x="57130" y="5557"/>
                  </a:lnTo>
                  <a:lnTo>
                    <a:pt x="58629" y="6544"/>
                  </a:lnTo>
                  <a:lnTo>
                    <a:pt x="60128" y="7604"/>
                  </a:lnTo>
                  <a:lnTo>
                    <a:pt x="61517" y="8700"/>
                  </a:lnTo>
                  <a:lnTo>
                    <a:pt x="62906" y="9906"/>
                  </a:lnTo>
                  <a:lnTo>
                    <a:pt x="64185" y="11149"/>
                  </a:lnTo>
                  <a:lnTo>
                    <a:pt x="65428" y="12428"/>
                  </a:lnTo>
                  <a:lnTo>
                    <a:pt x="66634" y="13817"/>
                  </a:lnTo>
                  <a:lnTo>
                    <a:pt x="67730" y="15206"/>
                  </a:lnTo>
                  <a:lnTo>
                    <a:pt x="68790" y="16705"/>
                  </a:lnTo>
                  <a:lnTo>
                    <a:pt x="69777" y="18203"/>
                  </a:lnTo>
                  <a:lnTo>
                    <a:pt x="70216" y="19008"/>
                  </a:lnTo>
                  <a:lnTo>
                    <a:pt x="70654" y="19775"/>
                  </a:lnTo>
                  <a:lnTo>
                    <a:pt x="71093" y="20579"/>
                  </a:lnTo>
                  <a:lnTo>
                    <a:pt x="71495" y="21420"/>
                  </a:lnTo>
                  <a:lnTo>
                    <a:pt x="71897" y="22224"/>
                  </a:lnTo>
                  <a:lnTo>
                    <a:pt x="72263" y="23065"/>
                  </a:lnTo>
                  <a:lnTo>
                    <a:pt x="72592" y="23906"/>
                  </a:lnTo>
                  <a:lnTo>
                    <a:pt x="72921" y="24783"/>
                  </a:lnTo>
                  <a:lnTo>
                    <a:pt x="73213" y="25623"/>
                  </a:lnTo>
                  <a:lnTo>
                    <a:pt x="73505" y="26501"/>
                  </a:lnTo>
                  <a:lnTo>
                    <a:pt x="73761" y="27414"/>
                  </a:lnTo>
                  <a:lnTo>
                    <a:pt x="74017" y="28292"/>
                  </a:lnTo>
                  <a:lnTo>
                    <a:pt x="74236" y="29205"/>
                  </a:lnTo>
                  <a:lnTo>
                    <a:pt x="74456" y="30119"/>
                  </a:lnTo>
                  <a:lnTo>
                    <a:pt x="74602" y="31033"/>
                  </a:lnTo>
                  <a:lnTo>
                    <a:pt x="74785" y="31947"/>
                  </a:lnTo>
                  <a:lnTo>
                    <a:pt x="74894" y="32897"/>
                  </a:lnTo>
                  <a:lnTo>
                    <a:pt x="75004" y="33848"/>
                  </a:lnTo>
                  <a:lnTo>
                    <a:pt x="75077" y="34798"/>
                  </a:lnTo>
                  <a:lnTo>
                    <a:pt x="75150" y="35748"/>
                  </a:lnTo>
                  <a:lnTo>
                    <a:pt x="75187" y="36699"/>
                  </a:lnTo>
                  <a:lnTo>
                    <a:pt x="75187" y="37649"/>
                  </a:lnTo>
                  <a:lnTo>
                    <a:pt x="75187" y="38636"/>
                  </a:lnTo>
                  <a:lnTo>
                    <a:pt x="75150" y="39586"/>
                  </a:lnTo>
                  <a:lnTo>
                    <a:pt x="75077" y="40536"/>
                  </a:lnTo>
                  <a:lnTo>
                    <a:pt x="75004" y="41487"/>
                  </a:lnTo>
                  <a:lnTo>
                    <a:pt x="74894" y="42437"/>
                  </a:lnTo>
                  <a:lnTo>
                    <a:pt x="74785" y="43387"/>
                  </a:lnTo>
                  <a:lnTo>
                    <a:pt x="74602" y="44301"/>
                  </a:lnTo>
                  <a:lnTo>
                    <a:pt x="74456" y="45215"/>
                  </a:lnTo>
                  <a:lnTo>
                    <a:pt x="74236" y="46129"/>
                  </a:lnTo>
                  <a:lnTo>
                    <a:pt x="74017" y="47043"/>
                  </a:lnTo>
                  <a:lnTo>
                    <a:pt x="73761" y="47920"/>
                  </a:lnTo>
                  <a:lnTo>
                    <a:pt x="73505" y="48797"/>
                  </a:lnTo>
                  <a:lnTo>
                    <a:pt x="73213" y="49674"/>
                  </a:lnTo>
                  <a:lnTo>
                    <a:pt x="72921" y="50552"/>
                  </a:lnTo>
                  <a:lnTo>
                    <a:pt x="72592" y="51429"/>
                  </a:lnTo>
                  <a:lnTo>
                    <a:pt x="72263" y="52270"/>
                  </a:lnTo>
                  <a:lnTo>
                    <a:pt x="71897" y="53110"/>
                  </a:lnTo>
                  <a:lnTo>
                    <a:pt x="71495" y="53914"/>
                  </a:lnTo>
                  <a:lnTo>
                    <a:pt x="71093" y="54755"/>
                  </a:lnTo>
                  <a:lnTo>
                    <a:pt x="70654" y="55523"/>
                  </a:lnTo>
                  <a:lnTo>
                    <a:pt x="70216" y="56327"/>
                  </a:lnTo>
                  <a:lnTo>
                    <a:pt x="69777" y="57094"/>
                  </a:lnTo>
                  <a:lnTo>
                    <a:pt x="68790" y="58629"/>
                  </a:lnTo>
                  <a:lnTo>
                    <a:pt x="67730" y="60092"/>
                  </a:lnTo>
                  <a:lnTo>
                    <a:pt x="66634" y="61517"/>
                  </a:lnTo>
                  <a:lnTo>
                    <a:pt x="65428" y="62906"/>
                  </a:lnTo>
                  <a:lnTo>
                    <a:pt x="64185" y="64185"/>
                  </a:lnTo>
                  <a:lnTo>
                    <a:pt x="62906" y="65428"/>
                  </a:lnTo>
                  <a:lnTo>
                    <a:pt x="61517" y="66634"/>
                  </a:lnTo>
                  <a:lnTo>
                    <a:pt x="60128" y="67731"/>
                  </a:lnTo>
                  <a:lnTo>
                    <a:pt x="58629" y="68791"/>
                  </a:lnTo>
                  <a:lnTo>
                    <a:pt x="57130" y="69741"/>
                  </a:lnTo>
                  <a:lnTo>
                    <a:pt x="56326" y="70216"/>
                  </a:lnTo>
                  <a:lnTo>
                    <a:pt x="55559" y="70655"/>
                  </a:lnTo>
                  <a:lnTo>
                    <a:pt x="54755" y="71094"/>
                  </a:lnTo>
                  <a:lnTo>
                    <a:pt x="53914" y="71496"/>
                  </a:lnTo>
                  <a:lnTo>
                    <a:pt x="53110" y="71861"/>
                  </a:lnTo>
                  <a:lnTo>
                    <a:pt x="52269" y="72227"/>
                  </a:lnTo>
                  <a:lnTo>
                    <a:pt x="51428" y="72592"/>
                  </a:lnTo>
                  <a:lnTo>
                    <a:pt x="50551" y="72921"/>
                  </a:lnTo>
                  <a:lnTo>
                    <a:pt x="49710" y="73214"/>
                  </a:lnTo>
                  <a:lnTo>
                    <a:pt x="48833" y="73506"/>
                  </a:lnTo>
                  <a:lnTo>
                    <a:pt x="47919" y="73762"/>
                  </a:lnTo>
                  <a:lnTo>
                    <a:pt x="47042" y="74018"/>
                  </a:lnTo>
                  <a:lnTo>
                    <a:pt x="46128" y="74237"/>
                  </a:lnTo>
                  <a:lnTo>
                    <a:pt x="45215" y="74420"/>
                  </a:lnTo>
                  <a:lnTo>
                    <a:pt x="44301" y="74603"/>
                  </a:lnTo>
                  <a:lnTo>
                    <a:pt x="43387" y="74749"/>
                  </a:lnTo>
                  <a:lnTo>
                    <a:pt x="42437" y="74895"/>
                  </a:lnTo>
                  <a:lnTo>
                    <a:pt x="41486" y="75005"/>
                  </a:lnTo>
                  <a:lnTo>
                    <a:pt x="40536" y="75078"/>
                  </a:lnTo>
                  <a:lnTo>
                    <a:pt x="39586" y="75151"/>
                  </a:lnTo>
                  <a:lnTo>
                    <a:pt x="38635" y="75187"/>
                  </a:lnTo>
                  <a:lnTo>
                    <a:pt x="36698" y="75187"/>
                  </a:lnTo>
                  <a:lnTo>
                    <a:pt x="35748" y="75151"/>
                  </a:lnTo>
                  <a:lnTo>
                    <a:pt x="34798" y="75078"/>
                  </a:lnTo>
                  <a:lnTo>
                    <a:pt x="33847" y="75005"/>
                  </a:lnTo>
                  <a:lnTo>
                    <a:pt x="32897" y="74895"/>
                  </a:lnTo>
                  <a:lnTo>
                    <a:pt x="31947" y="74749"/>
                  </a:lnTo>
                  <a:lnTo>
                    <a:pt x="31033" y="74603"/>
                  </a:lnTo>
                  <a:lnTo>
                    <a:pt x="30119" y="74420"/>
                  </a:lnTo>
                  <a:lnTo>
                    <a:pt x="29205" y="74237"/>
                  </a:lnTo>
                  <a:lnTo>
                    <a:pt x="28291" y="74018"/>
                  </a:lnTo>
                  <a:lnTo>
                    <a:pt x="27414" y="73762"/>
                  </a:lnTo>
                  <a:lnTo>
                    <a:pt x="26537" y="73506"/>
                  </a:lnTo>
                  <a:lnTo>
                    <a:pt x="25660" y="73214"/>
                  </a:lnTo>
                  <a:lnTo>
                    <a:pt x="24782" y="72921"/>
                  </a:lnTo>
                  <a:lnTo>
                    <a:pt x="23905" y="72592"/>
                  </a:lnTo>
                  <a:lnTo>
                    <a:pt x="23065" y="72227"/>
                  </a:lnTo>
                  <a:lnTo>
                    <a:pt x="22224" y="71861"/>
                  </a:lnTo>
                  <a:lnTo>
                    <a:pt x="21420" y="71496"/>
                  </a:lnTo>
                  <a:lnTo>
                    <a:pt x="20616" y="71094"/>
                  </a:lnTo>
                  <a:lnTo>
                    <a:pt x="19811" y="70655"/>
                  </a:lnTo>
                  <a:lnTo>
                    <a:pt x="19007" y="70216"/>
                  </a:lnTo>
                  <a:lnTo>
                    <a:pt x="18240" y="69741"/>
                  </a:lnTo>
                  <a:lnTo>
                    <a:pt x="16705" y="68791"/>
                  </a:lnTo>
                  <a:lnTo>
                    <a:pt x="15243" y="67731"/>
                  </a:lnTo>
                  <a:lnTo>
                    <a:pt x="13817" y="66634"/>
                  </a:lnTo>
                  <a:lnTo>
                    <a:pt x="12465" y="65428"/>
                  </a:lnTo>
                  <a:lnTo>
                    <a:pt x="11149" y="64185"/>
                  </a:lnTo>
                  <a:lnTo>
                    <a:pt x="9906" y="62906"/>
                  </a:lnTo>
                  <a:lnTo>
                    <a:pt x="8736" y="61517"/>
                  </a:lnTo>
                  <a:lnTo>
                    <a:pt x="7603" y="60092"/>
                  </a:lnTo>
                  <a:lnTo>
                    <a:pt x="6543" y="58629"/>
                  </a:lnTo>
                  <a:lnTo>
                    <a:pt x="5593" y="57094"/>
                  </a:lnTo>
                  <a:lnTo>
                    <a:pt x="5118" y="56327"/>
                  </a:lnTo>
                  <a:lnTo>
                    <a:pt x="4679" y="55523"/>
                  </a:lnTo>
                  <a:lnTo>
                    <a:pt x="4241" y="54755"/>
                  </a:lnTo>
                  <a:lnTo>
                    <a:pt x="3838" y="53914"/>
                  </a:lnTo>
                  <a:lnTo>
                    <a:pt x="3473" y="53110"/>
                  </a:lnTo>
                  <a:lnTo>
                    <a:pt x="3107" y="52270"/>
                  </a:lnTo>
                  <a:lnTo>
                    <a:pt x="2742" y="51429"/>
                  </a:lnTo>
                  <a:lnTo>
                    <a:pt x="2413" y="50552"/>
                  </a:lnTo>
                  <a:lnTo>
                    <a:pt x="2121" y="49674"/>
                  </a:lnTo>
                  <a:lnTo>
                    <a:pt x="1828" y="48797"/>
                  </a:lnTo>
                  <a:lnTo>
                    <a:pt x="1572" y="47920"/>
                  </a:lnTo>
                  <a:lnTo>
                    <a:pt x="1316" y="47043"/>
                  </a:lnTo>
                  <a:lnTo>
                    <a:pt x="1097" y="46129"/>
                  </a:lnTo>
                  <a:lnTo>
                    <a:pt x="914" y="45215"/>
                  </a:lnTo>
                  <a:lnTo>
                    <a:pt x="732" y="44301"/>
                  </a:lnTo>
                  <a:lnTo>
                    <a:pt x="585" y="43387"/>
                  </a:lnTo>
                  <a:lnTo>
                    <a:pt x="439" y="42437"/>
                  </a:lnTo>
                  <a:lnTo>
                    <a:pt x="330" y="41487"/>
                  </a:lnTo>
                  <a:lnTo>
                    <a:pt x="256" y="40536"/>
                  </a:lnTo>
                  <a:lnTo>
                    <a:pt x="183" y="39586"/>
                  </a:lnTo>
                  <a:lnTo>
                    <a:pt x="147" y="38636"/>
                  </a:lnTo>
                  <a:lnTo>
                    <a:pt x="147" y="37649"/>
                  </a:lnTo>
                  <a:lnTo>
                    <a:pt x="147" y="36699"/>
                  </a:lnTo>
                  <a:lnTo>
                    <a:pt x="183" y="35748"/>
                  </a:lnTo>
                  <a:lnTo>
                    <a:pt x="256" y="34798"/>
                  </a:lnTo>
                  <a:lnTo>
                    <a:pt x="330" y="33848"/>
                  </a:lnTo>
                  <a:lnTo>
                    <a:pt x="439" y="32897"/>
                  </a:lnTo>
                  <a:lnTo>
                    <a:pt x="585" y="31947"/>
                  </a:lnTo>
                  <a:lnTo>
                    <a:pt x="732" y="31033"/>
                  </a:lnTo>
                  <a:lnTo>
                    <a:pt x="914" y="30119"/>
                  </a:lnTo>
                  <a:lnTo>
                    <a:pt x="1097" y="29205"/>
                  </a:lnTo>
                  <a:lnTo>
                    <a:pt x="1316" y="28292"/>
                  </a:lnTo>
                  <a:lnTo>
                    <a:pt x="1572" y="27414"/>
                  </a:lnTo>
                  <a:lnTo>
                    <a:pt x="1828" y="26501"/>
                  </a:lnTo>
                  <a:lnTo>
                    <a:pt x="2121" y="25623"/>
                  </a:lnTo>
                  <a:lnTo>
                    <a:pt x="2413" y="24783"/>
                  </a:lnTo>
                  <a:lnTo>
                    <a:pt x="2742" y="23906"/>
                  </a:lnTo>
                  <a:lnTo>
                    <a:pt x="3107" y="23065"/>
                  </a:lnTo>
                  <a:lnTo>
                    <a:pt x="3473" y="22224"/>
                  </a:lnTo>
                  <a:lnTo>
                    <a:pt x="3838" y="21420"/>
                  </a:lnTo>
                  <a:lnTo>
                    <a:pt x="4241" y="20579"/>
                  </a:lnTo>
                  <a:lnTo>
                    <a:pt x="4679" y="19775"/>
                  </a:lnTo>
                  <a:lnTo>
                    <a:pt x="5118" y="19008"/>
                  </a:lnTo>
                  <a:lnTo>
                    <a:pt x="5593" y="18203"/>
                  </a:lnTo>
                  <a:lnTo>
                    <a:pt x="6543" y="16705"/>
                  </a:lnTo>
                  <a:lnTo>
                    <a:pt x="7603" y="15206"/>
                  </a:lnTo>
                  <a:lnTo>
                    <a:pt x="8736" y="13817"/>
                  </a:lnTo>
                  <a:lnTo>
                    <a:pt x="9906" y="12428"/>
                  </a:lnTo>
                  <a:lnTo>
                    <a:pt x="11149" y="11149"/>
                  </a:lnTo>
                  <a:lnTo>
                    <a:pt x="12465" y="9906"/>
                  </a:lnTo>
                  <a:lnTo>
                    <a:pt x="13817" y="8700"/>
                  </a:lnTo>
                  <a:lnTo>
                    <a:pt x="15243" y="7604"/>
                  </a:lnTo>
                  <a:lnTo>
                    <a:pt x="16705" y="6544"/>
                  </a:lnTo>
                  <a:lnTo>
                    <a:pt x="18240" y="5557"/>
                  </a:lnTo>
                  <a:lnTo>
                    <a:pt x="19007" y="5118"/>
                  </a:lnTo>
                  <a:lnTo>
                    <a:pt x="19811" y="4679"/>
                  </a:lnTo>
                  <a:lnTo>
                    <a:pt x="20616" y="4241"/>
                  </a:lnTo>
                  <a:lnTo>
                    <a:pt x="21420" y="3839"/>
                  </a:lnTo>
                  <a:lnTo>
                    <a:pt x="22224" y="3437"/>
                  </a:lnTo>
                  <a:lnTo>
                    <a:pt x="23065" y="3071"/>
                  </a:lnTo>
                  <a:lnTo>
                    <a:pt x="23905" y="2742"/>
                  </a:lnTo>
                  <a:lnTo>
                    <a:pt x="24782" y="2413"/>
                  </a:lnTo>
                  <a:lnTo>
                    <a:pt x="25660" y="2121"/>
                  </a:lnTo>
                  <a:lnTo>
                    <a:pt x="26537" y="1828"/>
                  </a:lnTo>
                  <a:lnTo>
                    <a:pt x="27414" y="1573"/>
                  </a:lnTo>
                  <a:lnTo>
                    <a:pt x="28291" y="1317"/>
                  </a:lnTo>
                  <a:lnTo>
                    <a:pt x="29205" y="1097"/>
                  </a:lnTo>
                  <a:lnTo>
                    <a:pt x="30119" y="878"/>
                  </a:lnTo>
                  <a:lnTo>
                    <a:pt x="31033" y="732"/>
                  </a:lnTo>
                  <a:lnTo>
                    <a:pt x="31947" y="549"/>
                  </a:lnTo>
                  <a:lnTo>
                    <a:pt x="32897" y="439"/>
                  </a:lnTo>
                  <a:lnTo>
                    <a:pt x="33847" y="330"/>
                  </a:lnTo>
                  <a:lnTo>
                    <a:pt x="34798" y="257"/>
                  </a:lnTo>
                  <a:lnTo>
                    <a:pt x="35748" y="184"/>
                  </a:lnTo>
                  <a:lnTo>
                    <a:pt x="36698" y="147"/>
                  </a:lnTo>
                  <a:close/>
                  <a:moveTo>
                    <a:pt x="36735" y="1"/>
                  </a:moveTo>
                  <a:lnTo>
                    <a:pt x="35784" y="37"/>
                  </a:lnTo>
                  <a:lnTo>
                    <a:pt x="34871" y="110"/>
                  </a:lnTo>
                  <a:lnTo>
                    <a:pt x="33920" y="184"/>
                  </a:lnTo>
                  <a:lnTo>
                    <a:pt x="33007" y="257"/>
                  </a:lnTo>
                  <a:lnTo>
                    <a:pt x="32093" y="403"/>
                  </a:lnTo>
                  <a:lnTo>
                    <a:pt x="31179" y="549"/>
                  </a:lnTo>
                  <a:lnTo>
                    <a:pt x="30265" y="695"/>
                  </a:lnTo>
                  <a:lnTo>
                    <a:pt x="29351" y="915"/>
                  </a:lnTo>
                  <a:lnTo>
                    <a:pt x="28474" y="1097"/>
                  </a:lnTo>
                  <a:lnTo>
                    <a:pt x="27560" y="1353"/>
                  </a:lnTo>
                  <a:lnTo>
                    <a:pt x="26683" y="1609"/>
                  </a:lnTo>
                  <a:lnTo>
                    <a:pt x="25806" y="1865"/>
                  </a:lnTo>
                  <a:lnTo>
                    <a:pt x="24929" y="2194"/>
                  </a:lnTo>
                  <a:lnTo>
                    <a:pt x="24088" y="2486"/>
                  </a:lnTo>
                  <a:lnTo>
                    <a:pt x="23247" y="2852"/>
                  </a:lnTo>
                  <a:lnTo>
                    <a:pt x="22407" y="3181"/>
                  </a:lnTo>
                  <a:lnTo>
                    <a:pt x="21566" y="3583"/>
                  </a:lnTo>
                  <a:lnTo>
                    <a:pt x="20725" y="3985"/>
                  </a:lnTo>
                  <a:lnTo>
                    <a:pt x="19921" y="4387"/>
                  </a:lnTo>
                  <a:lnTo>
                    <a:pt x="19117" y="4862"/>
                  </a:lnTo>
                  <a:lnTo>
                    <a:pt x="18313" y="5301"/>
                  </a:lnTo>
                  <a:lnTo>
                    <a:pt x="17545" y="5776"/>
                  </a:lnTo>
                  <a:lnTo>
                    <a:pt x="16778" y="6288"/>
                  </a:lnTo>
                  <a:lnTo>
                    <a:pt x="16010" y="6799"/>
                  </a:lnTo>
                  <a:lnTo>
                    <a:pt x="15243" y="7348"/>
                  </a:lnTo>
                  <a:lnTo>
                    <a:pt x="14511" y="7933"/>
                  </a:lnTo>
                  <a:lnTo>
                    <a:pt x="13780" y="8517"/>
                  </a:lnTo>
                  <a:lnTo>
                    <a:pt x="13086" y="9102"/>
                  </a:lnTo>
                  <a:lnTo>
                    <a:pt x="12392" y="9724"/>
                  </a:lnTo>
                  <a:lnTo>
                    <a:pt x="11697" y="10345"/>
                  </a:lnTo>
                  <a:lnTo>
                    <a:pt x="11039" y="11003"/>
                  </a:lnTo>
                  <a:lnTo>
                    <a:pt x="10381" y="11697"/>
                  </a:lnTo>
                  <a:lnTo>
                    <a:pt x="9723" y="12392"/>
                  </a:lnTo>
                  <a:lnTo>
                    <a:pt x="9102" y="13086"/>
                  </a:lnTo>
                  <a:lnTo>
                    <a:pt x="8517" y="13781"/>
                  </a:lnTo>
                  <a:lnTo>
                    <a:pt x="7932" y="14512"/>
                  </a:lnTo>
                  <a:lnTo>
                    <a:pt x="7347" y="15243"/>
                  </a:lnTo>
                  <a:lnTo>
                    <a:pt x="6836" y="16010"/>
                  </a:lnTo>
                  <a:lnTo>
                    <a:pt x="6287" y="16778"/>
                  </a:lnTo>
                  <a:lnTo>
                    <a:pt x="5812" y="17546"/>
                  </a:lnTo>
                  <a:lnTo>
                    <a:pt x="5301" y="18313"/>
                  </a:lnTo>
                  <a:lnTo>
                    <a:pt x="4862" y="19117"/>
                  </a:lnTo>
                  <a:lnTo>
                    <a:pt x="4423" y="19921"/>
                  </a:lnTo>
                  <a:lnTo>
                    <a:pt x="3985" y="20726"/>
                  </a:lnTo>
                  <a:lnTo>
                    <a:pt x="3583" y="21566"/>
                  </a:lnTo>
                  <a:lnTo>
                    <a:pt x="3217" y="22407"/>
                  </a:lnTo>
                  <a:lnTo>
                    <a:pt x="2852" y="23248"/>
                  </a:lnTo>
                  <a:lnTo>
                    <a:pt x="2486" y="24088"/>
                  </a:lnTo>
                  <a:lnTo>
                    <a:pt x="2194" y="24929"/>
                  </a:lnTo>
                  <a:lnTo>
                    <a:pt x="1901" y="25806"/>
                  </a:lnTo>
                  <a:lnTo>
                    <a:pt x="1609" y="26683"/>
                  </a:lnTo>
                  <a:lnTo>
                    <a:pt x="1353" y="27561"/>
                  </a:lnTo>
                  <a:lnTo>
                    <a:pt x="1134" y="28438"/>
                  </a:lnTo>
                  <a:lnTo>
                    <a:pt x="914" y="29352"/>
                  </a:lnTo>
                  <a:lnTo>
                    <a:pt x="732" y="30265"/>
                  </a:lnTo>
                  <a:lnTo>
                    <a:pt x="549" y="31143"/>
                  </a:lnTo>
                  <a:lnTo>
                    <a:pt x="403" y="32093"/>
                  </a:lnTo>
                  <a:lnTo>
                    <a:pt x="293" y="33007"/>
                  </a:lnTo>
                  <a:lnTo>
                    <a:pt x="183" y="33921"/>
                  </a:lnTo>
                  <a:lnTo>
                    <a:pt x="110" y="34834"/>
                  </a:lnTo>
                  <a:lnTo>
                    <a:pt x="37" y="35785"/>
                  </a:lnTo>
                  <a:lnTo>
                    <a:pt x="1" y="36735"/>
                  </a:lnTo>
                  <a:lnTo>
                    <a:pt x="1" y="37649"/>
                  </a:lnTo>
                  <a:lnTo>
                    <a:pt x="1" y="38599"/>
                  </a:lnTo>
                  <a:lnTo>
                    <a:pt x="37" y="39550"/>
                  </a:lnTo>
                  <a:lnTo>
                    <a:pt x="110" y="40463"/>
                  </a:lnTo>
                  <a:lnTo>
                    <a:pt x="183" y="41414"/>
                  </a:lnTo>
                  <a:lnTo>
                    <a:pt x="293" y="42328"/>
                  </a:lnTo>
                  <a:lnTo>
                    <a:pt x="403" y="43241"/>
                  </a:lnTo>
                  <a:lnTo>
                    <a:pt x="549" y="44155"/>
                  </a:lnTo>
                  <a:lnTo>
                    <a:pt x="732" y="45069"/>
                  </a:lnTo>
                  <a:lnTo>
                    <a:pt x="914" y="45983"/>
                  </a:lnTo>
                  <a:lnTo>
                    <a:pt x="1134" y="46860"/>
                  </a:lnTo>
                  <a:lnTo>
                    <a:pt x="1353" y="47774"/>
                  </a:lnTo>
                  <a:lnTo>
                    <a:pt x="1609" y="48651"/>
                  </a:lnTo>
                  <a:lnTo>
                    <a:pt x="1901" y="49528"/>
                  </a:lnTo>
                  <a:lnTo>
                    <a:pt x="2194" y="50405"/>
                  </a:lnTo>
                  <a:lnTo>
                    <a:pt x="2486" y="51246"/>
                  </a:lnTo>
                  <a:lnTo>
                    <a:pt x="2852" y="52087"/>
                  </a:lnTo>
                  <a:lnTo>
                    <a:pt x="3217" y="52927"/>
                  </a:lnTo>
                  <a:lnTo>
                    <a:pt x="3583" y="53768"/>
                  </a:lnTo>
                  <a:lnTo>
                    <a:pt x="3985" y="54609"/>
                  </a:lnTo>
                  <a:lnTo>
                    <a:pt x="4423" y="55413"/>
                  </a:lnTo>
                  <a:lnTo>
                    <a:pt x="4862" y="56217"/>
                  </a:lnTo>
                  <a:lnTo>
                    <a:pt x="5301" y="57021"/>
                  </a:lnTo>
                  <a:lnTo>
                    <a:pt x="5812" y="57789"/>
                  </a:lnTo>
                  <a:lnTo>
                    <a:pt x="6287" y="58556"/>
                  </a:lnTo>
                  <a:lnTo>
                    <a:pt x="6836" y="59324"/>
                  </a:lnTo>
                  <a:lnTo>
                    <a:pt x="7347" y="60092"/>
                  </a:lnTo>
                  <a:lnTo>
                    <a:pt x="7932" y="60823"/>
                  </a:lnTo>
                  <a:lnTo>
                    <a:pt x="8517" y="61554"/>
                  </a:lnTo>
                  <a:lnTo>
                    <a:pt x="9102" y="62248"/>
                  </a:lnTo>
                  <a:lnTo>
                    <a:pt x="9723" y="62943"/>
                  </a:lnTo>
                  <a:lnTo>
                    <a:pt x="10381" y="63637"/>
                  </a:lnTo>
                  <a:lnTo>
                    <a:pt x="11039" y="64295"/>
                  </a:lnTo>
                  <a:lnTo>
                    <a:pt x="11697" y="64953"/>
                  </a:lnTo>
                  <a:lnTo>
                    <a:pt x="12392" y="65611"/>
                  </a:lnTo>
                  <a:lnTo>
                    <a:pt x="13086" y="66232"/>
                  </a:lnTo>
                  <a:lnTo>
                    <a:pt x="13780" y="66817"/>
                  </a:lnTo>
                  <a:lnTo>
                    <a:pt x="14511" y="67402"/>
                  </a:lnTo>
                  <a:lnTo>
                    <a:pt x="15243" y="67987"/>
                  </a:lnTo>
                  <a:lnTo>
                    <a:pt x="16010" y="68498"/>
                  </a:lnTo>
                  <a:lnTo>
                    <a:pt x="16778" y="69047"/>
                  </a:lnTo>
                  <a:lnTo>
                    <a:pt x="17545" y="69522"/>
                  </a:lnTo>
                  <a:lnTo>
                    <a:pt x="18313" y="70034"/>
                  </a:lnTo>
                  <a:lnTo>
                    <a:pt x="19117" y="70472"/>
                  </a:lnTo>
                  <a:lnTo>
                    <a:pt x="19921" y="70911"/>
                  </a:lnTo>
                  <a:lnTo>
                    <a:pt x="20725" y="71349"/>
                  </a:lnTo>
                  <a:lnTo>
                    <a:pt x="21566" y="71751"/>
                  </a:lnTo>
                  <a:lnTo>
                    <a:pt x="22407" y="72117"/>
                  </a:lnTo>
                  <a:lnTo>
                    <a:pt x="23247" y="72483"/>
                  </a:lnTo>
                  <a:lnTo>
                    <a:pt x="24088" y="72848"/>
                  </a:lnTo>
                  <a:lnTo>
                    <a:pt x="24929" y="73140"/>
                  </a:lnTo>
                  <a:lnTo>
                    <a:pt x="25806" y="73433"/>
                  </a:lnTo>
                  <a:lnTo>
                    <a:pt x="26683" y="73725"/>
                  </a:lnTo>
                  <a:lnTo>
                    <a:pt x="27560" y="73981"/>
                  </a:lnTo>
                  <a:lnTo>
                    <a:pt x="28474" y="74200"/>
                  </a:lnTo>
                  <a:lnTo>
                    <a:pt x="29351" y="74420"/>
                  </a:lnTo>
                  <a:lnTo>
                    <a:pt x="30265" y="74603"/>
                  </a:lnTo>
                  <a:lnTo>
                    <a:pt x="31179" y="74785"/>
                  </a:lnTo>
                  <a:lnTo>
                    <a:pt x="32093" y="74931"/>
                  </a:lnTo>
                  <a:lnTo>
                    <a:pt x="33007" y="75041"/>
                  </a:lnTo>
                  <a:lnTo>
                    <a:pt x="33920" y="75151"/>
                  </a:lnTo>
                  <a:lnTo>
                    <a:pt x="34871" y="75224"/>
                  </a:lnTo>
                  <a:lnTo>
                    <a:pt x="35784" y="75297"/>
                  </a:lnTo>
                  <a:lnTo>
                    <a:pt x="36735" y="75334"/>
                  </a:lnTo>
                  <a:lnTo>
                    <a:pt x="38599" y="75334"/>
                  </a:lnTo>
                  <a:lnTo>
                    <a:pt x="39549" y="75297"/>
                  </a:lnTo>
                  <a:lnTo>
                    <a:pt x="40500" y="75224"/>
                  </a:lnTo>
                  <a:lnTo>
                    <a:pt x="41413" y="75151"/>
                  </a:lnTo>
                  <a:lnTo>
                    <a:pt x="42327" y="75041"/>
                  </a:lnTo>
                  <a:lnTo>
                    <a:pt x="43277" y="74931"/>
                  </a:lnTo>
                  <a:lnTo>
                    <a:pt x="44191" y="74785"/>
                  </a:lnTo>
                  <a:lnTo>
                    <a:pt x="45068" y="74603"/>
                  </a:lnTo>
                  <a:lnTo>
                    <a:pt x="45982" y="74420"/>
                  </a:lnTo>
                  <a:lnTo>
                    <a:pt x="46896" y="74200"/>
                  </a:lnTo>
                  <a:lnTo>
                    <a:pt x="47773" y="73981"/>
                  </a:lnTo>
                  <a:lnTo>
                    <a:pt x="48651" y="73725"/>
                  </a:lnTo>
                  <a:lnTo>
                    <a:pt x="49528" y="73433"/>
                  </a:lnTo>
                  <a:lnTo>
                    <a:pt x="50405" y="73140"/>
                  </a:lnTo>
                  <a:lnTo>
                    <a:pt x="51246" y="72848"/>
                  </a:lnTo>
                  <a:lnTo>
                    <a:pt x="52086" y="72483"/>
                  </a:lnTo>
                  <a:lnTo>
                    <a:pt x="52964" y="72117"/>
                  </a:lnTo>
                  <a:lnTo>
                    <a:pt x="53768" y="71751"/>
                  </a:lnTo>
                  <a:lnTo>
                    <a:pt x="54608" y="71349"/>
                  </a:lnTo>
                  <a:lnTo>
                    <a:pt x="55413" y="70911"/>
                  </a:lnTo>
                  <a:lnTo>
                    <a:pt x="56217" y="70472"/>
                  </a:lnTo>
                  <a:lnTo>
                    <a:pt x="57021" y="70034"/>
                  </a:lnTo>
                  <a:lnTo>
                    <a:pt x="57788" y="69522"/>
                  </a:lnTo>
                  <a:lnTo>
                    <a:pt x="58556" y="69047"/>
                  </a:lnTo>
                  <a:lnTo>
                    <a:pt x="59324" y="68498"/>
                  </a:lnTo>
                  <a:lnTo>
                    <a:pt x="60091" y="67987"/>
                  </a:lnTo>
                  <a:lnTo>
                    <a:pt x="60822" y="67402"/>
                  </a:lnTo>
                  <a:lnTo>
                    <a:pt x="61553" y="66817"/>
                  </a:lnTo>
                  <a:lnTo>
                    <a:pt x="62248" y="66232"/>
                  </a:lnTo>
                  <a:lnTo>
                    <a:pt x="62942" y="65611"/>
                  </a:lnTo>
                  <a:lnTo>
                    <a:pt x="63637" y="64953"/>
                  </a:lnTo>
                  <a:lnTo>
                    <a:pt x="64331" y="64295"/>
                  </a:lnTo>
                  <a:lnTo>
                    <a:pt x="64989" y="63637"/>
                  </a:lnTo>
                  <a:lnTo>
                    <a:pt x="65610" y="62943"/>
                  </a:lnTo>
                  <a:lnTo>
                    <a:pt x="66232" y="62248"/>
                  </a:lnTo>
                  <a:lnTo>
                    <a:pt x="66817" y="61554"/>
                  </a:lnTo>
                  <a:lnTo>
                    <a:pt x="67401" y="60823"/>
                  </a:lnTo>
                  <a:lnTo>
                    <a:pt x="67986" y="60092"/>
                  </a:lnTo>
                  <a:lnTo>
                    <a:pt x="68534" y="59324"/>
                  </a:lnTo>
                  <a:lnTo>
                    <a:pt x="69046" y="58556"/>
                  </a:lnTo>
                  <a:lnTo>
                    <a:pt x="69558" y="57789"/>
                  </a:lnTo>
                  <a:lnTo>
                    <a:pt x="70033" y="57021"/>
                  </a:lnTo>
                  <a:lnTo>
                    <a:pt x="70472" y="56217"/>
                  </a:lnTo>
                  <a:lnTo>
                    <a:pt x="70947" y="55413"/>
                  </a:lnTo>
                  <a:lnTo>
                    <a:pt x="71349" y="54609"/>
                  </a:lnTo>
                  <a:lnTo>
                    <a:pt x="71751" y="53768"/>
                  </a:lnTo>
                  <a:lnTo>
                    <a:pt x="72153" y="52927"/>
                  </a:lnTo>
                  <a:lnTo>
                    <a:pt x="72482" y="52087"/>
                  </a:lnTo>
                  <a:lnTo>
                    <a:pt x="72848" y="51246"/>
                  </a:lnTo>
                  <a:lnTo>
                    <a:pt x="73140" y="50405"/>
                  </a:lnTo>
                  <a:lnTo>
                    <a:pt x="73469" y="49528"/>
                  </a:lnTo>
                  <a:lnTo>
                    <a:pt x="73725" y="48651"/>
                  </a:lnTo>
                  <a:lnTo>
                    <a:pt x="73981" y="47774"/>
                  </a:lnTo>
                  <a:lnTo>
                    <a:pt x="74236" y="46860"/>
                  </a:lnTo>
                  <a:lnTo>
                    <a:pt x="74419" y="45983"/>
                  </a:lnTo>
                  <a:lnTo>
                    <a:pt x="74639" y="45069"/>
                  </a:lnTo>
                  <a:lnTo>
                    <a:pt x="74785" y="44155"/>
                  </a:lnTo>
                  <a:lnTo>
                    <a:pt x="74931" y="43241"/>
                  </a:lnTo>
                  <a:lnTo>
                    <a:pt x="75077" y="42328"/>
                  </a:lnTo>
                  <a:lnTo>
                    <a:pt x="75150" y="41414"/>
                  </a:lnTo>
                  <a:lnTo>
                    <a:pt x="75260" y="40463"/>
                  </a:lnTo>
                  <a:lnTo>
                    <a:pt x="75296" y="39550"/>
                  </a:lnTo>
                  <a:lnTo>
                    <a:pt x="75333" y="38599"/>
                  </a:lnTo>
                  <a:lnTo>
                    <a:pt x="75333" y="37649"/>
                  </a:lnTo>
                  <a:lnTo>
                    <a:pt x="75333" y="36735"/>
                  </a:lnTo>
                  <a:lnTo>
                    <a:pt x="75296" y="35785"/>
                  </a:lnTo>
                  <a:lnTo>
                    <a:pt x="75260" y="34834"/>
                  </a:lnTo>
                  <a:lnTo>
                    <a:pt x="75150" y="33921"/>
                  </a:lnTo>
                  <a:lnTo>
                    <a:pt x="75077" y="33007"/>
                  </a:lnTo>
                  <a:lnTo>
                    <a:pt x="74931" y="32093"/>
                  </a:lnTo>
                  <a:lnTo>
                    <a:pt x="74785" y="31143"/>
                  </a:lnTo>
                  <a:lnTo>
                    <a:pt x="74639" y="30265"/>
                  </a:lnTo>
                  <a:lnTo>
                    <a:pt x="74419" y="29352"/>
                  </a:lnTo>
                  <a:lnTo>
                    <a:pt x="74236" y="28438"/>
                  </a:lnTo>
                  <a:lnTo>
                    <a:pt x="73981" y="27561"/>
                  </a:lnTo>
                  <a:lnTo>
                    <a:pt x="73725" y="26683"/>
                  </a:lnTo>
                  <a:lnTo>
                    <a:pt x="73469" y="25806"/>
                  </a:lnTo>
                  <a:lnTo>
                    <a:pt x="73140" y="24929"/>
                  </a:lnTo>
                  <a:lnTo>
                    <a:pt x="72848" y="24088"/>
                  </a:lnTo>
                  <a:lnTo>
                    <a:pt x="72482" y="23248"/>
                  </a:lnTo>
                  <a:lnTo>
                    <a:pt x="72153" y="22407"/>
                  </a:lnTo>
                  <a:lnTo>
                    <a:pt x="71751" y="21566"/>
                  </a:lnTo>
                  <a:lnTo>
                    <a:pt x="71349" y="20726"/>
                  </a:lnTo>
                  <a:lnTo>
                    <a:pt x="70947" y="19921"/>
                  </a:lnTo>
                  <a:lnTo>
                    <a:pt x="70472" y="19117"/>
                  </a:lnTo>
                  <a:lnTo>
                    <a:pt x="70033" y="18313"/>
                  </a:lnTo>
                  <a:lnTo>
                    <a:pt x="69558" y="17546"/>
                  </a:lnTo>
                  <a:lnTo>
                    <a:pt x="69046" y="16778"/>
                  </a:lnTo>
                  <a:lnTo>
                    <a:pt x="68534" y="16010"/>
                  </a:lnTo>
                  <a:lnTo>
                    <a:pt x="67986" y="15243"/>
                  </a:lnTo>
                  <a:lnTo>
                    <a:pt x="67401" y="14512"/>
                  </a:lnTo>
                  <a:lnTo>
                    <a:pt x="66817" y="13781"/>
                  </a:lnTo>
                  <a:lnTo>
                    <a:pt x="66232" y="13086"/>
                  </a:lnTo>
                  <a:lnTo>
                    <a:pt x="65610" y="12392"/>
                  </a:lnTo>
                  <a:lnTo>
                    <a:pt x="64989" y="11697"/>
                  </a:lnTo>
                  <a:lnTo>
                    <a:pt x="64331" y="11003"/>
                  </a:lnTo>
                  <a:lnTo>
                    <a:pt x="63637" y="10345"/>
                  </a:lnTo>
                  <a:lnTo>
                    <a:pt x="62942" y="9724"/>
                  </a:lnTo>
                  <a:lnTo>
                    <a:pt x="62248" y="9102"/>
                  </a:lnTo>
                  <a:lnTo>
                    <a:pt x="61553" y="8517"/>
                  </a:lnTo>
                  <a:lnTo>
                    <a:pt x="60822" y="7933"/>
                  </a:lnTo>
                  <a:lnTo>
                    <a:pt x="60091" y="7348"/>
                  </a:lnTo>
                  <a:lnTo>
                    <a:pt x="59324" y="6799"/>
                  </a:lnTo>
                  <a:lnTo>
                    <a:pt x="58556" y="6288"/>
                  </a:lnTo>
                  <a:lnTo>
                    <a:pt x="57788" y="5776"/>
                  </a:lnTo>
                  <a:lnTo>
                    <a:pt x="57021" y="5301"/>
                  </a:lnTo>
                  <a:lnTo>
                    <a:pt x="56217" y="4862"/>
                  </a:lnTo>
                  <a:lnTo>
                    <a:pt x="55413" y="4387"/>
                  </a:lnTo>
                  <a:lnTo>
                    <a:pt x="54608" y="3985"/>
                  </a:lnTo>
                  <a:lnTo>
                    <a:pt x="53768" y="3583"/>
                  </a:lnTo>
                  <a:lnTo>
                    <a:pt x="52964" y="3181"/>
                  </a:lnTo>
                  <a:lnTo>
                    <a:pt x="52086" y="2852"/>
                  </a:lnTo>
                  <a:lnTo>
                    <a:pt x="51246" y="2486"/>
                  </a:lnTo>
                  <a:lnTo>
                    <a:pt x="50405" y="2194"/>
                  </a:lnTo>
                  <a:lnTo>
                    <a:pt x="49528" y="1865"/>
                  </a:lnTo>
                  <a:lnTo>
                    <a:pt x="48651" y="1609"/>
                  </a:lnTo>
                  <a:lnTo>
                    <a:pt x="47773" y="1353"/>
                  </a:lnTo>
                  <a:lnTo>
                    <a:pt x="46896" y="1097"/>
                  </a:lnTo>
                  <a:lnTo>
                    <a:pt x="45982" y="915"/>
                  </a:lnTo>
                  <a:lnTo>
                    <a:pt x="45068" y="695"/>
                  </a:lnTo>
                  <a:lnTo>
                    <a:pt x="44191" y="549"/>
                  </a:lnTo>
                  <a:lnTo>
                    <a:pt x="43277" y="403"/>
                  </a:lnTo>
                  <a:lnTo>
                    <a:pt x="42327" y="257"/>
                  </a:lnTo>
                  <a:lnTo>
                    <a:pt x="41413" y="184"/>
                  </a:lnTo>
                  <a:lnTo>
                    <a:pt x="40500" y="110"/>
                  </a:lnTo>
                  <a:lnTo>
                    <a:pt x="39549" y="37"/>
                  </a:lnTo>
                  <a:lnTo>
                    <a:pt x="385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1070925" y="847600"/>
              <a:ext cx="1507750" cy="1507775"/>
            </a:xfrm>
            <a:custGeom>
              <a:rect b="b" l="l" r="r" t="t"/>
              <a:pathLst>
                <a:path extrusionOk="0" h="60311" w="60310">
                  <a:moveTo>
                    <a:pt x="30155" y="147"/>
                  </a:moveTo>
                  <a:lnTo>
                    <a:pt x="31690" y="184"/>
                  </a:lnTo>
                  <a:lnTo>
                    <a:pt x="33189" y="330"/>
                  </a:lnTo>
                  <a:lnTo>
                    <a:pt x="34687" y="513"/>
                  </a:lnTo>
                  <a:lnTo>
                    <a:pt x="36186" y="768"/>
                  </a:lnTo>
                  <a:lnTo>
                    <a:pt x="37648" y="1097"/>
                  </a:lnTo>
                  <a:lnTo>
                    <a:pt x="39037" y="1499"/>
                  </a:lnTo>
                  <a:lnTo>
                    <a:pt x="40463" y="1975"/>
                  </a:lnTo>
                  <a:lnTo>
                    <a:pt x="41815" y="2523"/>
                  </a:lnTo>
                  <a:lnTo>
                    <a:pt x="43131" y="3108"/>
                  </a:lnTo>
                  <a:lnTo>
                    <a:pt x="44447" y="3802"/>
                  </a:lnTo>
                  <a:lnTo>
                    <a:pt x="45689" y="4497"/>
                  </a:lnTo>
                  <a:lnTo>
                    <a:pt x="46896" y="5301"/>
                  </a:lnTo>
                  <a:lnTo>
                    <a:pt x="48102" y="6142"/>
                  </a:lnTo>
                  <a:lnTo>
                    <a:pt x="49235" y="7019"/>
                  </a:lnTo>
                  <a:lnTo>
                    <a:pt x="50295" y="7969"/>
                  </a:lnTo>
                  <a:lnTo>
                    <a:pt x="51355" y="8956"/>
                  </a:lnTo>
                  <a:lnTo>
                    <a:pt x="52342" y="10016"/>
                  </a:lnTo>
                  <a:lnTo>
                    <a:pt x="53292" y="11076"/>
                  </a:lnTo>
                  <a:lnTo>
                    <a:pt x="54169" y="12209"/>
                  </a:lnTo>
                  <a:lnTo>
                    <a:pt x="55010" y="13415"/>
                  </a:lnTo>
                  <a:lnTo>
                    <a:pt x="55814" y="14621"/>
                  </a:lnTo>
                  <a:lnTo>
                    <a:pt x="56509" y="15864"/>
                  </a:lnTo>
                  <a:lnTo>
                    <a:pt x="57203" y="17180"/>
                  </a:lnTo>
                  <a:lnTo>
                    <a:pt x="57788" y="18496"/>
                  </a:lnTo>
                  <a:lnTo>
                    <a:pt x="58336" y="19848"/>
                  </a:lnTo>
                  <a:lnTo>
                    <a:pt x="58811" y="21274"/>
                  </a:lnTo>
                  <a:lnTo>
                    <a:pt x="59213" y="22663"/>
                  </a:lnTo>
                  <a:lnTo>
                    <a:pt x="59542" y="24125"/>
                  </a:lnTo>
                  <a:lnTo>
                    <a:pt x="59798" y="25624"/>
                  </a:lnTo>
                  <a:lnTo>
                    <a:pt x="59981" y="27122"/>
                  </a:lnTo>
                  <a:lnTo>
                    <a:pt x="60127" y="28621"/>
                  </a:lnTo>
                  <a:lnTo>
                    <a:pt x="60164" y="30156"/>
                  </a:lnTo>
                  <a:lnTo>
                    <a:pt x="60127" y="31728"/>
                  </a:lnTo>
                  <a:lnTo>
                    <a:pt x="59981" y="33226"/>
                  </a:lnTo>
                  <a:lnTo>
                    <a:pt x="59798" y="34725"/>
                  </a:lnTo>
                  <a:lnTo>
                    <a:pt x="59542" y="36223"/>
                  </a:lnTo>
                  <a:lnTo>
                    <a:pt x="59213" y="37649"/>
                  </a:lnTo>
                  <a:lnTo>
                    <a:pt x="58811" y="39074"/>
                  </a:lnTo>
                  <a:lnTo>
                    <a:pt x="58336" y="40463"/>
                  </a:lnTo>
                  <a:lnTo>
                    <a:pt x="57788" y="41852"/>
                  </a:lnTo>
                  <a:lnTo>
                    <a:pt x="57203" y="43168"/>
                  </a:lnTo>
                  <a:lnTo>
                    <a:pt x="56509" y="44448"/>
                  </a:lnTo>
                  <a:lnTo>
                    <a:pt x="55814" y="45727"/>
                  </a:lnTo>
                  <a:lnTo>
                    <a:pt x="55010" y="46933"/>
                  </a:lnTo>
                  <a:lnTo>
                    <a:pt x="54169" y="48103"/>
                  </a:lnTo>
                  <a:lnTo>
                    <a:pt x="53292" y="49236"/>
                  </a:lnTo>
                  <a:lnTo>
                    <a:pt x="52342" y="50332"/>
                  </a:lnTo>
                  <a:lnTo>
                    <a:pt x="51355" y="51392"/>
                  </a:lnTo>
                  <a:lnTo>
                    <a:pt x="50295" y="52379"/>
                  </a:lnTo>
                  <a:lnTo>
                    <a:pt x="49235" y="53330"/>
                  </a:lnTo>
                  <a:lnTo>
                    <a:pt x="48102" y="54207"/>
                  </a:lnTo>
                  <a:lnTo>
                    <a:pt x="46896" y="55048"/>
                  </a:lnTo>
                  <a:lnTo>
                    <a:pt x="45689" y="55815"/>
                  </a:lnTo>
                  <a:lnTo>
                    <a:pt x="44447" y="56546"/>
                  </a:lnTo>
                  <a:lnTo>
                    <a:pt x="43131" y="57204"/>
                  </a:lnTo>
                  <a:lnTo>
                    <a:pt x="41815" y="57825"/>
                  </a:lnTo>
                  <a:lnTo>
                    <a:pt x="40463" y="58374"/>
                  </a:lnTo>
                  <a:lnTo>
                    <a:pt x="39037" y="58849"/>
                  </a:lnTo>
                  <a:lnTo>
                    <a:pt x="37648" y="59251"/>
                  </a:lnTo>
                  <a:lnTo>
                    <a:pt x="36186" y="59580"/>
                  </a:lnTo>
                  <a:lnTo>
                    <a:pt x="34687" y="59836"/>
                  </a:lnTo>
                  <a:lnTo>
                    <a:pt x="33189" y="60019"/>
                  </a:lnTo>
                  <a:lnTo>
                    <a:pt x="31690" y="60128"/>
                  </a:lnTo>
                  <a:lnTo>
                    <a:pt x="30155" y="60201"/>
                  </a:lnTo>
                  <a:lnTo>
                    <a:pt x="28583" y="60128"/>
                  </a:lnTo>
                  <a:lnTo>
                    <a:pt x="27085" y="60019"/>
                  </a:lnTo>
                  <a:lnTo>
                    <a:pt x="25586" y="59836"/>
                  </a:lnTo>
                  <a:lnTo>
                    <a:pt x="24088" y="59580"/>
                  </a:lnTo>
                  <a:lnTo>
                    <a:pt x="22662" y="59251"/>
                  </a:lnTo>
                  <a:lnTo>
                    <a:pt x="21237" y="58849"/>
                  </a:lnTo>
                  <a:lnTo>
                    <a:pt x="19848" y="58374"/>
                  </a:lnTo>
                  <a:lnTo>
                    <a:pt x="18459" y="57825"/>
                  </a:lnTo>
                  <a:lnTo>
                    <a:pt x="17143" y="57204"/>
                  </a:lnTo>
                  <a:lnTo>
                    <a:pt x="15863" y="56546"/>
                  </a:lnTo>
                  <a:lnTo>
                    <a:pt x="14584" y="55815"/>
                  </a:lnTo>
                  <a:lnTo>
                    <a:pt x="13378" y="55048"/>
                  </a:lnTo>
                  <a:lnTo>
                    <a:pt x="12208" y="54207"/>
                  </a:lnTo>
                  <a:lnTo>
                    <a:pt x="11075" y="53330"/>
                  </a:lnTo>
                  <a:lnTo>
                    <a:pt x="9979" y="52379"/>
                  </a:lnTo>
                  <a:lnTo>
                    <a:pt x="8919" y="51392"/>
                  </a:lnTo>
                  <a:lnTo>
                    <a:pt x="7932" y="50332"/>
                  </a:lnTo>
                  <a:lnTo>
                    <a:pt x="6981" y="49236"/>
                  </a:lnTo>
                  <a:lnTo>
                    <a:pt x="6104" y="48103"/>
                  </a:lnTo>
                  <a:lnTo>
                    <a:pt x="5264" y="46933"/>
                  </a:lnTo>
                  <a:lnTo>
                    <a:pt x="4496" y="45727"/>
                  </a:lnTo>
                  <a:lnTo>
                    <a:pt x="3765" y="44448"/>
                  </a:lnTo>
                  <a:lnTo>
                    <a:pt x="3107" y="43168"/>
                  </a:lnTo>
                  <a:lnTo>
                    <a:pt x="2486" y="41852"/>
                  </a:lnTo>
                  <a:lnTo>
                    <a:pt x="1937" y="40463"/>
                  </a:lnTo>
                  <a:lnTo>
                    <a:pt x="1462" y="39074"/>
                  </a:lnTo>
                  <a:lnTo>
                    <a:pt x="1060" y="37649"/>
                  </a:lnTo>
                  <a:lnTo>
                    <a:pt x="731" y="36223"/>
                  </a:lnTo>
                  <a:lnTo>
                    <a:pt x="475" y="34725"/>
                  </a:lnTo>
                  <a:lnTo>
                    <a:pt x="293" y="33226"/>
                  </a:lnTo>
                  <a:lnTo>
                    <a:pt x="183" y="31728"/>
                  </a:lnTo>
                  <a:lnTo>
                    <a:pt x="146" y="30156"/>
                  </a:lnTo>
                  <a:lnTo>
                    <a:pt x="183" y="28621"/>
                  </a:lnTo>
                  <a:lnTo>
                    <a:pt x="293" y="27122"/>
                  </a:lnTo>
                  <a:lnTo>
                    <a:pt x="475" y="25624"/>
                  </a:lnTo>
                  <a:lnTo>
                    <a:pt x="731" y="24125"/>
                  </a:lnTo>
                  <a:lnTo>
                    <a:pt x="1060" y="22663"/>
                  </a:lnTo>
                  <a:lnTo>
                    <a:pt x="1462" y="21274"/>
                  </a:lnTo>
                  <a:lnTo>
                    <a:pt x="1937" y="19848"/>
                  </a:lnTo>
                  <a:lnTo>
                    <a:pt x="2486" y="18496"/>
                  </a:lnTo>
                  <a:lnTo>
                    <a:pt x="3107" y="17180"/>
                  </a:lnTo>
                  <a:lnTo>
                    <a:pt x="3765" y="15864"/>
                  </a:lnTo>
                  <a:lnTo>
                    <a:pt x="4496" y="14621"/>
                  </a:lnTo>
                  <a:lnTo>
                    <a:pt x="5264" y="13415"/>
                  </a:lnTo>
                  <a:lnTo>
                    <a:pt x="6104" y="12209"/>
                  </a:lnTo>
                  <a:lnTo>
                    <a:pt x="6981" y="11076"/>
                  </a:lnTo>
                  <a:lnTo>
                    <a:pt x="7932" y="10016"/>
                  </a:lnTo>
                  <a:lnTo>
                    <a:pt x="8919" y="8956"/>
                  </a:lnTo>
                  <a:lnTo>
                    <a:pt x="9979" y="7969"/>
                  </a:lnTo>
                  <a:lnTo>
                    <a:pt x="11075" y="7019"/>
                  </a:lnTo>
                  <a:lnTo>
                    <a:pt x="12208" y="6142"/>
                  </a:lnTo>
                  <a:lnTo>
                    <a:pt x="13378" y="5301"/>
                  </a:lnTo>
                  <a:lnTo>
                    <a:pt x="14584" y="4497"/>
                  </a:lnTo>
                  <a:lnTo>
                    <a:pt x="15863" y="3802"/>
                  </a:lnTo>
                  <a:lnTo>
                    <a:pt x="17143" y="3108"/>
                  </a:lnTo>
                  <a:lnTo>
                    <a:pt x="18459" y="2523"/>
                  </a:lnTo>
                  <a:lnTo>
                    <a:pt x="19848" y="1975"/>
                  </a:lnTo>
                  <a:lnTo>
                    <a:pt x="21237" y="1499"/>
                  </a:lnTo>
                  <a:lnTo>
                    <a:pt x="22662" y="1097"/>
                  </a:lnTo>
                  <a:lnTo>
                    <a:pt x="24088" y="768"/>
                  </a:lnTo>
                  <a:lnTo>
                    <a:pt x="25586" y="513"/>
                  </a:lnTo>
                  <a:lnTo>
                    <a:pt x="27085" y="330"/>
                  </a:lnTo>
                  <a:lnTo>
                    <a:pt x="28583" y="184"/>
                  </a:lnTo>
                  <a:lnTo>
                    <a:pt x="30155" y="147"/>
                  </a:lnTo>
                  <a:close/>
                  <a:moveTo>
                    <a:pt x="30155" y="1"/>
                  </a:moveTo>
                  <a:lnTo>
                    <a:pt x="28620" y="37"/>
                  </a:lnTo>
                  <a:lnTo>
                    <a:pt x="27158" y="147"/>
                  </a:lnTo>
                  <a:lnTo>
                    <a:pt x="25659" y="330"/>
                  </a:lnTo>
                  <a:lnTo>
                    <a:pt x="24197" y="586"/>
                  </a:lnTo>
                  <a:lnTo>
                    <a:pt x="22772" y="915"/>
                  </a:lnTo>
                  <a:lnTo>
                    <a:pt x="21346" y="1317"/>
                  </a:lnTo>
                  <a:lnTo>
                    <a:pt x="19957" y="1755"/>
                  </a:lnTo>
                  <a:lnTo>
                    <a:pt x="18605" y="2304"/>
                  </a:lnTo>
                  <a:lnTo>
                    <a:pt x="17252" y="2888"/>
                  </a:lnTo>
                  <a:lnTo>
                    <a:pt x="15937" y="3546"/>
                  </a:lnTo>
                  <a:lnTo>
                    <a:pt x="14657" y="4277"/>
                  </a:lnTo>
                  <a:lnTo>
                    <a:pt x="13415" y="5082"/>
                  </a:lnTo>
                  <a:lnTo>
                    <a:pt x="12208" y="5922"/>
                  </a:lnTo>
                  <a:lnTo>
                    <a:pt x="11039" y="6836"/>
                  </a:lnTo>
                  <a:lnTo>
                    <a:pt x="9906" y="7823"/>
                  </a:lnTo>
                  <a:lnTo>
                    <a:pt x="8809" y="8846"/>
                  </a:lnTo>
                  <a:lnTo>
                    <a:pt x="7786" y="9943"/>
                  </a:lnTo>
                  <a:lnTo>
                    <a:pt x="6799" y="11076"/>
                  </a:lnTo>
                  <a:lnTo>
                    <a:pt x="5885" y="12246"/>
                  </a:lnTo>
                  <a:lnTo>
                    <a:pt x="5044" y="13452"/>
                  </a:lnTo>
                  <a:lnTo>
                    <a:pt x="4240" y="14695"/>
                  </a:lnTo>
                  <a:lnTo>
                    <a:pt x="3509" y="15974"/>
                  </a:lnTo>
                  <a:lnTo>
                    <a:pt x="2851" y="17290"/>
                  </a:lnTo>
                  <a:lnTo>
                    <a:pt x="2266" y="18606"/>
                  </a:lnTo>
                  <a:lnTo>
                    <a:pt x="1755" y="19995"/>
                  </a:lnTo>
                  <a:lnTo>
                    <a:pt x="1279" y="21384"/>
                  </a:lnTo>
                  <a:lnTo>
                    <a:pt x="877" y="22809"/>
                  </a:lnTo>
                  <a:lnTo>
                    <a:pt x="548" y="24235"/>
                  </a:lnTo>
                  <a:lnTo>
                    <a:pt x="329" y="25697"/>
                  </a:lnTo>
                  <a:lnTo>
                    <a:pt x="146" y="27159"/>
                  </a:lnTo>
                  <a:lnTo>
                    <a:pt x="37" y="28657"/>
                  </a:lnTo>
                  <a:lnTo>
                    <a:pt x="0" y="30156"/>
                  </a:lnTo>
                  <a:lnTo>
                    <a:pt x="37" y="31691"/>
                  </a:lnTo>
                  <a:lnTo>
                    <a:pt x="146" y="33153"/>
                  </a:lnTo>
                  <a:lnTo>
                    <a:pt x="329" y="34652"/>
                  </a:lnTo>
                  <a:lnTo>
                    <a:pt x="548" y="36114"/>
                  </a:lnTo>
                  <a:lnTo>
                    <a:pt x="877" y="37539"/>
                  </a:lnTo>
                  <a:lnTo>
                    <a:pt x="1279" y="38965"/>
                  </a:lnTo>
                  <a:lnTo>
                    <a:pt x="1755" y="40354"/>
                  </a:lnTo>
                  <a:lnTo>
                    <a:pt x="2266" y="41706"/>
                  </a:lnTo>
                  <a:lnTo>
                    <a:pt x="2851" y="43059"/>
                  </a:lnTo>
                  <a:lnTo>
                    <a:pt x="3509" y="44374"/>
                  </a:lnTo>
                  <a:lnTo>
                    <a:pt x="4240" y="45654"/>
                  </a:lnTo>
                  <a:lnTo>
                    <a:pt x="5044" y="46897"/>
                  </a:lnTo>
                  <a:lnTo>
                    <a:pt x="5885" y="48103"/>
                  </a:lnTo>
                  <a:lnTo>
                    <a:pt x="6799" y="49272"/>
                  </a:lnTo>
                  <a:lnTo>
                    <a:pt x="7786" y="50405"/>
                  </a:lnTo>
                  <a:lnTo>
                    <a:pt x="8809" y="51502"/>
                  </a:lnTo>
                  <a:lnTo>
                    <a:pt x="9906" y="52525"/>
                  </a:lnTo>
                  <a:lnTo>
                    <a:pt x="11039" y="53512"/>
                  </a:lnTo>
                  <a:lnTo>
                    <a:pt x="12208" y="54426"/>
                  </a:lnTo>
                  <a:lnTo>
                    <a:pt x="13415" y="55267"/>
                  </a:lnTo>
                  <a:lnTo>
                    <a:pt x="14657" y="56071"/>
                  </a:lnTo>
                  <a:lnTo>
                    <a:pt x="15937" y="56802"/>
                  </a:lnTo>
                  <a:lnTo>
                    <a:pt x="17252" y="57460"/>
                  </a:lnTo>
                  <a:lnTo>
                    <a:pt x="18605" y="58045"/>
                  </a:lnTo>
                  <a:lnTo>
                    <a:pt x="19957" y="58556"/>
                  </a:lnTo>
                  <a:lnTo>
                    <a:pt x="21346" y="59032"/>
                  </a:lnTo>
                  <a:lnTo>
                    <a:pt x="22772" y="59434"/>
                  </a:lnTo>
                  <a:lnTo>
                    <a:pt x="24197" y="59763"/>
                  </a:lnTo>
                  <a:lnTo>
                    <a:pt x="25659" y="59982"/>
                  </a:lnTo>
                  <a:lnTo>
                    <a:pt x="27158" y="60165"/>
                  </a:lnTo>
                  <a:lnTo>
                    <a:pt x="28620" y="60274"/>
                  </a:lnTo>
                  <a:lnTo>
                    <a:pt x="30155" y="60311"/>
                  </a:lnTo>
                  <a:lnTo>
                    <a:pt x="31654" y="60274"/>
                  </a:lnTo>
                  <a:lnTo>
                    <a:pt x="33152" y="60165"/>
                  </a:lnTo>
                  <a:lnTo>
                    <a:pt x="34614" y="59982"/>
                  </a:lnTo>
                  <a:lnTo>
                    <a:pt x="36076" y="59763"/>
                  </a:lnTo>
                  <a:lnTo>
                    <a:pt x="37502" y="59434"/>
                  </a:lnTo>
                  <a:lnTo>
                    <a:pt x="38927" y="59032"/>
                  </a:lnTo>
                  <a:lnTo>
                    <a:pt x="40316" y="58556"/>
                  </a:lnTo>
                  <a:lnTo>
                    <a:pt x="41705" y="58045"/>
                  </a:lnTo>
                  <a:lnTo>
                    <a:pt x="43021" y="57460"/>
                  </a:lnTo>
                  <a:lnTo>
                    <a:pt x="44337" y="56802"/>
                  </a:lnTo>
                  <a:lnTo>
                    <a:pt x="45616" y="56071"/>
                  </a:lnTo>
                  <a:lnTo>
                    <a:pt x="46859" y="55267"/>
                  </a:lnTo>
                  <a:lnTo>
                    <a:pt x="48065" y="54426"/>
                  </a:lnTo>
                  <a:lnTo>
                    <a:pt x="49235" y="53512"/>
                  </a:lnTo>
                  <a:lnTo>
                    <a:pt x="50368" y="52525"/>
                  </a:lnTo>
                  <a:lnTo>
                    <a:pt x="51465" y="51502"/>
                  </a:lnTo>
                  <a:lnTo>
                    <a:pt x="52488" y="50405"/>
                  </a:lnTo>
                  <a:lnTo>
                    <a:pt x="53475" y="49272"/>
                  </a:lnTo>
                  <a:lnTo>
                    <a:pt x="54389" y="48103"/>
                  </a:lnTo>
                  <a:lnTo>
                    <a:pt x="55266" y="46897"/>
                  </a:lnTo>
                  <a:lnTo>
                    <a:pt x="56033" y="45654"/>
                  </a:lnTo>
                  <a:lnTo>
                    <a:pt x="56765" y="44374"/>
                  </a:lnTo>
                  <a:lnTo>
                    <a:pt x="57422" y="43059"/>
                  </a:lnTo>
                  <a:lnTo>
                    <a:pt x="58007" y="41706"/>
                  </a:lnTo>
                  <a:lnTo>
                    <a:pt x="58556" y="40354"/>
                  </a:lnTo>
                  <a:lnTo>
                    <a:pt x="58994" y="38965"/>
                  </a:lnTo>
                  <a:lnTo>
                    <a:pt x="59396" y="37539"/>
                  </a:lnTo>
                  <a:lnTo>
                    <a:pt x="59725" y="36114"/>
                  </a:lnTo>
                  <a:lnTo>
                    <a:pt x="59981" y="34652"/>
                  </a:lnTo>
                  <a:lnTo>
                    <a:pt x="60164" y="33153"/>
                  </a:lnTo>
                  <a:lnTo>
                    <a:pt x="60273" y="31691"/>
                  </a:lnTo>
                  <a:lnTo>
                    <a:pt x="60310" y="30156"/>
                  </a:lnTo>
                  <a:lnTo>
                    <a:pt x="60273" y="28657"/>
                  </a:lnTo>
                  <a:lnTo>
                    <a:pt x="60164" y="27159"/>
                  </a:lnTo>
                  <a:lnTo>
                    <a:pt x="59981" y="25697"/>
                  </a:lnTo>
                  <a:lnTo>
                    <a:pt x="59725" y="24235"/>
                  </a:lnTo>
                  <a:lnTo>
                    <a:pt x="59396" y="22809"/>
                  </a:lnTo>
                  <a:lnTo>
                    <a:pt x="58994" y="21384"/>
                  </a:lnTo>
                  <a:lnTo>
                    <a:pt x="58556" y="19995"/>
                  </a:lnTo>
                  <a:lnTo>
                    <a:pt x="58007" y="18606"/>
                  </a:lnTo>
                  <a:lnTo>
                    <a:pt x="57422" y="17290"/>
                  </a:lnTo>
                  <a:lnTo>
                    <a:pt x="56765" y="15974"/>
                  </a:lnTo>
                  <a:lnTo>
                    <a:pt x="56033" y="14695"/>
                  </a:lnTo>
                  <a:lnTo>
                    <a:pt x="55266" y="13452"/>
                  </a:lnTo>
                  <a:lnTo>
                    <a:pt x="54389" y="12246"/>
                  </a:lnTo>
                  <a:lnTo>
                    <a:pt x="53475" y="11076"/>
                  </a:lnTo>
                  <a:lnTo>
                    <a:pt x="52488" y="9943"/>
                  </a:lnTo>
                  <a:lnTo>
                    <a:pt x="51465" y="8846"/>
                  </a:lnTo>
                  <a:lnTo>
                    <a:pt x="50368" y="7823"/>
                  </a:lnTo>
                  <a:lnTo>
                    <a:pt x="49235" y="6836"/>
                  </a:lnTo>
                  <a:lnTo>
                    <a:pt x="48065" y="5922"/>
                  </a:lnTo>
                  <a:lnTo>
                    <a:pt x="46859" y="5082"/>
                  </a:lnTo>
                  <a:lnTo>
                    <a:pt x="45616" y="4277"/>
                  </a:lnTo>
                  <a:lnTo>
                    <a:pt x="44337" y="3546"/>
                  </a:lnTo>
                  <a:lnTo>
                    <a:pt x="43021" y="2888"/>
                  </a:lnTo>
                  <a:lnTo>
                    <a:pt x="41705" y="2304"/>
                  </a:lnTo>
                  <a:lnTo>
                    <a:pt x="40316" y="1755"/>
                  </a:lnTo>
                  <a:lnTo>
                    <a:pt x="38927" y="1317"/>
                  </a:lnTo>
                  <a:lnTo>
                    <a:pt x="37502" y="915"/>
                  </a:lnTo>
                  <a:lnTo>
                    <a:pt x="36076" y="586"/>
                  </a:lnTo>
                  <a:lnTo>
                    <a:pt x="34614" y="330"/>
                  </a:lnTo>
                  <a:lnTo>
                    <a:pt x="33152" y="147"/>
                  </a:lnTo>
                  <a:lnTo>
                    <a:pt x="31654" y="37"/>
                  </a:lnTo>
                  <a:lnTo>
                    <a:pt x="30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258250" y="1035850"/>
              <a:ext cx="1132200" cy="1132200"/>
            </a:xfrm>
            <a:custGeom>
              <a:rect b="b" l="l" r="r" t="t"/>
              <a:pathLst>
                <a:path extrusionOk="0" h="45288" w="45288">
                  <a:moveTo>
                    <a:pt x="22662" y="147"/>
                  </a:moveTo>
                  <a:lnTo>
                    <a:pt x="23795" y="183"/>
                  </a:lnTo>
                  <a:lnTo>
                    <a:pt x="24928" y="256"/>
                  </a:lnTo>
                  <a:lnTo>
                    <a:pt x="26061" y="403"/>
                  </a:lnTo>
                  <a:lnTo>
                    <a:pt x="27158" y="622"/>
                  </a:lnTo>
                  <a:lnTo>
                    <a:pt x="28254" y="878"/>
                  </a:lnTo>
                  <a:lnTo>
                    <a:pt x="29314" y="1170"/>
                  </a:lnTo>
                  <a:lnTo>
                    <a:pt x="30374" y="1536"/>
                  </a:lnTo>
                  <a:lnTo>
                    <a:pt x="31398" y="1938"/>
                  </a:lnTo>
                  <a:lnTo>
                    <a:pt x="32385" y="2376"/>
                  </a:lnTo>
                  <a:lnTo>
                    <a:pt x="33372" y="2852"/>
                  </a:lnTo>
                  <a:lnTo>
                    <a:pt x="34285" y="3400"/>
                  </a:lnTo>
                  <a:lnTo>
                    <a:pt x="35199" y="3985"/>
                  </a:lnTo>
                  <a:lnTo>
                    <a:pt x="36113" y="4643"/>
                  </a:lnTo>
                  <a:lnTo>
                    <a:pt x="36954" y="5300"/>
                  </a:lnTo>
                  <a:lnTo>
                    <a:pt x="37758" y="5995"/>
                  </a:lnTo>
                  <a:lnTo>
                    <a:pt x="38525" y="6763"/>
                  </a:lnTo>
                  <a:lnTo>
                    <a:pt x="39293" y="7530"/>
                  </a:lnTo>
                  <a:lnTo>
                    <a:pt x="39987" y="8334"/>
                  </a:lnTo>
                  <a:lnTo>
                    <a:pt x="40682" y="9211"/>
                  </a:lnTo>
                  <a:lnTo>
                    <a:pt x="41303" y="10089"/>
                  </a:lnTo>
                  <a:lnTo>
                    <a:pt x="41888" y="11003"/>
                  </a:lnTo>
                  <a:lnTo>
                    <a:pt x="42436" y="11916"/>
                  </a:lnTo>
                  <a:lnTo>
                    <a:pt x="42912" y="12903"/>
                  </a:lnTo>
                  <a:lnTo>
                    <a:pt x="43350" y="13890"/>
                  </a:lnTo>
                  <a:lnTo>
                    <a:pt x="43789" y="14914"/>
                  </a:lnTo>
                  <a:lnTo>
                    <a:pt x="44118" y="15974"/>
                  </a:lnTo>
                  <a:lnTo>
                    <a:pt x="44447" y="17034"/>
                  </a:lnTo>
                  <a:lnTo>
                    <a:pt x="44666" y="18130"/>
                  </a:lnTo>
                  <a:lnTo>
                    <a:pt x="44885" y="19227"/>
                  </a:lnTo>
                  <a:lnTo>
                    <a:pt x="45032" y="20360"/>
                  </a:lnTo>
                  <a:lnTo>
                    <a:pt x="45105" y="21493"/>
                  </a:lnTo>
                  <a:lnTo>
                    <a:pt x="45141" y="22626"/>
                  </a:lnTo>
                  <a:lnTo>
                    <a:pt x="45105" y="23796"/>
                  </a:lnTo>
                  <a:lnTo>
                    <a:pt x="45032" y="24929"/>
                  </a:lnTo>
                  <a:lnTo>
                    <a:pt x="44885" y="26062"/>
                  </a:lnTo>
                  <a:lnTo>
                    <a:pt x="44666" y="27158"/>
                  </a:lnTo>
                  <a:lnTo>
                    <a:pt x="44447" y="28255"/>
                  </a:lnTo>
                  <a:lnTo>
                    <a:pt x="44118" y="29315"/>
                  </a:lnTo>
                  <a:lnTo>
                    <a:pt x="43789" y="30375"/>
                  </a:lnTo>
                  <a:lnTo>
                    <a:pt x="43350" y="31398"/>
                  </a:lnTo>
                  <a:lnTo>
                    <a:pt x="42912" y="32385"/>
                  </a:lnTo>
                  <a:lnTo>
                    <a:pt x="42436" y="33336"/>
                  </a:lnTo>
                  <a:lnTo>
                    <a:pt x="41888" y="34286"/>
                  </a:lnTo>
                  <a:lnTo>
                    <a:pt x="41303" y="35200"/>
                  </a:lnTo>
                  <a:lnTo>
                    <a:pt x="40682" y="36077"/>
                  </a:lnTo>
                  <a:lnTo>
                    <a:pt x="39987" y="36954"/>
                  </a:lnTo>
                  <a:lnTo>
                    <a:pt x="39293" y="37758"/>
                  </a:lnTo>
                  <a:lnTo>
                    <a:pt x="38525" y="38526"/>
                  </a:lnTo>
                  <a:lnTo>
                    <a:pt x="37758" y="39293"/>
                  </a:lnTo>
                  <a:lnTo>
                    <a:pt x="36954" y="39988"/>
                  </a:lnTo>
                  <a:lnTo>
                    <a:pt x="36113" y="40646"/>
                  </a:lnTo>
                  <a:lnTo>
                    <a:pt x="35199" y="41304"/>
                  </a:lnTo>
                  <a:lnTo>
                    <a:pt x="34285" y="41889"/>
                  </a:lnTo>
                  <a:lnTo>
                    <a:pt x="33372" y="42400"/>
                  </a:lnTo>
                  <a:lnTo>
                    <a:pt x="32385" y="42912"/>
                  </a:lnTo>
                  <a:lnTo>
                    <a:pt x="31398" y="43351"/>
                  </a:lnTo>
                  <a:lnTo>
                    <a:pt x="30374" y="43753"/>
                  </a:lnTo>
                  <a:lnTo>
                    <a:pt x="29314" y="44118"/>
                  </a:lnTo>
                  <a:lnTo>
                    <a:pt x="28254" y="44411"/>
                  </a:lnTo>
                  <a:lnTo>
                    <a:pt x="27158" y="44666"/>
                  </a:lnTo>
                  <a:lnTo>
                    <a:pt x="26061" y="44886"/>
                  </a:lnTo>
                  <a:lnTo>
                    <a:pt x="24928" y="45032"/>
                  </a:lnTo>
                  <a:lnTo>
                    <a:pt x="23795" y="45105"/>
                  </a:lnTo>
                  <a:lnTo>
                    <a:pt x="22662" y="45142"/>
                  </a:lnTo>
                  <a:lnTo>
                    <a:pt x="21492" y="45105"/>
                  </a:lnTo>
                  <a:lnTo>
                    <a:pt x="20359" y="45032"/>
                  </a:lnTo>
                  <a:lnTo>
                    <a:pt x="19226" y="44886"/>
                  </a:lnTo>
                  <a:lnTo>
                    <a:pt x="18130" y="44666"/>
                  </a:lnTo>
                  <a:lnTo>
                    <a:pt x="17033" y="44411"/>
                  </a:lnTo>
                  <a:lnTo>
                    <a:pt x="15973" y="44118"/>
                  </a:lnTo>
                  <a:lnTo>
                    <a:pt x="14913" y="43753"/>
                  </a:lnTo>
                  <a:lnTo>
                    <a:pt x="13890" y="43351"/>
                  </a:lnTo>
                  <a:lnTo>
                    <a:pt x="12903" y="42912"/>
                  </a:lnTo>
                  <a:lnTo>
                    <a:pt x="11953" y="42400"/>
                  </a:lnTo>
                  <a:lnTo>
                    <a:pt x="11002" y="41889"/>
                  </a:lnTo>
                  <a:lnTo>
                    <a:pt x="10088" y="41304"/>
                  </a:lnTo>
                  <a:lnTo>
                    <a:pt x="9211" y="40646"/>
                  </a:lnTo>
                  <a:lnTo>
                    <a:pt x="8334" y="39988"/>
                  </a:lnTo>
                  <a:lnTo>
                    <a:pt x="7530" y="39293"/>
                  </a:lnTo>
                  <a:lnTo>
                    <a:pt x="6762" y="38526"/>
                  </a:lnTo>
                  <a:lnTo>
                    <a:pt x="5995" y="37758"/>
                  </a:lnTo>
                  <a:lnTo>
                    <a:pt x="5300" y="36954"/>
                  </a:lnTo>
                  <a:lnTo>
                    <a:pt x="4642" y="36077"/>
                  </a:lnTo>
                  <a:lnTo>
                    <a:pt x="3984" y="35200"/>
                  </a:lnTo>
                  <a:lnTo>
                    <a:pt x="3399" y="34286"/>
                  </a:lnTo>
                  <a:lnTo>
                    <a:pt x="2888" y="33336"/>
                  </a:lnTo>
                  <a:lnTo>
                    <a:pt x="2376" y="32385"/>
                  </a:lnTo>
                  <a:lnTo>
                    <a:pt x="1937" y="31398"/>
                  </a:lnTo>
                  <a:lnTo>
                    <a:pt x="1535" y="30375"/>
                  </a:lnTo>
                  <a:lnTo>
                    <a:pt x="1170" y="29315"/>
                  </a:lnTo>
                  <a:lnTo>
                    <a:pt x="877" y="28255"/>
                  </a:lnTo>
                  <a:lnTo>
                    <a:pt x="622" y="27158"/>
                  </a:lnTo>
                  <a:lnTo>
                    <a:pt x="402" y="26062"/>
                  </a:lnTo>
                  <a:lnTo>
                    <a:pt x="256" y="24929"/>
                  </a:lnTo>
                  <a:lnTo>
                    <a:pt x="183" y="23796"/>
                  </a:lnTo>
                  <a:lnTo>
                    <a:pt x="146" y="22626"/>
                  </a:lnTo>
                  <a:lnTo>
                    <a:pt x="183" y="21493"/>
                  </a:lnTo>
                  <a:lnTo>
                    <a:pt x="256" y="20360"/>
                  </a:lnTo>
                  <a:lnTo>
                    <a:pt x="402" y="19227"/>
                  </a:lnTo>
                  <a:lnTo>
                    <a:pt x="622" y="18130"/>
                  </a:lnTo>
                  <a:lnTo>
                    <a:pt x="877" y="17034"/>
                  </a:lnTo>
                  <a:lnTo>
                    <a:pt x="1170" y="15974"/>
                  </a:lnTo>
                  <a:lnTo>
                    <a:pt x="1535" y="14914"/>
                  </a:lnTo>
                  <a:lnTo>
                    <a:pt x="1937" y="13890"/>
                  </a:lnTo>
                  <a:lnTo>
                    <a:pt x="2376" y="12903"/>
                  </a:lnTo>
                  <a:lnTo>
                    <a:pt x="2888" y="11916"/>
                  </a:lnTo>
                  <a:lnTo>
                    <a:pt x="3399" y="11003"/>
                  </a:lnTo>
                  <a:lnTo>
                    <a:pt x="3984" y="10089"/>
                  </a:lnTo>
                  <a:lnTo>
                    <a:pt x="4642" y="9211"/>
                  </a:lnTo>
                  <a:lnTo>
                    <a:pt x="5300" y="8334"/>
                  </a:lnTo>
                  <a:lnTo>
                    <a:pt x="5995" y="7530"/>
                  </a:lnTo>
                  <a:lnTo>
                    <a:pt x="6762" y="6763"/>
                  </a:lnTo>
                  <a:lnTo>
                    <a:pt x="7530" y="5995"/>
                  </a:lnTo>
                  <a:lnTo>
                    <a:pt x="8334" y="5300"/>
                  </a:lnTo>
                  <a:lnTo>
                    <a:pt x="9211" y="4643"/>
                  </a:lnTo>
                  <a:lnTo>
                    <a:pt x="10088" y="3985"/>
                  </a:lnTo>
                  <a:lnTo>
                    <a:pt x="11002" y="3400"/>
                  </a:lnTo>
                  <a:lnTo>
                    <a:pt x="11953" y="2852"/>
                  </a:lnTo>
                  <a:lnTo>
                    <a:pt x="12903" y="2376"/>
                  </a:lnTo>
                  <a:lnTo>
                    <a:pt x="13890" y="1938"/>
                  </a:lnTo>
                  <a:lnTo>
                    <a:pt x="14913" y="1536"/>
                  </a:lnTo>
                  <a:lnTo>
                    <a:pt x="15973" y="1170"/>
                  </a:lnTo>
                  <a:lnTo>
                    <a:pt x="17033" y="878"/>
                  </a:lnTo>
                  <a:lnTo>
                    <a:pt x="18130" y="622"/>
                  </a:lnTo>
                  <a:lnTo>
                    <a:pt x="19226" y="403"/>
                  </a:lnTo>
                  <a:lnTo>
                    <a:pt x="20359" y="256"/>
                  </a:lnTo>
                  <a:lnTo>
                    <a:pt x="21492" y="183"/>
                  </a:lnTo>
                  <a:lnTo>
                    <a:pt x="22662" y="147"/>
                  </a:lnTo>
                  <a:close/>
                  <a:moveTo>
                    <a:pt x="22662" y="0"/>
                  </a:moveTo>
                  <a:lnTo>
                    <a:pt x="21492" y="37"/>
                  </a:lnTo>
                  <a:lnTo>
                    <a:pt x="20323" y="110"/>
                  </a:lnTo>
                  <a:lnTo>
                    <a:pt x="19190" y="256"/>
                  </a:lnTo>
                  <a:lnTo>
                    <a:pt x="18093" y="476"/>
                  </a:lnTo>
                  <a:lnTo>
                    <a:pt x="16997" y="732"/>
                  </a:lnTo>
                  <a:lnTo>
                    <a:pt x="15937" y="1024"/>
                  </a:lnTo>
                  <a:lnTo>
                    <a:pt x="14877" y="1389"/>
                  </a:lnTo>
                  <a:lnTo>
                    <a:pt x="13853" y="1792"/>
                  </a:lnTo>
                  <a:lnTo>
                    <a:pt x="12830" y="2230"/>
                  </a:lnTo>
                  <a:lnTo>
                    <a:pt x="11879" y="2742"/>
                  </a:lnTo>
                  <a:lnTo>
                    <a:pt x="10929" y="3290"/>
                  </a:lnTo>
                  <a:lnTo>
                    <a:pt x="10015" y="3875"/>
                  </a:lnTo>
                  <a:lnTo>
                    <a:pt x="9102" y="4496"/>
                  </a:lnTo>
                  <a:lnTo>
                    <a:pt x="8261" y="5191"/>
                  </a:lnTo>
                  <a:lnTo>
                    <a:pt x="7420" y="5885"/>
                  </a:lnTo>
                  <a:lnTo>
                    <a:pt x="6653" y="6653"/>
                  </a:lnTo>
                  <a:lnTo>
                    <a:pt x="5885" y="7420"/>
                  </a:lnTo>
                  <a:lnTo>
                    <a:pt x="5191" y="8261"/>
                  </a:lnTo>
                  <a:lnTo>
                    <a:pt x="4533" y="9102"/>
                  </a:lnTo>
                  <a:lnTo>
                    <a:pt x="3875" y="9979"/>
                  </a:lnTo>
                  <a:lnTo>
                    <a:pt x="3290" y="10929"/>
                  </a:lnTo>
                  <a:lnTo>
                    <a:pt x="2742" y="11880"/>
                  </a:lnTo>
                  <a:lnTo>
                    <a:pt x="2266" y="12830"/>
                  </a:lnTo>
                  <a:lnTo>
                    <a:pt x="1791" y="13854"/>
                  </a:lnTo>
                  <a:lnTo>
                    <a:pt x="1389" y="14877"/>
                  </a:lnTo>
                  <a:lnTo>
                    <a:pt x="1024" y="15900"/>
                  </a:lnTo>
                  <a:lnTo>
                    <a:pt x="731" y="16997"/>
                  </a:lnTo>
                  <a:lnTo>
                    <a:pt x="475" y="18094"/>
                  </a:lnTo>
                  <a:lnTo>
                    <a:pt x="293" y="19190"/>
                  </a:lnTo>
                  <a:lnTo>
                    <a:pt x="146" y="20323"/>
                  </a:lnTo>
                  <a:lnTo>
                    <a:pt x="37" y="21493"/>
                  </a:lnTo>
                  <a:lnTo>
                    <a:pt x="0" y="22626"/>
                  </a:lnTo>
                  <a:lnTo>
                    <a:pt x="37" y="23796"/>
                  </a:lnTo>
                  <a:lnTo>
                    <a:pt x="146" y="24965"/>
                  </a:lnTo>
                  <a:lnTo>
                    <a:pt x="293" y="26098"/>
                  </a:lnTo>
                  <a:lnTo>
                    <a:pt x="475" y="27195"/>
                  </a:lnTo>
                  <a:lnTo>
                    <a:pt x="731" y="28291"/>
                  </a:lnTo>
                  <a:lnTo>
                    <a:pt x="1024" y="29351"/>
                  </a:lnTo>
                  <a:lnTo>
                    <a:pt x="1389" y="30411"/>
                  </a:lnTo>
                  <a:lnTo>
                    <a:pt x="1791" y="31435"/>
                  </a:lnTo>
                  <a:lnTo>
                    <a:pt x="2266" y="32458"/>
                  </a:lnTo>
                  <a:lnTo>
                    <a:pt x="2742" y="33409"/>
                  </a:lnTo>
                  <a:lnTo>
                    <a:pt x="3290" y="34359"/>
                  </a:lnTo>
                  <a:lnTo>
                    <a:pt x="3875" y="35273"/>
                  </a:lnTo>
                  <a:lnTo>
                    <a:pt x="4533" y="36187"/>
                  </a:lnTo>
                  <a:lnTo>
                    <a:pt x="5191" y="37027"/>
                  </a:lnTo>
                  <a:lnTo>
                    <a:pt x="5885" y="37868"/>
                  </a:lnTo>
                  <a:lnTo>
                    <a:pt x="6653" y="38635"/>
                  </a:lnTo>
                  <a:lnTo>
                    <a:pt x="7420" y="39403"/>
                  </a:lnTo>
                  <a:lnTo>
                    <a:pt x="8261" y="40098"/>
                  </a:lnTo>
                  <a:lnTo>
                    <a:pt x="9102" y="40755"/>
                  </a:lnTo>
                  <a:lnTo>
                    <a:pt x="10015" y="41413"/>
                  </a:lnTo>
                  <a:lnTo>
                    <a:pt x="10929" y="41998"/>
                  </a:lnTo>
                  <a:lnTo>
                    <a:pt x="11879" y="42546"/>
                  </a:lnTo>
                  <a:lnTo>
                    <a:pt x="12830" y="43058"/>
                  </a:lnTo>
                  <a:lnTo>
                    <a:pt x="13853" y="43497"/>
                  </a:lnTo>
                  <a:lnTo>
                    <a:pt x="14877" y="43899"/>
                  </a:lnTo>
                  <a:lnTo>
                    <a:pt x="15937" y="44264"/>
                  </a:lnTo>
                  <a:lnTo>
                    <a:pt x="16997" y="44557"/>
                  </a:lnTo>
                  <a:lnTo>
                    <a:pt x="18093" y="44813"/>
                  </a:lnTo>
                  <a:lnTo>
                    <a:pt x="19190" y="45032"/>
                  </a:lnTo>
                  <a:lnTo>
                    <a:pt x="20323" y="45142"/>
                  </a:lnTo>
                  <a:lnTo>
                    <a:pt x="21492" y="45251"/>
                  </a:lnTo>
                  <a:lnTo>
                    <a:pt x="22662" y="45288"/>
                  </a:lnTo>
                  <a:lnTo>
                    <a:pt x="23795" y="45251"/>
                  </a:lnTo>
                  <a:lnTo>
                    <a:pt x="24965" y="45142"/>
                  </a:lnTo>
                  <a:lnTo>
                    <a:pt x="26098" y="45032"/>
                  </a:lnTo>
                  <a:lnTo>
                    <a:pt x="27194" y="44813"/>
                  </a:lnTo>
                  <a:lnTo>
                    <a:pt x="28291" y="44557"/>
                  </a:lnTo>
                  <a:lnTo>
                    <a:pt x="29388" y="44264"/>
                  </a:lnTo>
                  <a:lnTo>
                    <a:pt x="30411" y="43899"/>
                  </a:lnTo>
                  <a:lnTo>
                    <a:pt x="31434" y="43497"/>
                  </a:lnTo>
                  <a:lnTo>
                    <a:pt x="32458" y="43058"/>
                  </a:lnTo>
                  <a:lnTo>
                    <a:pt x="33445" y="42546"/>
                  </a:lnTo>
                  <a:lnTo>
                    <a:pt x="34359" y="41998"/>
                  </a:lnTo>
                  <a:lnTo>
                    <a:pt x="35309" y="41413"/>
                  </a:lnTo>
                  <a:lnTo>
                    <a:pt x="36186" y="40755"/>
                  </a:lnTo>
                  <a:lnTo>
                    <a:pt x="37027" y="40098"/>
                  </a:lnTo>
                  <a:lnTo>
                    <a:pt x="37867" y="39403"/>
                  </a:lnTo>
                  <a:lnTo>
                    <a:pt x="38635" y="38635"/>
                  </a:lnTo>
                  <a:lnTo>
                    <a:pt x="39403" y="37868"/>
                  </a:lnTo>
                  <a:lnTo>
                    <a:pt x="40097" y="37027"/>
                  </a:lnTo>
                  <a:lnTo>
                    <a:pt x="40792" y="36187"/>
                  </a:lnTo>
                  <a:lnTo>
                    <a:pt x="41413" y="35273"/>
                  </a:lnTo>
                  <a:lnTo>
                    <a:pt x="41998" y="34359"/>
                  </a:lnTo>
                  <a:lnTo>
                    <a:pt x="42546" y="33409"/>
                  </a:lnTo>
                  <a:lnTo>
                    <a:pt x="43058" y="32458"/>
                  </a:lnTo>
                  <a:lnTo>
                    <a:pt x="43496" y="31435"/>
                  </a:lnTo>
                  <a:lnTo>
                    <a:pt x="43898" y="30411"/>
                  </a:lnTo>
                  <a:lnTo>
                    <a:pt x="44264" y="29351"/>
                  </a:lnTo>
                  <a:lnTo>
                    <a:pt x="44556" y="28291"/>
                  </a:lnTo>
                  <a:lnTo>
                    <a:pt x="44812" y="27195"/>
                  </a:lnTo>
                  <a:lnTo>
                    <a:pt x="45032" y="26098"/>
                  </a:lnTo>
                  <a:lnTo>
                    <a:pt x="45178" y="24965"/>
                  </a:lnTo>
                  <a:lnTo>
                    <a:pt x="45251" y="23796"/>
                  </a:lnTo>
                  <a:lnTo>
                    <a:pt x="45287" y="22626"/>
                  </a:lnTo>
                  <a:lnTo>
                    <a:pt x="45251" y="21493"/>
                  </a:lnTo>
                  <a:lnTo>
                    <a:pt x="45178" y="20323"/>
                  </a:lnTo>
                  <a:lnTo>
                    <a:pt x="45032" y="19190"/>
                  </a:lnTo>
                  <a:lnTo>
                    <a:pt x="44812" y="18094"/>
                  </a:lnTo>
                  <a:lnTo>
                    <a:pt x="44556" y="16997"/>
                  </a:lnTo>
                  <a:lnTo>
                    <a:pt x="44264" y="15900"/>
                  </a:lnTo>
                  <a:lnTo>
                    <a:pt x="43898" y="14877"/>
                  </a:lnTo>
                  <a:lnTo>
                    <a:pt x="43496" y="13854"/>
                  </a:lnTo>
                  <a:lnTo>
                    <a:pt x="43058" y="12830"/>
                  </a:lnTo>
                  <a:lnTo>
                    <a:pt x="42546" y="11880"/>
                  </a:lnTo>
                  <a:lnTo>
                    <a:pt x="41998" y="10929"/>
                  </a:lnTo>
                  <a:lnTo>
                    <a:pt x="41413" y="9979"/>
                  </a:lnTo>
                  <a:lnTo>
                    <a:pt x="40792" y="9102"/>
                  </a:lnTo>
                  <a:lnTo>
                    <a:pt x="40097" y="8261"/>
                  </a:lnTo>
                  <a:lnTo>
                    <a:pt x="39403" y="7420"/>
                  </a:lnTo>
                  <a:lnTo>
                    <a:pt x="38635" y="6653"/>
                  </a:lnTo>
                  <a:lnTo>
                    <a:pt x="37867" y="5885"/>
                  </a:lnTo>
                  <a:lnTo>
                    <a:pt x="37027" y="5191"/>
                  </a:lnTo>
                  <a:lnTo>
                    <a:pt x="36186" y="4496"/>
                  </a:lnTo>
                  <a:lnTo>
                    <a:pt x="35309" y="3875"/>
                  </a:lnTo>
                  <a:lnTo>
                    <a:pt x="34359" y="3290"/>
                  </a:lnTo>
                  <a:lnTo>
                    <a:pt x="33445" y="2742"/>
                  </a:lnTo>
                  <a:lnTo>
                    <a:pt x="32458" y="2230"/>
                  </a:lnTo>
                  <a:lnTo>
                    <a:pt x="31434" y="1792"/>
                  </a:lnTo>
                  <a:lnTo>
                    <a:pt x="30411" y="1389"/>
                  </a:lnTo>
                  <a:lnTo>
                    <a:pt x="29388" y="1024"/>
                  </a:lnTo>
                  <a:lnTo>
                    <a:pt x="28291" y="732"/>
                  </a:lnTo>
                  <a:lnTo>
                    <a:pt x="27194" y="476"/>
                  </a:lnTo>
                  <a:lnTo>
                    <a:pt x="26098" y="256"/>
                  </a:lnTo>
                  <a:lnTo>
                    <a:pt x="24965" y="110"/>
                  </a:lnTo>
                  <a:lnTo>
                    <a:pt x="23795" y="37"/>
                  </a:lnTo>
                  <a:lnTo>
                    <a:pt x="22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446475" y="1224100"/>
              <a:ext cx="755725" cy="755725"/>
            </a:xfrm>
            <a:custGeom>
              <a:rect b="b" l="l" r="r" t="t"/>
              <a:pathLst>
                <a:path extrusionOk="0" h="30229" w="30229">
                  <a:moveTo>
                    <a:pt x="15901" y="146"/>
                  </a:moveTo>
                  <a:lnTo>
                    <a:pt x="16632" y="219"/>
                  </a:lnTo>
                  <a:lnTo>
                    <a:pt x="17399" y="329"/>
                  </a:lnTo>
                  <a:lnTo>
                    <a:pt x="18130" y="439"/>
                  </a:lnTo>
                  <a:lnTo>
                    <a:pt x="18861" y="621"/>
                  </a:lnTo>
                  <a:lnTo>
                    <a:pt x="19556" y="804"/>
                  </a:lnTo>
                  <a:lnTo>
                    <a:pt x="20250" y="1060"/>
                  </a:lnTo>
                  <a:lnTo>
                    <a:pt x="20945" y="1316"/>
                  </a:lnTo>
                  <a:lnTo>
                    <a:pt x="21603" y="1608"/>
                  </a:lnTo>
                  <a:lnTo>
                    <a:pt x="22261" y="1937"/>
                  </a:lnTo>
                  <a:lnTo>
                    <a:pt x="22882" y="2303"/>
                  </a:lnTo>
                  <a:lnTo>
                    <a:pt x="23467" y="2705"/>
                  </a:lnTo>
                  <a:lnTo>
                    <a:pt x="24052" y="3107"/>
                  </a:lnTo>
                  <a:lnTo>
                    <a:pt x="24636" y="3582"/>
                  </a:lnTo>
                  <a:lnTo>
                    <a:pt x="25185" y="4021"/>
                  </a:lnTo>
                  <a:lnTo>
                    <a:pt x="25696" y="4533"/>
                  </a:lnTo>
                  <a:lnTo>
                    <a:pt x="26208" y="5044"/>
                  </a:lnTo>
                  <a:lnTo>
                    <a:pt x="26683" y="5593"/>
                  </a:lnTo>
                  <a:lnTo>
                    <a:pt x="27122" y="6177"/>
                  </a:lnTo>
                  <a:lnTo>
                    <a:pt x="27524" y="6762"/>
                  </a:lnTo>
                  <a:lnTo>
                    <a:pt x="27926" y="7347"/>
                  </a:lnTo>
                  <a:lnTo>
                    <a:pt x="28292" y="7968"/>
                  </a:lnTo>
                  <a:lnTo>
                    <a:pt x="28621" y="8626"/>
                  </a:lnTo>
                  <a:lnTo>
                    <a:pt x="28913" y="9284"/>
                  </a:lnTo>
                  <a:lnTo>
                    <a:pt x="29169" y="9979"/>
                  </a:lnTo>
                  <a:lnTo>
                    <a:pt x="29425" y="10673"/>
                  </a:lnTo>
                  <a:lnTo>
                    <a:pt x="29607" y="11368"/>
                  </a:lnTo>
                  <a:lnTo>
                    <a:pt x="29790" y="12099"/>
                  </a:lnTo>
                  <a:lnTo>
                    <a:pt x="29900" y="12830"/>
                  </a:lnTo>
                  <a:lnTo>
                    <a:pt x="30010" y="13597"/>
                  </a:lnTo>
                  <a:lnTo>
                    <a:pt x="30083" y="14328"/>
                  </a:lnTo>
                  <a:lnTo>
                    <a:pt x="30083" y="15096"/>
                  </a:lnTo>
                  <a:lnTo>
                    <a:pt x="30083" y="15863"/>
                  </a:lnTo>
                  <a:lnTo>
                    <a:pt x="30010" y="16631"/>
                  </a:lnTo>
                  <a:lnTo>
                    <a:pt x="29900" y="17399"/>
                  </a:lnTo>
                  <a:lnTo>
                    <a:pt x="29790" y="18130"/>
                  </a:lnTo>
                  <a:lnTo>
                    <a:pt x="29607" y="18861"/>
                  </a:lnTo>
                  <a:lnTo>
                    <a:pt x="29425" y="19555"/>
                  </a:lnTo>
                  <a:lnTo>
                    <a:pt x="29169" y="20250"/>
                  </a:lnTo>
                  <a:lnTo>
                    <a:pt x="28913" y="20944"/>
                  </a:lnTo>
                  <a:lnTo>
                    <a:pt x="28621" y="21602"/>
                  </a:lnTo>
                  <a:lnTo>
                    <a:pt x="28292" y="22223"/>
                  </a:lnTo>
                  <a:lnTo>
                    <a:pt x="27926" y="22881"/>
                  </a:lnTo>
                  <a:lnTo>
                    <a:pt x="27524" y="23466"/>
                  </a:lnTo>
                  <a:lnTo>
                    <a:pt x="27122" y="24051"/>
                  </a:lnTo>
                  <a:lnTo>
                    <a:pt x="26683" y="24636"/>
                  </a:lnTo>
                  <a:lnTo>
                    <a:pt x="26208" y="25184"/>
                  </a:lnTo>
                  <a:lnTo>
                    <a:pt x="25696" y="25696"/>
                  </a:lnTo>
                  <a:lnTo>
                    <a:pt x="25185" y="26171"/>
                  </a:lnTo>
                  <a:lnTo>
                    <a:pt x="24636" y="26646"/>
                  </a:lnTo>
                  <a:lnTo>
                    <a:pt x="24052" y="27121"/>
                  </a:lnTo>
                  <a:lnTo>
                    <a:pt x="23467" y="27523"/>
                  </a:lnTo>
                  <a:lnTo>
                    <a:pt x="22882" y="27925"/>
                  </a:lnTo>
                  <a:lnTo>
                    <a:pt x="22261" y="28254"/>
                  </a:lnTo>
                  <a:lnTo>
                    <a:pt x="21603" y="28620"/>
                  </a:lnTo>
                  <a:lnTo>
                    <a:pt x="20945" y="28912"/>
                  </a:lnTo>
                  <a:lnTo>
                    <a:pt x="20250" y="29168"/>
                  </a:lnTo>
                  <a:lnTo>
                    <a:pt x="19556" y="29424"/>
                  </a:lnTo>
                  <a:lnTo>
                    <a:pt x="18861" y="29607"/>
                  </a:lnTo>
                  <a:lnTo>
                    <a:pt x="18130" y="29790"/>
                  </a:lnTo>
                  <a:lnTo>
                    <a:pt x="17399" y="29899"/>
                  </a:lnTo>
                  <a:lnTo>
                    <a:pt x="16632" y="30009"/>
                  </a:lnTo>
                  <a:lnTo>
                    <a:pt x="15901" y="30045"/>
                  </a:lnTo>
                  <a:lnTo>
                    <a:pt x="15133" y="30082"/>
                  </a:lnTo>
                  <a:lnTo>
                    <a:pt x="14366" y="30045"/>
                  </a:lnTo>
                  <a:lnTo>
                    <a:pt x="13598" y="30009"/>
                  </a:lnTo>
                  <a:lnTo>
                    <a:pt x="12830" y="29899"/>
                  </a:lnTo>
                  <a:lnTo>
                    <a:pt x="12099" y="29790"/>
                  </a:lnTo>
                  <a:lnTo>
                    <a:pt x="11368" y="29607"/>
                  </a:lnTo>
                  <a:lnTo>
                    <a:pt x="10674" y="29424"/>
                  </a:lnTo>
                  <a:lnTo>
                    <a:pt x="9979" y="29168"/>
                  </a:lnTo>
                  <a:lnTo>
                    <a:pt x="9285" y="28912"/>
                  </a:lnTo>
                  <a:lnTo>
                    <a:pt x="8627" y="28620"/>
                  </a:lnTo>
                  <a:lnTo>
                    <a:pt x="8006" y="28254"/>
                  </a:lnTo>
                  <a:lnTo>
                    <a:pt x="7348" y="27925"/>
                  </a:lnTo>
                  <a:lnTo>
                    <a:pt x="6763" y="27523"/>
                  </a:lnTo>
                  <a:lnTo>
                    <a:pt x="6178" y="27121"/>
                  </a:lnTo>
                  <a:lnTo>
                    <a:pt x="5593" y="26646"/>
                  </a:lnTo>
                  <a:lnTo>
                    <a:pt x="5045" y="26171"/>
                  </a:lnTo>
                  <a:lnTo>
                    <a:pt x="4533" y="25696"/>
                  </a:lnTo>
                  <a:lnTo>
                    <a:pt x="4058" y="25184"/>
                  </a:lnTo>
                  <a:lnTo>
                    <a:pt x="3583" y="24636"/>
                  </a:lnTo>
                  <a:lnTo>
                    <a:pt x="3108" y="24051"/>
                  </a:lnTo>
                  <a:lnTo>
                    <a:pt x="2706" y="23466"/>
                  </a:lnTo>
                  <a:lnTo>
                    <a:pt x="2304" y="22881"/>
                  </a:lnTo>
                  <a:lnTo>
                    <a:pt x="1975" y="22223"/>
                  </a:lnTo>
                  <a:lnTo>
                    <a:pt x="1609" y="21602"/>
                  </a:lnTo>
                  <a:lnTo>
                    <a:pt x="1317" y="20944"/>
                  </a:lnTo>
                  <a:lnTo>
                    <a:pt x="1061" y="20250"/>
                  </a:lnTo>
                  <a:lnTo>
                    <a:pt x="805" y="19555"/>
                  </a:lnTo>
                  <a:lnTo>
                    <a:pt x="622" y="18861"/>
                  </a:lnTo>
                  <a:lnTo>
                    <a:pt x="439" y="18130"/>
                  </a:lnTo>
                  <a:lnTo>
                    <a:pt x="330" y="17399"/>
                  </a:lnTo>
                  <a:lnTo>
                    <a:pt x="220" y="16631"/>
                  </a:lnTo>
                  <a:lnTo>
                    <a:pt x="184" y="15863"/>
                  </a:lnTo>
                  <a:lnTo>
                    <a:pt x="147" y="15096"/>
                  </a:lnTo>
                  <a:lnTo>
                    <a:pt x="184" y="14328"/>
                  </a:lnTo>
                  <a:lnTo>
                    <a:pt x="220" y="13597"/>
                  </a:lnTo>
                  <a:lnTo>
                    <a:pt x="330" y="12830"/>
                  </a:lnTo>
                  <a:lnTo>
                    <a:pt x="439" y="12099"/>
                  </a:lnTo>
                  <a:lnTo>
                    <a:pt x="622" y="11368"/>
                  </a:lnTo>
                  <a:lnTo>
                    <a:pt x="805" y="10673"/>
                  </a:lnTo>
                  <a:lnTo>
                    <a:pt x="1061" y="9979"/>
                  </a:lnTo>
                  <a:lnTo>
                    <a:pt x="1317" y="9284"/>
                  </a:lnTo>
                  <a:lnTo>
                    <a:pt x="1609" y="8626"/>
                  </a:lnTo>
                  <a:lnTo>
                    <a:pt x="1975" y="7968"/>
                  </a:lnTo>
                  <a:lnTo>
                    <a:pt x="2304" y="7347"/>
                  </a:lnTo>
                  <a:lnTo>
                    <a:pt x="2706" y="6762"/>
                  </a:lnTo>
                  <a:lnTo>
                    <a:pt x="3108" y="6177"/>
                  </a:lnTo>
                  <a:lnTo>
                    <a:pt x="3583" y="5593"/>
                  </a:lnTo>
                  <a:lnTo>
                    <a:pt x="4058" y="5044"/>
                  </a:lnTo>
                  <a:lnTo>
                    <a:pt x="4533" y="4533"/>
                  </a:lnTo>
                  <a:lnTo>
                    <a:pt x="5045" y="4021"/>
                  </a:lnTo>
                  <a:lnTo>
                    <a:pt x="5593" y="3582"/>
                  </a:lnTo>
                  <a:lnTo>
                    <a:pt x="6178" y="3107"/>
                  </a:lnTo>
                  <a:lnTo>
                    <a:pt x="6763" y="2705"/>
                  </a:lnTo>
                  <a:lnTo>
                    <a:pt x="7348" y="2303"/>
                  </a:lnTo>
                  <a:lnTo>
                    <a:pt x="8006" y="1937"/>
                  </a:lnTo>
                  <a:lnTo>
                    <a:pt x="8627" y="1608"/>
                  </a:lnTo>
                  <a:lnTo>
                    <a:pt x="9285" y="1316"/>
                  </a:lnTo>
                  <a:lnTo>
                    <a:pt x="9979" y="1060"/>
                  </a:lnTo>
                  <a:lnTo>
                    <a:pt x="10674" y="804"/>
                  </a:lnTo>
                  <a:lnTo>
                    <a:pt x="11368" y="621"/>
                  </a:lnTo>
                  <a:lnTo>
                    <a:pt x="12099" y="439"/>
                  </a:lnTo>
                  <a:lnTo>
                    <a:pt x="12830" y="329"/>
                  </a:lnTo>
                  <a:lnTo>
                    <a:pt x="13598" y="219"/>
                  </a:lnTo>
                  <a:lnTo>
                    <a:pt x="14366" y="146"/>
                  </a:lnTo>
                  <a:close/>
                  <a:moveTo>
                    <a:pt x="15133" y="0"/>
                  </a:moveTo>
                  <a:lnTo>
                    <a:pt x="14329" y="37"/>
                  </a:lnTo>
                  <a:lnTo>
                    <a:pt x="13561" y="73"/>
                  </a:lnTo>
                  <a:lnTo>
                    <a:pt x="12830" y="183"/>
                  </a:lnTo>
                  <a:lnTo>
                    <a:pt x="12063" y="293"/>
                  </a:lnTo>
                  <a:lnTo>
                    <a:pt x="11332" y="475"/>
                  </a:lnTo>
                  <a:lnTo>
                    <a:pt x="10637" y="695"/>
                  </a:lnTo>
                  <a:lnTo>
                    <a:pt x="9943" y="914"/>
                  </a:lnTo>
                  <a:lnTo>
                    <a:pt x="9248" y="1206"/>
                  </a:lnTo>
                  <a:lnTo>
                    <a:pt x="8554" y="1499"/>
                  </a:lnTo>
                  <a:lnTo>
                    <a:pt x="7932" y="1828"/>
                  </a:lnTo>
                  <a:lnTo>
                    <a:pt x="7275" y="2193"/>
                  </a:lnTo>
                  <a:lnTo>
                    <a:pt x="6690" y="2595"/>
                  </a:lnTo>
                  <a:lnTo>
                    <a:pt x="6068" y="2997"/>
                  </a:lnTo>
                  <a:lnTo>
                    <a:pt x="5520" y="3473"/>
                  </a:lnTo>
                  <a:lnTo>
                    <a:pt x="4972" y="3948"/>
                  </a:lnTo>
                  <a:lnTo>
                    <a:pt x="4424" y="4423"/>
                  </a:lnTo>
                  <a:lnTo>
                    <a:pt x="3948" y="4971"/>
                  </a:lnTo>
                  <a:lnTo>
                    <a:pt x="3473" y="5519"/>
                  </a:lnTo>
                  <a:lnTo>
                    <a:pt x="2998" y="6068"/>
                  </a:lnTo>
                  <a:lnTo>
                    <a:pt x="2596" y="6652"/>
                  </a:lnTo>
                  <a:lnTo>
                    <a:pt x="2194" y="7274"/>
                  </a:lnTo>
                  <a:lnTo>
                    <a:pt x="1828" y="7932"/>
                  </a:lnTo>
                  <a:lnTo>
                    <a:pt x="1499" y="8553"/>
                  </a:lnTo>
                  <a:lnTo>
                    <a:pt x="1207" y="9248"/>
                  </a:lnTo>
                  <a:lnTo>
                    <a:pt x="915" y="9906"/>
                  </a:lnTo>
                  <a:lnTo>
                    <a:pt x="695" y="10637"/>
                  </a:lnTo>
                  <a:lnTo>
                    <a:pt x="476" y="11331"/>
                  </a:lnTo>
                  <a:lnTo>
                    <a:pt x="330" y="12062"/>
                  </a:lnTo>
                  <a:lnTo>
                    <a:pt x="184" y="12830"/>
                  </a:lnTo>
                  <a:lnTo>
                    <a:pt x="74" y="13561"/>
                  </a:lnTo>
                  <a:lnTo>
                    <a:pt x="37" y="14328"/>
                  </a:lnTo>
                  <a:lnTo>
                    <a:pt x="1" y="15096"/>
                  </a:lnTo>
                  <a:lnTo>
                    <a:pt x="37" y="15900"/>
                  </a:lnTo>
                  <a:lnTo>
                    <a:pt x="74" y="16668"/>
                  </a:lnTo>
                  <a:lnTo>
                    <a:pt x="184" y="17399"/>
                  </a:lnTo>
                  <a:lnTo>
                    <a:pt x="330" y="18166"/>
                  </a:lnTo>
                  <a:lnTo>
                    <a:pt x="476" y="18897"/>
                  </a:lnTo>
                  <a:lnTo>
                    <a:pt x="695" y="19592"/>
                  </a:lnTo>
                  <a:lnTo>
                    <a:pt x="915" y="20286"/>
                  </a:lnTo>
                  <a:lnTo>
                    <a:pt x="1207" y="20981"/>
                  </a:lnTo>
                  <a:lnTo>
                    <a:pt x="1499" y="21675"/>
                  </a:lnTo>
                  <a:lnTo>
                    <a:pt x="1828" y="22297"/>
                  </a:lnTo>
                  <a:lnTo>
                    <a:pt x="2194" y="22954"/>
                  </a:lnTo>
                  <a:lnTo>
                    <a:pt x="2596" y="23539"/>
                  </a:lnTo>
                  <a:lnTo>
                    <a:pt x="2998" y="24161"/>
                  </a:lnTo>
                  <a:lnTo>
                    <a:pt x="3473" y="24709"/>
                  </a:lnTo>
                  <a:lnTo>
                    <a:pt x="3948" y="25257"/>
                  </a:lnTo>
                  <a:lnTo>
                    <a:pt x="4424" y="25806"/>
                  </a:lnTo>
                  <a:lnTo>
                    <a:pt x="4972" y="26281"/>
                  </a:lnTo>
                  <a:lnTo>
                    <a:pt x="5520" y="26756"/>
                  </a:lnTo>
                  <a:lnTo>
                    <a:pt x="6068" y="27231"/>
                  </a:lnTo>
                  <a:lnTo>
                    <a:pt x="6690" y="27633"/>
                  </a:lnTo>
                  <a:lnTo>
                    <a:pt x="7275" y="28035"/>
                  </a:lnTo>
                  <a:lnTo>
                    <a:pt x="7932" y="28401"/>
                  </a:lnTo>
                  <a:lnTo>
                    <a:pt x="8554" y="28730"/>
                  </a:lnTo>
                  <a:lnTo>
                    <a:pt x="9248" y="29022"/>
                  </a:lnTo>
                  <a:lnTo>
                    <a:pt x="9943" y="29314"/>
                  </a:lnTo>
                  <a:lnTo>
                    <a:pt x="10637" y="29534"/>
                  </a:lnTo>
                  <a:lnTo>
                    <a:pt x="11332" y="29753"/>
                  </a:lnTo>
                  <a:lnTo>
                    <a:pt x="12063" y="29899"/>
                  </a:lnTo>
                  <a:lnTo>
                    <a:pt x="12830" y="30045"/>
                  </a:lnTo>
                  <a:lnTo>
                    <a:pt x="13561" y="30155"/>
                  </a:lnTo>
                  <a:lnTo>
                    <a:pt x="14329" y="30192"/>
                  </a:lnTo>
                  <a:lnTo>
                    <a:pt x="15133" y="30228"/>
                  </a:lnTo>
                  <a:lnTo>
                    <a:pt x="15901" y="30192"/>
                  </a:lnTo>
                  <a:lnTo>
                    <a:pt x="16668" y="30155"/>
                  </a:lnTo>
                  <a:lnTo>
                    <a:pt x="17399" y="30045"/>
                  </a:lnTo>
                  <a:lnTo>
                    <a:pt x="18167" y="29899"/>
                  </a:lnTo>
                  <a:lnTo>
                    <a:pt x="18898" y="29753"/>
                  </a:lnTo>
                  <a:lnTo>
                    <a:pt x="19592" y="29534"/>
                  </a:lnTo>
                  <a:lnTo>
                    <a:pt x="20323" y="29314"/>
                  </a:lnTo>
                  <a:lnTo>
                    <a:pt x="20981" y="29022"/>
                  </a:lnTo>
                  <a:lnTo>
                    <a:pt x="21676" y="28730"/>
                  </a:lnTo>
                  <a:lnTo>
                    <a:pt x="22334" y="28401"/>
                  </a:lnTo>
                  <a:lnTo>
                    <a:pt x="22955" y="28035"/>
                  </a:lnTo>
                  <a:lnTo>
                    <a:pt x="23576" y="27633"/>
                  </a:lnTo>
                  <a:lnTo>
                    <a:pt x="24161" y="27231"/>
                  </a:lnTo>
                  <a:lnTo>
                    <a:pt x="24710" y="26756"/>
                  </a:lnTo>
                  <a:lnTo>
                    <a:pt x="25258" y="26281"/>
                  </a:lnTo>
                  <a:lnTo>
                    <a:pt x="25806" y="25806"/>
                  </a:lnTo>
                  <a:lnTo>
                    <a:pt x="26318" y="25257"/>
                  </a:lnTo>
                  <a:lnTo>
                    <a:pt x="26793" y="24709"/>
                  </a:lnTo>
                  <a:lnTo>
                    <a:pt x="27232" y="24161"/>
                  </a:lnTo>
                  <a:lnTo>
                    <a:pt x="27634" y="23539"/>
                  </a:lnTo>
                  <a:lnTo>
                    <a:pt x="28036" y="22954"/>
                  </a:lnTo>
                  <a:lnTo>
                    <a:pt x="28401" y="22297"/>
                  </a:lnTo>
                  <a:lnTo>
                    <a:pt x="28730" y="21675"/>
                  </a:lnTo>
                  <a:lnTo>
                    <a:pt x="29059" y="20981"/>
                  </a:lnTo>
                  <a:lnTo>
                    <a:pt x="29315" y="20286"/>
                  </a:lnTo>
                  <a:lnTo>
                    <a:pt x="29534" y="19592"/>
                  </a:lnTo>
                  <a:lnTo>
                    <a:pt x="29754" y="18897"/>
                  </a:lnTo>
                  <a:lnTo>
                    <a:pt x="29936" y="18166"/>
                  </a:lnTo>
                  <a:lnTo>
                    <a:pt x="30046" y="17399"/>
                  </a:lnTo>
                  <a:lnTo>
                    <a:pt x="30156" y="16668"/>
                  </a:lnTo>
                  <a:lnTo>
                    <a:pt x="30229" y="15900"/>
                  </a:lnTo>
                  <a:lnTo>
                    <a:pt x="30229" y="15096"/>
                  </a:lnTo>
                  <a:lnTo>
                    <a:pt x="30229" y="14328"/>
                  </a:lnTo>
                  <a:lnTo>
                    <a:pt x="30156" y="13561"/>
                  </a:lnTo>
                  <a:lnTo>
                    <a:pt x="30046" y="12830"/>
                  </a:lnTo>
                  <a:lnTo>
                    <a:pt x="29936" y="12062"/>
                  </a:lnTo>
                  <a:lnTo>
                    <a:pt x="29754" y="11331"/>
                  </a:lnTo>
                  <a:lnTo>
                    <a:pt x="29534" y="10637"/>
                  </a:lnTo>
                  <a:lnTo>
                    <a:pt x="29315" y="9906"/>
                  </a:lnTo>
                  <a:lnTo>
                    <a:pt x="29059" y="9248"/>
                  </a:lnTo>
                  <a:lnTo>
                    <a:pt x="28730" y="8553"/>
                  </a:lnTo>
                  <a:lnTo>
                    <a:pt x="28401" y="7932"/>
                  </a:lnTo>
                  <a:lnTo>
                    <a:pt x="28036" y="7274"/>
                  </a:lnTo>
                  <a:lnTo>
                    <a:pt x="27634" y="6652"/>
                  </a:lnTo>
                  <a:lnTo>
                    <a:pt x="27232" y="6068"/>
                  </a:lnTo>
                  <a:lnTo>
                    <a:pt x="26793" y="5519"/>
                  </a:lnTo>
                  <a:lnTo>
                    <a:pt x="26318" y="4971"/>
                  </a:lnTo>
                  <a:lnTo>
                    <a:pt x="25806" y="4423"/>
                  </a:lnTo>
                  <a:lnTo>
                    <a:pt x="25258" y="3948"/>
                  </a:lnTo>
                  <a:lnTo>
                    <a:pt x="24710" y="3473"/>
                  </a:lnTo>
                  <a:lnTo>
                    <a:pt x="24161" y="2997"/>
                  </a:lnTo>
                  <a:lnTo>
                    <a:pt x="23576" y="2595"/>
                  </a:lnTo>
                  <a:lnTo>
                    <a:pt x="22955" y="2193"/>
                  </a:lnTo>
                  <a:lnTo>
                    <a:pt x="22334" y="1828"/>
                  </a:lnTo>
                  <a:lnTo>
                    <a:pt x="21676" y="1499"/>
                  </a:lnTo>
                  <a:lnTo>
                    <a:pt x="20981" y="1206"/>
                  </a:lnTo>
                  <a:lnTo>
                    <a:pt x="20323" y="914"/>
                  </a:lnTo>
                  <a:lnTo>
                    <a:pt x="19592" y="695"/>
                  </a:lnTo>
                  <a:lnTo>
                    <a:pt x="18898" y="475"/>
                  </a:lnTo>
                  <a:lnTo>
                    <a:pt x="18167" y="293"/>
                  </a:lnTo>
                  <a:lnTo>
                    <a:pt x="17399" y="183"/>
                  </a:lnTo>
                  <a:lnTo>
                    <a:pt x="16668" y="73"/>
                  </a:lnTo>
                  <a:lnTo>
                    <a:pt x="15901" y="37"/>
                  </a:lnTo>
                  <a:lnTo>
                    <a:pt x="151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1634725" y="1412325"/>
              <a:ext cx="379250" cy="379250"/>
            </a:xfrm>
            <a:custGeom>
              <a:rect b="b" l="l" r="r" t="t"/>
              <a:pathLst>
                <a:path extrusionOk="0" h="15170" w="15170">
                  <a:moveTo>
                    <a:pt x="7603" y="147"/>
                  </a:moveTo>
                  <a:lnTo>
                    <a:pt x="8334" y="183"/>
                  </a:lnTo>
                  <a:lnTo>
                    <a:pt x="9102" y="293"/>
                  </a:lnTo>
                  <a:lnTo>
                    <a:pt x="9796" y="476"/>
                  </a:lnTo>
                  <a:lnTo>
                    <a:pt x="10491" y="732"/>
                  </a:lnTo>
                  <a:lnTo>
                    <a:pt x="11149" y="1024"/>
                  </a:lnTo>
                  <a:lnTo>
                    <a:pt x="11733" y="1390"/>
                  </a:lnTo>
                  <a:lnTo>
                    <a:pt x="12318" y="1828"/>
                  </a:lnTo>
                  <a:lnTo>
                    <a:pt x="12866" y="2303"/>
                  </a:lnTo>
                  <a:lnTo>
                    <a:pt x="13342" y="2852"/>
                  </a:lnTo>
                  <a:lnTo>
                    <a:pt x="13780" y="3437"/>
                  </a:lnTo>
                  <a:lnTo>
                    <a:pt x="14146" y="4021"/>
                  </a:lnTo>
                  <a:lnTo>
                    <a:pt x="14438" y="4679"/>
                  </a:lnTo>
                  <a:lnTo>
                    <a:pt x="14694" y="5374"/>
                  </a:lnTo>
                  <a:lnTo>
                    <a:pt x="14877" y="6068"/>
                  </a:lnTo>
                  <a:lnTo>
                    <a:pt x="14986" y="6836"/>
                  </a:lnTo>
                  <a:lnTo>
                    <a:pt x="15023" y="7567"/>
                  </a:lnTo>
                  <a:lnTo>
                    <a:pt x="14986" y="8334"/>
                  </a:lnTo>
                  <a:lnTo>
                    <a:pt x="14877" y="9066"/>
                  </a:lnTo>
                  <a:lnTo>
                    <a:pt x="14694" y="9797"/>
                  </a:lnTo>
                  <a:lnTo>
                    <a:pt x="14438" y="10491"/>
                  </a:lnTo>
                  <a:lnTo>
                    <a:pt x="14146" y="11149"/>
                  </a:lnTo>
                  <a:lnTo>
                    <a:pt x="13780" y="11734"/>
                  </a:lnTo>
                  <a:lnTo>
                    <a:pt x="13342" y="12319"/>
                  </a:lnTo>
                  <a:lnTo>
                    <a:pt x="12866" y="12830"/>
                  </a:lnTo>
                  <a:lnTo>
                    <a:pt x="12318" y="13342"/>
                  </a:lnTo>
                  <a:lnTo>
                    <a:pt x="11733" y="13744"/>
                  </a:lnTo>
                  <a:lnTo>
                    <a:pt x="11149" y="14146"/>
                  </a:lnTo>
                  <a:lnTo>
                    <a:pt x="10491" y="14439"/>
                  </a:lnTo>
                  <a:lnTo>
                    <a:pt x="9796" y="14694"/>
                  </a:lnTo>
                  <a:lnTo>
                    <a:pt x="9102" y="14877"/>
                  </a:lnTo>
                  <a:lnTo>
                    <a:pt x="8334" y="14987"/>
                  </a:lnTo>
                  <a:lnTo>
                    <a:pt x="7603" y="15023"/>
                  </a:lnTo>
                  <a:lnTo>
                    <a:pt x="6836" y="14987"/>
                  </a:lnTo>
                  <a:lnTo>
                    <a:pt x="6104" y="14877"/>
                  </a:lnTo>
                  <a:lnTo>
                    <a:pt x="5373" y="14694"/>
                  </a:lnTo>
                  <a:lnTo>
                    <a:pt x="4679" y="14439"/>
                  </a:lnTo>
                  <a:lnTo>
                    <a:pt x="4058" y="14146"/>
                  </a:lnTo>
                  <a:lnTo>
                    <a:pt x="3436" y="13744"/>
                  </a:lnTo>
                  <a:lnTo>
                    <a:pt x="2851" y="13342"/>
                  </a:lnTo>
                  <a:lnTo>
                    <a:pt x="2340" y="12830"/>
                  </a:lnTo>
                  <a:lnTo>
                    <a:pt x="1828" y="12319"/>
                  </a:lnTo>
                  <a:lnTo>
                    <a:pt x="1426" y="11734"/>
                  </a:lnTo>
                  <a:lnTo>
                    <a:pt x="1024" y="11149"/>
                  </a:lnTo>
                  <a:lnTo>
                    <a:pt x="731" y="10491"/>
                  </a:lnTo>
                  <a:lnTo>
                    <a:pt x="476" y="9797"/>
                  </a:lnTo>
                  <a:lnTo>
                    <a:pt x="293" y="9066"/>
                  </a:lnTo>
                  <a:lnTo>
                    <a:pt x="183" y="8334"/>
                  </a:lnTo>
                  <a:lnTo>
                    <a:pt x="147" y="7567"/>
                  </a:lnTo>
                  <a:lnTo>
                    <a:pt x="183" y="6836"/>
                  </a:lnTo>
                  <a:lnTo>
                    <a:pt x="293" y="6068"/>
                  </a:lnTo>
                  <a:lnTo>
                    <a:pt x="476" y="5374"/>
                  </a:lnTo>
                  <a:lnTo>
                    <a:pt x="731" y="4679"/>
                  </a:lnTo>
                  <a:lnTo>
                    <a:pt x="1024" y="4021"/>
                  </a:lnTo>
                  <a:lnTo>
                    <a:pt x="1426" y="3437"/>
                  </a:lnTo>
                  <a:lnTo>
                    <a:pt x="1828" y="2852"/>
                  </a:lnTo>
                  <a:lnTo>
                    <a:pt x="2340" y="2303"/>
                  </a:lnTo>
                  <a:lnTo>
                    <a:pt x="2851" y="1828"/>
                  </a:lnTo>
                  <a:lnTo>
                    <a:pt x="3436" y="1390"/>
                  </a:lnTo>
                  <a:lnTo>
                    <a:pt x="4058" y="1024"/>
                  </a:lnTo>
                  <a:lnTo>
                    <a:pt x="4679" y="732"/>
                  </a:lnTo>
                  <a:lnTo>
                    <a:pt x="5373" y="476"/>
                  </a:lnTo>
                  <a:lnTo>
                    <a:pt x="6104" y="293"/>
                  </a:lnTo>
                  <a:lnTo>
                    <a:pt x="6836" y="183"/>
                  </a:lnTo>
                  <a:lnTo>
                    <a:pt x="7603" y="147"/>
                  </a:lnTo>
                  <a:close/>
                  <a:moveTo>
                    <a:pt x="7603" y="1"/>
                  </a:moveTo>
                  <a:lnTo>
                    <a:pt x="6799" y="37"/>
                  </a:lnTo>
                  <a:lnTo>
                    <a:pt x="6068" y="147"/>
                  </a:lnTo>
                  <a:lnTo>
                    <a:pt x="5337" y="330"/>
                  </a:lnTo>
                  <a:lnTo>
                    <a:pt x="4642" y="586"/>
                  </a:lnTo>
                  <a:lnTo>
                    <a:pt x="3984" y="915"/>
                  </a:lnTo>
                  <a:lnTo>
                    <a:pt x="3363" y="1280"/>
                  </a:lnTo>
                  <a:lnTo>
                    <a:pt x="2778" y="1719"/>
                  </a:lnTo>
                  <a:lnTo>
                    <a:pt x="2230" y="2230"/>
                  </a:lnTo>
                  <a:lnTo>
                    <a:pt x="1718" y="2742"/>
                  </a:lnTo>
                  <a:lnTo>
                    <a:pt x="1280" y="3327"/>
                  </a:lnTo>
                  <a:lnTo>
                    <a:pt x="914" y="3985"/>
                  </a:lnTo>
                  <a:lnTo>
                    <a:pt x="585" y="4643"/>
                  </a:lnTo>
                  <a:lnTo>
                    <a:pt x="329" y="5337"/>
                  </a:lnTo>
                  <a:lnTo>
                    <a:pt x="147" y="6068"/>
                  </a:lnTo>
                  <a:lnTo>
                    <a:pt x="37" y="6799"/>
                  </a:lnTo>
                  <a:lnTo>
                    <a:pt x="0" y="7567"/>
                  </a:lnTo>
                  <a:lnTo>
                    <a:pt x="37" y="8371"/>
                  </a:lnTo>
                  <a:lnTo>
                    <a:pt x="147" y="9102"/>
                  </a:lnTo>
                  <a:lnTo>
                    <a:pt x="329" y="9833"/>
                  </a:lnTo>
                  <a:lnTo>
                    <a:pt x="585" y="10528"/>
                  </a:lnTo>
                  <a:lnTo>
                    <a:pt x="914" y="11186"/>
                  </a:lnTo>
                  <a:lnTo>
                    <a:pt x="1280" y="11807"/>
                  </a:lnTo>
                  <a:lnTo>
                    <a:pt x="1718" y="12392"/>
                  </a:lnTo>
                  <a:lnTo>
                    <a:pt x="2230" y="12940"/>
                  </a:lnTo>
                  <a:lnTo>
                    <a:pt x="2778" y="13452"/>
                  </a:lnTo>
                  <a:lnTo>
                    <a:pt x="3363" y="13890"/>
                  </a:lnTo>
                  <a:lnTo>
                    <a:pt x="3984" y="14256"/>
                  </a:lnTo>
                  <a:lnTo>
                    <a:pt x="4642" y="14585"/>
                  </a:lnTo>
                  <a:lnTo>
                    <a:pt x="5337" y="14841"/>
                  </a:lnTo>
                  <a:lnTo>
                    <a:pt x="6068" y="15023"/>
                  </a:lnTo>
                  <a:lnTo>
                    <a:pt x="6799" y="15133"/>
                  </a:lnTo>
                  <a:lnTo>
                    <a:pt x="7603" y="15170"/>
                  </a:lnTo>
                  <a:lnTo>
                    <a:pt x="8371" y="15133"/>
                  </a:lnTo>
                  <a:lnTo>
                    <a:pt x="9102" y="15023"/>
                  </a:lnTo>
                  <a:lnTo>
                    <a:pt x="9833" y="14841"/>
                  </a:lnTo>
                  <a:lnTo>
                    <a:pt x="10527" y="14585"/>
                  </a:lnTo>
                  <a:lnTo>
                    <a:pt x="11222" y="14256"/>
                  </a:lnTo>
                  <a:lnTo>
                    <a:pt x="11843" y="13890"/>
                  </a:lnTo>
                  <a:lnTo>
                    <a:pt x="12428" y="13452"/>
                  </a:lnTo>
                  <a:lnTo>
                    <a:pt x="12940" y="12940"/>
                  </a:lnTo>
                  <a:lnTo>
                    <a:pt x="13451" y="12392"/>
                  </a:lnTo>
                  <a:lnTo>
                    <a:pt x="13890" y="11807"/>
                  </a:lnTo>
                  <a:lnTo>
                    <a:pt x="14255" y="11186"/>
                  </a:lnTo>
                  <a:lnTo>
                    <a:pt x="14584" y="10528"/>
                  </a:lnTo>
                  <a:lnTo>
                    <a:pt x="14840" y="9833"/>
                  </a:lnTo>
                  <a:lnTo>
                    <a:pt x="15023" y="9102"/>
                  </a:lnTo>
                  <a:lnTo>
                    <a:pt x="15133" y="8371"/>
                  </a:lnTo>
                  <a:lnTo>
                    <a:pt x="15169" y="7567"/>
                  </a:lnTo>
                  <a:lnTo>
                    <a:pt x="15133" y="6799"/>
                  </a:lnTo>
                  <a:lnTo>
                    <a:pt x="15023" y="6068"/>
                  </a:lnTo>
                  <a:lnTo>
                    <a:pt x="14840" y="5337"/>
                  </a:lnTo>
                  <a:lnTo>
                    <a:pt x="14584" y="4643"/>
                  </a:lnTo>
                  <a:lnTo>
                    <a:pt x="14255" y="3985"/>
                  </a:lnTo>
                  <a:lnTo>
                    <a:pt x="13890" y="3327"/>
                  </a:lnTo>
                  <a:lnTo>
                    <a:pt x="13451" y="2742"/>
                  </a:lnTo>
                  <a:lnTo>
                    <a:pt x="12940" y="2230"/>
                  </a:lnTo>
                  <a:lnTo>
                    <a:pt x="12428" y="1719"/>
                  </a:lnTo>
                  <a:lnTo>
                    <a:pt x="11843" y="1280"/>
                  </a:lnTo>
                  <a:lnTo>
                    <a:pt x="11222" y="915"/>
                  </a:lnTo>
                  <a:lnTo>
                    <a:pt x="10527" y="586"/>
                  </a:lnTo>
                  <a:lnTo>
                    <a:pt x="9833" y="330"/>
                  </a:lnTo>
                  <a:lnTo>
                    <a:pt x="9102" y="147"/>
                  </a:lnTo>
                  <a:lnTo>
                    <a:pt x="8371" y="37"/>
                  </a:lnTo>
                  <a:lnTo>
                    <a:pt x="7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1822950" y="1601475"/>
              <a:ext cx="3700" cy="1128575"/>
            </a:xfrm>
            <a:custGeom>
              <a:rect b="b" l="l" r="r" t="t"/>
              <a:pathLst>
                <a:path extrusionOk="0" h="45143" w="148">
                  <a:moveTo>
                    <a:pt x="1" y="1"/>
                  </a:moveTo>
                  <a:lnTo>
                    <a:pt x="1" y="45142"/>
                  </a:lnTo>
                  <a:lnTo>
                    <a:pt x="147" y="45142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1823875" y="1600575"/>
              <a:ext cx="1073725" cy="351825"/>
            </a:xfrm>
            <a:custGeom>
              <a:rect b="b" l="l" r="r" t="t"/>
              <a:pathLst>
                <a:path extrusionOk="0" h="14073" w="42949">
                  <a:moveTo>
                    <a:pt x="37" y="0"/>
                  </a:moveTo>
                  <a:lnTo>
                    <a:pt x="1" y="110"/>
                  </a:lnTo>
                  <a:lnTo>
                    <a:pt x="42912" y="14073"/>
                  </a:lnTo>
                  <a:lnTo>
                    <a:pt x="42948" y="13926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1822950" y="688600"/>
              <a:ext cx="666175" cy="914750"/>
            </a:xfrm>
            <a:custGeom>
              <a:rect b="b" l="l" r="r" t="t"/>
              <a:pathLst>
                <a:path extrusionOk="0" h="36590" w="26647">
                  <a:moveTo>
                    <a:pt x="26537" y="1"/>
                  </a:moveTo>
                  <a:lnTo>
                    <a:pt x="1" y="36479"/>
                  </a:lnTo>
                  <a:lnTo>
                    <a:pt x="111" y="36589"/>
                  </a:lnTo>
                  <a:lnTo>
                    <a:pt x="26647" y="74"/>
                  </a:lnTo>
                  <a:lnTo>
                    <a:pt x="265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159550" y="688600"/>
              <a:ext cx="666175" cy="914750"/>
            </a:xfrm>
            <a:custGeom>
              <a:rect b="b" l="l" r="r" t="t"/>
              <a:pathLst>
                <a:path extrusionOk="0" h="36590" w="26647">
                  <a:moveTo>
                    <a:pt x="147" y="1"/>
                  </a:moveTo>
                  <a:lnTo>
                    <a:pt x="1" y="74"/>
                  </a:lnTo>
                  <a:lnTo>
                    <a:pt x="26537" y="36589"/>
                  </a:lnTo>
                  <a:lnTo>
                    <a:pt x="26647" y="36479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751100" y="1600575"/>
              <a:ext cx="1073725" cy="351825"/>
            </a:xfrm>
            <a:custGeom>
              <a:rect b="b" l="l" r="r" t="t"/>
              <a:pathLst>
                <a:path extrusionOk="0" h="14073" w="42949">
                  <a:moveTo>
                    <a:pt x="42912" y="0"/>
                  </a:moveTo>
                  <a:lnTo>
                    <a:pt x="0" y="13926"/>
                  </a:lnTo>
                  <a:lnTo>
                    <a:pt x="37" y="14073"/>
                  </a:lnTo>
                  <a:lnTo>
                    <a:pt x="42948" y="110"/>
                  </a:lnTo>
                  <a:lnTo>
                    <a:pt x="429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0" name="Google Shape;80;p15"/>
          <p:cNvCxnSpPr/>
          <p:nvPr/>
        </p:nvCxnSpPr>
        <p:spPr>
          <a:xfrm>
            <a:off x="3433300" y="3011075"/>
            <a:ext cx="2300400" cy="0"/>
          </a:xfrm>
          <a:prstGeom prst="straightConnector1">
            <a:avLst/>
          </a:prstGeom>
          <a:noFill/>
          <a:ln cap="flat" cmpd="sng" w="9525">
            <a:solidFill>
              <a:srgbClr val="1055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15"/>
          <p:cNvSpPr txBox="1"/>
          <p:nvPr>
            <p:ph type="title"/>
          </p:nvPr>
        </p:nvSpPr>
        <p:spPr>
          <a:xfrm>
            <a:off x="1991650" y="1375650"/>
            <a:ext cx="5183700" cy="17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" type="subTitle"/>
          </p:nvPr>
        </p:nvSpPr>
        <p:spPr>
          <a:xfrm>
            <a:off x="2009650" y="3187900"/>
            <a:ext cx="51477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BLANK_1_1_1_1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>
            <p:ph type="title"/>
          </p:nvPr>
        </p:nvSpPr>
        <p:spPr>
          <a:xfrm>
            <a:off x="1927126" y="1283357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16"/>
          <p:cNvSpPr txBox="1"/>
          <p:nvPr>
            <p:ph idx="1" type="subTitle"/>
          </p:nvPr>
        </p:nvSpPr>
        <p:spPr>
          <a:xfrm>
            <a:off x="1927125" y="1678829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2" type="title"/>
          </p:nvPr>
        </p:nvSpPr>
        <p:spPr>
          <a:xfrm>
            <a:off x="5780473" y="1283357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5780475" y="1678829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title"/>
          </p:nvPr>
        </p:nvSpPr>
        <p:spPr>
          <a:xfrm>
            <a:off x="1927126" y="2392165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16"/>
          <p:cNvSpPr txBox="1"/>
          <p:nvPr>
            <p:ph idx="5" type="subTitle"/>
          </p:nvPr>
        </p:nvSpPr>
        <p:spPr>
          <a:xfrm>
            <a:off x="1927125" y="2787657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6" type="title"/>
          </p:nvPr>
        </p:nvSpPr>
        <p:spPr>
          <a:xfrm>
            <a:off x="5780473" y="2392165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" name="Google Shape;92;p16"/>
          <p:cNvSpPr txBox="1"/>
          <p:nvPr>
            <p:ph idx="7" type="subTitle"/>
          </p:nvPr>
        </p:nvSpPr>
        <p:spPr>
          <a:xfrm>
            <a:off x="5780475" y="2787657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8" type="title"/>
          </p:nvPr>
        </p:nvSpPr>
        <p:spPr>
          <a:xfrm>
            <a:off x="884025" y="1448300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4" name="Google Shape;94;p16"/>
          <p:cNvSpPr txBox="1"/>
          <p:nvPr>
            <p:ph idx="9" type="title"/>
          </p:nvPr>
        </p:nvSpPr>
        <p:spPr>
          <a:xfrm>
            <a:off x="884025" y="2557101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5" name="Google Shape;95;p16"/>
          <p:cNvSpPr txBox="1"/>
          <p:nvPr>
            <p:ph idx="13" type="title"/>
          </p:nvPr>
        </p:nvSpPr>
        <p:spPr>
          <a:xfrm>
            <a:off x="4734200" y="1448300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6" name="Google Shape;96;p16"/>
          <p:cNvSpPr txBox="1"/>
          <p:nvPr>
            <p:ph idx="14" type="title"/>
          </p:nvPr>
        </p:nvSpPr>
        <p:spPr>
          <a:xfrm>
            <a:off x="4734200" y="2557101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7" name="Google Shape;97;p16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6" type="title"/>
          </p:nvPr>
        </p:nvSpPr>
        <p:spPr>
          <a:xfrm>
            <a:off x="1927126" y="3500990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6"/>
          <p:cNvSpPr txBox="1"/>
          <p:nvPr>
            <p:ph idx="17" type="subTitle"/>
          </p:nvPr>
        </p:nvSpPr>
        <p:spPr>
          <a:xfrm>
            <a:off x="1927125" y="3896483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8" type="title"/>
          </p:nvPr>
        </p:nvSpPr>
        <p:spPr>
          <a:xfrm>
            <a:off x="5780473" y="3500990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" name="Google Shape;101;p16"/>
          <p:cNvSpPr txBox="1"/>
          <p:nvPr>
            <p:ph idx="19" type="subTitle"/>
          </p:nvPr>
        </p:nvSpPr>
        <p:spPr>
          <a:xfrm>
            <a:off x="5780475" y="3896483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20" type="title"/>
          </p:nvPr>
        </p:nvSpPr>
        <p:spPr>
          <a:xfrm>
            <a:off x="884025" y="3665926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3" name="Google Shape;103;p16"/>
          <p:cNvSpPr txBox="1"/>
          <p:nvPr>
            <p:ph idx="21" type="title"/>
          </p:nvPr>
        </p:nvSpPr>
        <p:spPr>
          <a:xfrm>
            <a:off x="4734200" y="3665926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flipH="1" rot="10106008">
            <a:off x="5496169" y="-2724263"/>
            <a:ext cx="5422212" cy="351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693992">
            <a:off x="1464769" y="4384537"/>
            <a:ext cx="5422212" cy="351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92552">
            <a:off x="-3672213" y="-2264066"/>
            <a:ext cx="6969776" cy="4514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92552">
            <a:off x="6371512" y="-1785566"/>
            <a:ext cx="6969776" cy="4514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3450" y="-908625"/>
            <a:ext cx="2629649" cy="258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>
            <p:ph type="title"/>
          </p:nvPr>
        </p:nvSpPr>
        <p:spPr>
          <a:xfrm>
            <a:off x="2003326" y="1514275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2003326" y="204197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2" type="title"/>
          </p:nvPr>
        </p:nvSpPr>
        <p:spPr>
          <a:xfrm>
            <a:off x="5856674" y="1514275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4" name="Google Shape;114;p17"/>
          <p:cNvSpPr txBox="1"/>
          <p:nvPr>
            <p:ph idx="3" type="subTitle"/>
          </p:nvPr>
        </p:nvSpPr>
        <p:spPr>
          <a:xfrm>
            <a:off x="5856676" y="204197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4" type="title"/>
          </p:nvPr>
        </p:nvSpPr>
        <p:spPr>
          <a:xfrm>
            <a:off x="2003326" y="3024923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6" name="Google Shape;116;p17"/>
          <p:cNvSpPr txBox="1"/>
          <p:nvPr>
            <p:ph idx="5" type="subTitle"/>
          </p:nvPr>
        </p:nvSpPr>
        <p:spPr>
          <a:xfrm>
            <a:off x="2003326" y="355263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6" type="title"/>
          </p:nvPr>
        </p:nvSpPr>
        <p:spPr>
          <a:xfrm>
            <a:off x="5856674" y="3024923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" name="Google Shape;118;p17"/>
          <p:cNvSpPr txBox="1"/>
          <p:nvPr>
            <p:ph idx="7" type="subTitle"/>
          </p:nvPr>
        </p:nvSpPr>
        <p:spPr>
          <a:xfrm>
            <a:off x="5856676" y="355263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7"/>
          <p:cNvSpPr txBox="1"/>
          <p:nvPr>
            <p:ph idx="8" type="title"/>
          </p:nvPr>
        </p:nvSpPr>
        <p:spPr>
          <a:xfrm>
            <a:off x="807825" y="12845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0" name="Google Shape;120;p17"/>
          <p:cNvSpPr txBox="1"/>
          <p:nvPr>
            <p:ph idx="9" type="title"/>
          </p:nvPr>
        </p:nvSpPr>
        <p:spPr>
          <a:xfrm>
            <a:off x="807825" y="27640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1" name="Google Shape;121;p17"/>
          <p:cNvSpPr txBox="1"/>
          <p:nvPr>
            <p:ph idx="13" type="title"/>
          </p:nvPr>
        </p:nvSpPr>
        <p:spPr>
          <a:xfrm>
            <a:off x="4699313" y="12845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2" name="Google Shape;122;p17"/>
          <p:cNvSpPr txBox="1"/>
          <p:nvPr>
            <p:ph idx="14" type="title"/>
          </p:nvPr>
        </p:nvSpPr>
        <p:spPr>
          <a:xfrm>
            <a:off x="4699313" y="27640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3" name="Google Shape;123;p17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16686">
            <a:off x="5454197" y="-74048"/>
            <a:ext cx="6700179" cy="434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16686">
            <a:off x="-1415378" y="-2760623"/>
            <a:ext cx="6700179" cy="434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761211">
            <a:off x="2441833" y="859383"/>
            <a:ext cx="8629218" cy="55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9250" y="3109250"/>
            <a:ext cx="2931975" cy="288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1550" y="374942"/>
            <a:ext cx="2540075" cy="2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>
            <p:ph type="title"/>
          </p:nvPr>
        </p:nvSpPr>
        <p:spPr>
          <a:xfrm>
            <a:off x="720000" y="2302100"/>
            <a:ext cx="37392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18"/>
          <p:cNvSpPr txBox="1"/>
          <p:nvPr>
            <p:ph idx="2" type="title"/>
          </p:nvPr>
        </p:nvSpPr>
        <p:spPr>
          <a:xfrm>
            <a:off x="720000" y="1164975"/>
            <a:ext cx="1276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720000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8">
            <a:off x="3514600" y="-971664"/>
            <a:ext cx="8832549" cy="572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5550" y="3156925"/>
            <a:ext cx="2101000" cy="2068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1250" y="1159200"/>
            <a:ext cx="1814400" cy="178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>
            <p:ph type="title"/>
          </p:nvPr>
        </p:nvSpPr>
        <p:spPr>
          <a:xfrm>
            <a:off x="720000" y="445025"/>
            <a:ext cx="54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720000" y="1825350"/>
            <a:ext cx="4086900" cy="25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136180">
            <a:off x="-4014720" y="-1268999"/>
            <a:ext cx="6073816" cy="393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92551">
            <a:off x="-80253" y="569262"/>
            <a:ext cx="8910555" cy="577177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>
            <p:ph type="title"/>
          </p:nvPr>
        </p:nvSpPr>
        <p:spPr>
          <a:xfrm>
            <a:off x="4586325" y="2302100"/>
            <a:ext cx="37392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6" name="Google Shape;146;p20"/>
          <p:cNvSpPr txBox="1"/>
          <p:nvPr>
            <p:ph idx="2" type="title"/>
          </p:nvPr>
        </p:nvSpPr>
        <p:spPr>
          <a:xfrm>
            <a:off x="6562700" y="1241175"/>
            <a:ext cx="1762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7" name="Google Shape;147;p20"/>
          <p:cNvSpPr txBox="1"/>
          <p:nvPr>
            <p:ph idx="1" type="subTitle"/>
          </p:nvPr>
        </p:nvSpPr>
        <p:spPr>
          <a:xfrm>
            <a:off x="5244525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19425" y="3665350"/>
            <a:ext cx="2889751" cy="284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2126" y="-933675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1290891">
            <a:off x="-4501079" y="-1825966"/>
            <a:ext cx="6376270" cy="413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730118">
            <a:off x="6349350" y="4011064"/>
            <a:ext cx="5560051" cy="360152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55" name="Google Shape;155;p21"/>
          <p:cNvSpPr txBox="1"/>
          <p:nvPr>
            <p:ph idx="2" type="title"/>
          </p:nvPr>
        </p:nvSpPr>
        <p:spPr>
          <a:xfrm>
            <a:off x="1090100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6" name="Google Shape;156;p21"/>
          <p:cNvSpPr txBox="1"/>
          <p:nvPr>
            <p:ph idx="1" type="subTitle"/>
          </p:nvPr>
        </p:nvSpPr>
        <p:spPr>
          <a:xfrm>
            <a:off x="1090100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1"/>
          <p:cNvSpPr txBox="1"/>
          <p:nvPr>
            <p:ph idx="3" type="title"/>
          </p:nvPr>
        </p:nvSpPr>
        <p:spPr>
          <a:xfrm>
            <a:off x="3484423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8" name="Google Shape;158;p21"/>
          <p:cNvSpPr txBox="1"/>
          <p:nvPr>
            <p:ph idx="4" type="subTitle"/>
          </p:nvPr>
        </p:nvSpPr>
        <p:spPr>
          <a:xfrm>
            <a:off x="3484421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5" type="title"/>
          </p:nvPr>
        </p:nvSpPr>
        <p:spPr>
          <a:xfrm>
            <a:off x="5878746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0" name="Google Shape;160;p21"/>
          <p:cNvSpPr txBox="1"/>
          <p:nvPr>
            <p:ph idx="6" type="subTitle"/>
          </p:nvPr>
        </p:nvSpPr>
        <p:spPr>
          <a:xfrm>
            <a:off x="5878749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1518493">
            <a:off x="6417701" y="-2563773"/>
            <a:ext cx="6350276" cy="4113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2228383">
            <a:off x="-3220550" y="3008378"/>
            <a:ext cx="6350276" cy="4113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4042" y="3216075"/>
            <a:ext cx="3640043" cy="35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61501" y="-445259"/>
            <a:ext cx="2629649" cy="25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92551">
            <a:off x="1509934" y="-3561813"/>
            <a:ext cx="8910555" cy="5771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088216">
            <a:off x="2726309" y="4234513"/>
            <a:ext cx="8910557" cy="577177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>
            <p:ph type="title"/>
          </p:nvPr>
        </p:nvSpPr>
        <p:spPr>
          <a:xfrm>
            <a:off x="994913" y="2302100"/>
            <a:ext cx="45300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0" name="Google Shape;170;p22"/>
          <p:cNvSpPr txBox="1"/>
          <p:nvPr>
            <p:ph idx="2" type="title"/>
          </p:nvPr>
        </p:nvSpPr>
        <p:spPr>
          <a:xfrm>
            <a:off x="2494438" y="1164975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1" name="Google Shape;171;p22"/>
          <p:cNvSpPr txBox="1"/>
          <p:nvPr>
            <p:ph idx="1" type="subTitle"/>
          </p:nvPr>
        </p:nvSpPr>
        <p:spPr>
          <a:xfrm>
            <a:off x="1719388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456447">
            <a:off x="-2586280" y="4488072"/>
            <a:ext cx="5645108" cy="36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526701">
            <a:off x="8080252" y="3477662"/>
            <a:ext cx="3447426" cy="339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655129">
            <a:off x="-1455501" y="-859367"/>
            <a:ext cx="2764175" cy="272200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1221500" y="2981450"/>
            <a:ext cx="33030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2" type="body"/>
          </p:nvPr>
        </p:nvSpPr>
        <p:spPr>
          <a:xfrm>
            <a:off x="4619350" y="2981450"/>
            <a:ext cx="33030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0" name="Google Shape;180;p23"/>
          <p:cNvSpPr txBox="1"/>
          <p:nvPr>
            <p:ph idx="3" type="title"/>
          </p:nvPr>
        </p:nvSpPr>
        <p:spPr>
          <a:xfrm>
            <a:off x="1221500" y="2417625"/>
            <a:ext cx="3303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1" name="Google Shape;181;p23"/>
          <p:cNvSpPr txBox="1"/>
          <p:nvPr>
            <p:ph idx="4" type="title"/>
          </p:nvPr>
        </p:nvSpPr>
        <p:spPr>
          <a:xfrm>
            <a:off x="4619201" y="2417625"/>
            <a:ext cx="3303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61501" y="-445259"/>
            <a:ext cx="2629649" cy="25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4042" y="3216075"/>
            <a:ext cx="3640043" cy="35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1251575">
            <a:off x="6568494" y="-2463416"/>
            <a:ext cx="6463288" cy="418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4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2162573">
            <a:off x="-3047496" y="3075492"/>
            <a:ext cx="5967840" cy="3865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4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 rot="192551">
            <a:off x="1509934" y="-3561813"/>
            <a:ext cx="8910555" cy="577177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/>
          <p:nvPr>
            <p:ph type="title"/>
          </p:nvPr>
        </p:nvSpPr>
        <p:spPr>
          <a:xfrm>
            <a:off x="2391900" y="3640013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" name="Google Shape;190;p24"/>
          <p:cNvSpPr txBox="1"/>
          <p:nvPr>
            <p:ph idx="1" type="subTitle"/>
          </p:nvPr>
        </p:nvSpPr>
        <p:spPr>
          <a:xfrm>
            <a:off x="1571900" y="1453575"/>
            <a:ext cx="60003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1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flipH="1" rot="1798717">
            <a:off x="-3607626" y="-2568271"/>
            <a:ext cx="6350276" cy="4113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flipH="1" rot="-2014539">
            <a:off x="6097879" y="3066417"/>
            <a:ext cx="6189991" cy="400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89296" y="3232597"/>
            <a:ext cx="3640043" cy="35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3796" y="-445259"/>
            <a:ext cx="2629649" cy="258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>
            <p:ph type="title"/>
          </p:nvPr>
        </p:nvSpPr>
        <p:spPr>
          <a:xfrm>
            <a:off x="3842675" y="2428325"/>
            <a:ext cx="45300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8" name="Google Shape;198;p25"/>
          <p:cNvSpPr txBox="1"/>
          <p:nvPr>
            <p:ph idx="2" type="title"/>
          </p:nvPr>
        </p:nvSpPr>
        <p:spPr>
          <a:xfrm>
            <a:off x="5342188" y="1291200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9" name="Google Shape;199;p25"/>
          <p:cNvSpPr txBox="1"/>
          <p:nvPr>
            <p:ph idx="1" type="subTitle"/>
          </p:nvPr>
        </p:nvSpPr>
        <p:spPr>
          <a:xfrm>
            <a:off x="4567138" y="33703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ONE_COLUMN_TEXT_3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-302706">
            <a:off x="3469179" y="-983456"/>
            <a:ext cx="8314292" cy="538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9">
            <a:off x="5218824" y="301509"/>
            <a:ext cx="6376274" cy="413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5500" y="3137075"/>
            <a:ext cx="2123851" cy="209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6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333559">
            <a:off x="-268451" y="3969935"/>
            <a:ext cx="6376274" cy="4130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720000" y="1901250"/>
            <a:ext cx="3571500" cy="21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720000" y="445025"/>
            <a:ext cx="47391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623217">
            <a:off x="2319062" y="521198"/>
            <a:ext cx="8614102" cy="5579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526696">
            <a:off x="6344369" y="2345457"/>
            <a:ext cx="3731665" cy="3674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526696">
            <a:off x="-1532015" y="-1020403"/>
            <a:ext cx="2756460" cy="271440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878650" y="1424100"/>
            <a:ext cx="4462200" cy="3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64349" y="-819897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2775" y="3403273"/>
            <a:ext cx="3968174" cy="390757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title"/>
          </p:nvPr>
        </p:nvSpPr>
        <p:spPr>
          <a:xfrm>
            <a:off x="1101175" y="1908092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1" name="Google Shape;221;p28"/>
          <p:cNvSpPr txBox="1"/>
          <p:nvPr>
            <p:ph idx="1" type="subTitle"/>
          </p:nvPr>
        </p:nvSpPr>
        <p:spPr>
          <a:xfrm>
            <a:off x="1101175" y="232001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8"/>
          <p:cNvSpPr txBox="1"/>
          <p:nvPr>
            <p:ph idx="3" type="title"/>
          </p:nvPr>
        </p:nvSpPr>
        <p:spPr>
          <a:xfrm>
            <a:off x="3578947" y="1908092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3" name="Google Shape;223;p28"/>
          <p:cNvSpPr txBox="1"/>
          <p:nvPr>
            <p:ph idx="4" type="subTitle"/>
          </p:nvPr>
        </p:nvSpPr>
        <p:spPr>
          <a:xfrm>
            <a:off x="3578947" y="232001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8"/>
          <p:cNvSpPr txBox="1"/>
          <p:nvPr>
            <p:ph idx="5" type="title"/>
          </p:nvPr>
        </p:nvSpPr>
        <p:spPr>
          <a:xfrm>
            <a:off x="1101175" y="3692889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5" name="Google Shape;225;p28"/>
          <p:cNvSpPr txBox="1"/>
          <p:nvPr>
            <p:ph idx="6" type="subTitle"/>
          </p:nvPr>
        </p:nvSpPr>
        <p:spPr>
          <a:xfrm>
            <a:off x="1101175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8"/>
          <p:cNvSpPr txBox="1"/>
          <p:nvPr>
            <p:ph idx="7" type="title"/>
          </p:nvPr>
        </p:nvSpPr>
        <p:spPr>
          <a:xfrm>
            <a:off x="3578947" y="3692889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7" name="Google Shape;227;p28"/>
          <p:cNvSpPr txBox="1"/>
          <p:nvPr>
            <p:ph idx="8" type="subTitle"/>
          </p:nvPr>
        </p:nvSpPr>
        <p:spPr>
          <a:xfrm>
            <a:off x="3578947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9" type="title"/>
          </p:nvPr>
        </p:nvSpPr>
        <p:spPr>
          <a:xfrm>
            <a:off x="6056776" y="1908092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9" name="Google Shape;229;p28"/>
          <p:cNvSpPr txBox="1"/>
          <p:nvPr>
            <p:ph idx="13" type="subTitle"/>
          </p:nvPr>
        </p:nvSpPr>
        <p:spPr>
          <a:xfrm>
            <a:off x="6056776" y="232001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idx="14" type="title"/>
          </p:nvPr>
        </p:nvSpPr>
        <p:spPr>
          <a:xfrm>
            <a:off x="6056776" y="3692889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1" name="Google Shape;231;p28"/>
          <p:cNvSpPr txBox="1"/>
          <p:nvPr>
            <p:ph idx="15" type="subTitle"/>
          </p:nvPr>
        </p:nvSpPr>
        <p:spPr>
          <a:xfrm>
            <a:off x="6056776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/>
          <p:nvPr/>
        </p:nvSpPr>
        <p:spPr>
          <a:xfrm>
            <a:off x="-25" y="0"/>
            <a:ext cx="9144000" cy="5143500"/>
          </a:xfrm>
          <a:prstGeom prst="rect">
            <a:avLst/>
          </a:prstGeom>
          <a:solidFill>
            <a:srgbClr val="99C66D">
              <a:alpha val="1372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2">
            <a:alphaModFix amt="41000"/>
          </a:blip>
          <a:srcRect b="0" l="0" r="0" t="0"/>
          <a:stretch/>
        </p:blipFill>
        <p:spPr>
          <a:xfrm rot="-1662931">
            <a:off x="6968816" y="-2060863"/>
            <a:ext cx="6353367" cy="4115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2495269">
            <a:off x="-3385088" y="2149509"/>
            <a:ext cx="6969777" cy="4514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0450" y="4238090"/>
            <a:ext cx="3493550" cy="3440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6150" y="3716550"/>
            <a:ext cx="2926025" cy="288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56864" y="-1056325"/>
            <a:ext cx="2126226" cy="20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 txBox="1"/>
          <p:nvPr>
            <p:ph type="title"/>
          </p:nvPr>
        </p:nvSpPr>
        <p:spPr>
          <a:xfrm>
            <a:off x="2122200" y="2914850"/>
            <a:ext cx="48996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8526699">
            <a:off x="-2232414" y="254468"/>
            <a:ext cx="3531677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0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697297">
            <a:off x="-4647653" y="-1563264"/>
            <a:ext cx="6296330" cy="4078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0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697297">
            <a:off x="7643472" y="1755636"/>
            <a:ext cx="6296330" cy="407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0"/>
          <p:cNvSpPr txBox="1"/>
          <p:nvPr>
            <p:ph type="title"/>
          </p:nvPr>
        </p:nvSpPr>
        <p:spPr>
          <a:xfrm>
            <a:off x="2919552" y="1539850"/>
            <a:ext cx="5050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46" name="Google Shape;246;p30"/>
          <p:cNvSpPr txBox="1"/>
          <p:nvPr>
            <p:ph idx="2" type="title"/>
          </p:nvPr>
        </p:nvSpPr>
        <p:spPr>
          <a:xfrm>
            <a:off x="2919628" y="3052100"/>
            <a:ext cx="5050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47" name="Google Shape;247;p30"/>
          <p:cNvSpPr txBox="1"/>
          <p:nvPr>
            <p:ph idx="1" type="subTitle"/>
          </p:nvPr>
        </p:nvSpPr>
        <p:spPr>
          <a:xfrm>
            <a:off x="2919775" y="3483025"/>
            <a:ext cx="42510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8" name="Google Shape;248;p30"/>
          <p:cNvSpPr txBox="1"/>
          <p:nvPr>
            <p:ph idx="3" type="subTitle"/>
          </p:nvPr>
        </p:nvSpPr>
        <p:spPr>
          <a:xfrm>
            <a:off x="2919775" y="1969625"/>
            <a:ext cx="42510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9" name="Google Shape;249;p30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1"/>
          <p:cNvSpPr txBox="1"/>
          <p:nvPr>
            <p:ph type="title"/>
          </p:nvPr>
        </p:nvSpPr>
        <p:spPr>
          <a:xfrm>
            <a:off x="720000" y="445025"/>
            <a:ext cx="49032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53" name="Google Shape;253;p31"/>
          <p:cNvSpPr txBox="1"/>
          <p:nvPr>
            <p:ph idx="2" type="title"/>
          </p:nvPr>
        </p:nvSpPr>
        <p:spPr>
          <a:xfrm>
            <a:off x="4539150" y="1738110"/>
            <a:ext cx="28131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54" name="Google Shape;254;p31"/>
          <p:cNvSpPr txBox="1"/>
          <p:nvPr>
            <p:ph idx="3" type="title"/>
          </p:nvPr>
        </p:nvSpPr>
        <p:spPr>
          <a:xfrm>
            <a:off x="4538925" y="3217859"/>
            <a:ext cx="28134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55" name="Google Shape;255;p31"/>
          <p:cNvSpPr txBox="1"/>
          <p:nvPr>
            <p:ph idx="1" type="subTitle"/>
          </p:nvPr>
        </p:nvSpPr>
        <p:spPr>
          <a:xfrm>
            <a:off x="4538925" y="3988035"/>
            <a:ext cx="281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6" name="Google Shape;256;p31"/>
          <p:cNvSpPr txBox="1"/>
          <p:nvPr>
            <p:ph idx="4" type="subTitle"/>
          </p:nvPr>
        </p:nvSpPr>
        <p:spPr>
          <a:xfrm>
            <a:off x="4539300" y="2508084"/>
            <a:ext cx="281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257" name="Google Shape;257;p31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785722">
            <a:off x="6313773" y="-1918065"/>
            <a:ext cx="6376272" cy="413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1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1281510">
            <a:off x="-3810027" y="2565110"/>
            <a:ext cx="6376272" cy="413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750" y="2827325"/>
            <a:ext cx="2023575" cy="19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7445" y="707362"/>
            <a:ext cx="2023575" cy="19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3424" y="356303"/>
            <a:ext cx="1515426" cy="149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TITLE_AND_TWO_COLUMNS_1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0566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flipH="1" rot="7060367">
            <a:off x="-2615294" y="-2798389"/>
            <a:ext cx="5470711" cy="354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635949">
            <a:off x="8089369" y="-1772807"/>
            <a:ext cx="3531675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635950">
            <a:off x="-1365795" y="3343884"/>
            <a:ext cx="2702139" cy="266093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/>
          <p:nvPr>
            <p:ph idx="1" type="body"/>
          </p:nvPr>
        </p:nvSpPr>
        <p:spPr>
          <a:xfrm>
            <a:off x="720000" y="3455725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8" name="Google Shape;268;p32"/>
          <p:cNvSpPr txBox="1"/>
          <p:nvPr>
            <p:ph idx="2" type="body"/>
          </p:nvPr>
        </p:nvSpPr>
        <p:spPr>
          <a:xfrm>
            <a:off x="3312043" y="3455725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" name="Google Shape;269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0" name="Google Shape;270;p32"/>
          <p:cNvSpPr txBox="1"/>
          <p:nvPr>
            <p:ph idx="3" type="title"/>
          </p:nvPr>
        </p:nvSpPr>
        <p:spPr>
          <a:xfrm>
            <a:off x="720000" y="2556925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1" name="Google Shape;271;p32"/>
          <p:cNvSpPr txBox="1"/>
          <p:nvPr>
            <p:ph idx="4" type="title"/>
          </p:nvPr>
        </p:nvSpPr>
        <p:spPr>
          <a:xfrm>
            <a:off x="3311924" y="2556925"/>
            <a:ext cx="2520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2" name="Google Shape;272;p32"/>
          <p:cNvSpPr txBox="1"/>
          <p:nvPr>
            <p:ph idx="5" type="body"/>
          </p:nvPr>
        </p:nvSpPr>
        <p:spPr>
          <a:xfrm>
            <a:off x="5904249" y="3455725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" name="Google Shape;273;p32"/>
          <p:cNvSpPr txBox="1"/>
          <p:nvPr>
            <p:ph idx="6" type="title"/>
          </p:nvPr>
        </p:nvSpPr>
        <p:spPr>
          <a:xfrm>
            <a:off x="5904125" y="2556925"/>
            <a:ext cx="2520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707697">
            <a:off x="-1583655" y="-594833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707697">
            <a:off x="7563176" y="3548792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3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483134">
            <a:off x="3145768" y="-2407963"/>
            <a:ext cx="6533589" cy="4232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3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346954">
            <a:off x="-1202456" y="2926342"/>
            <a:ext cx="5962438" cy="386209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3"/>
          <p:cNvSpPr txBox="1"/>
          <p:nvPr>
            <p:ph type="title"/>
          </p:nvPr>
        </p:nvSpPr>
        <p:spPr>
          <a:xfrm>
            <a:off x="4391775" y="1795808"/>
            <a:ext cx="379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81" name="Google Shape;281;p33"/>
          <p:cNvSpPr txBox="1"/>
          <p:nvPr>
            <p:ph idx="1" type="subTitle"/>
          </p:nvPr>
        </p:nvSpPr>
        <p:spPr>
          <a:xfrm>
            <a:off x="4640250" y="2455650"/>
            <a:ext cx="35436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SECTION_TITLE_AND_DESCRIPTION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4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flipH="1" rot="1296220">
            <a:off x="5717930" y="2735107"/>
            <a:ext cx="6635464" cy="4298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7859" y="3302575"/>
            <a:ext cx="3842282" cy="378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3508" y="80816"/>
            <a:ext cx="3842282" cy="378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3225" y="-1435250"/>
            <a:ext cx="2975000" cy="29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4"/>
          <p:cNvSpPr txBox="1"/>
          <p:nvPr>
            <p:ph type="title"/>
          </p:nvPr>
        </p:nvSpPr>
        <p:spPr>
          <a:xfrm>
            <a:off x="632350" y="1093625"/>
            <a:ext cx="3964200" cy="20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9" name="Google Shape;289;p34"/>
          <p:cNvSpPr txBox="1"/>
          <p:nvPr>
            <p:ph idx="1" type="subTitle"/>
          </p:nvPr>
        </p:nvSpPr>
        <p:spPr>
          <a:xfrm>
            <a:off x="632350" y="3302563"/>
            <a:ext cx="3964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3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481114">
            <a:off x="-969680" y="3832268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635950">
            <a:off x="7704839" y="-1023457"/>
            <a:ext cx="2702139" cy="2660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16667">
            <a:off x="-1678663" y="-1844641"/>
            <a:ext cx="3638659" cy="35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5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1226835">
            <a:off x="-2603780" y="-2558983"/>
            <a:ext cx="6799886" cy="440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5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1226835">
            <a:off x="6640620" y="-2640083"/>
            <a:ext cx="6799886" cy="440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5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483135">
            <a:off x="4996932" y="2438488"/>
            <a:ext cx="6075811" cy="3935547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99" name="Google Shape;299;p35"/>
          <p:cNvSpPr txBox="1"/>
          <p:nvPr>
            <p:ph idx="1" type="subTitle"/>
          </p:nvPr>
        </p:nvSpPr>
        <p:spPr>
          <a:xfrm>
            <a:off x="720000" y="2691425"/>
            <a:ext cx="35724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441" y="-1685482"/>
            <a:ext cx="2699301" cy="26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6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1233946">
            <a:off x="5998659" y="-2285177"/>
            <a:ext cx="6700173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6800" y="4247867"/>
            <a:ext cx="3497201" cy="3443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6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2496268">
            <a:off x="-2994134" y="2439937"/>
            <a:ext cx="6353368" cy="411537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6"/>
          <p:cNvSpPr txBox="1"/>
          <p:nvPr>
            <p:ph type="title"/>
          </p:nvPr>
        </p:nvSpPr>
        <p:spPr>
          <a:xfrm>
            <a:off x="816900" y="1459500"/>
            <a:ext cx="75102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14">
            <a:off x="2486412" y="339623"/>
            <a:ext cx="8614101" cy="5579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7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1289176">
            <a:off x="4993570" y="3604817"/>
            <a:ext cx="5962439" cy="3862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7"/>
          <p:cNvPicPr preferRelativeResize="0"/>
          <p:nvPr/>
        </p:nvPicPr>
        <p:blipFill rotWithShape="1">
          <a:blip r:embed="rId3">
            <a:alphaModFix amt="41000"/>
          </a:blip>
          <a:srcRect b="0" l="38916" r="0" t="0"/>
          <a:stretch/>
        </p:blipFill>
        <p:spPr>
          <a:xfrm rot="280174">
            <a:off x="7919076" y="-1665281"/>
            <a:ext cx="3642166" cy="386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707697">
            <a:off x="6455951" y="2440326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707680">
            <a:off x="-838865" y="-412422"/>
            <a:ext cx="2644479" cy="260414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7"/>
          <p:cNvSpPr/>
          <p:nvPr/>
        </p:nvSpPr>
        <p:spPr>
          <a:xfrm>
            <a:off x="11300333" y="-516853"/>
            <a:ext cx="194588" cy="189190"/>
          </a:xfrm>
          <a:custGeom>
            <a:rect b="b" l="l" r="r" t="t"/>
            <a:pathLst>
              <a:path extrusionOk="0" h="5082" w="5227">
                <a:moveTo>
                  <a:pt x="4423" y="1"/>
                </a:moveTo>
                <a:lnTo>
                  <a:pt x="3290" y="1353"/>
                </a:lnTo>
                <a:lnTo>
                  <a:pt x="2997" y="1682"/>
                </a:lnTo>
                <a:lnTo>
                  <a:pt x="2851" y="1828"/>
                </a:lnTo>
                <a:lnTo>
                  <a:pt x="2705" y="1938"/>
                </a:lnTo>
                <a:lnTo>
                  <a:pt x="2120" y="2303"/>
                </a:lnTo>
                <a:lnTo>
                  <a:pt x="1535" y="2632"/>
                </a:lnTo>
                <a:lnTo>
                  <a:pt x="1097" y="2925"/>
                </a:lnTo>
                <a:lnTo>
                  <a:pt x="731" y="3254"/>
                </a:lnTo>
                <a:lnTo>
                  <a:pt x="402" y="3619"/>
                </a:lnTo>
                <a:lnTo>
                  <a:pt x="110" y="4021"/>
                </a:lnTo>
                <a:lnTo>
                  <a:pt x="37" y="4167"/>
                </a:lnTo>
                <a:lnTo>
                  <a:pt x="37" y="4314"/>
                </a:lnTo>
                <a:lnTo>
                  <a:pt x="0" y="4423"/>
                </a:lnTo>
                <a:lnTo>
                  <a:pt x="37" y="4533"/>
                </a:lnTo>
                <a:lnTo>
                  <a:pt x="219" y="4752"/>
                </a:lnTo>
                <a:lnTo>
                  <a:pt x="439" y="4935"/>
                </a:lnTo>
                <a:lnTo>
                  <a:pt x="695" y="5045"/>
                </a:lnTo>
                <a:lnTo>
                  <a:pt x="950" y="5081"/>
                </a:lnTo>
                <a:lnTo>
                  <a:pt x="1133" y="5045"/>
                </a:lnTo>
                <a:lnTo>
                  <a:pt x="1279" y="5008"/>
                </a:lnTo>
                <a:lnTo>
                  <a:pt x="1462" y="4935"/>
                </a:lnTo>
                <a:lnTo>
                  <a:pt x="1608" y="4825"/>
                </a:lnTo>
                <a:lnTo>
                  <a:pt x="1901" y="4533"/>
                </a:lnTo>
                <a:lnTo>
                  <a:pt x="2157" y="4204"/>
                </a:lnTo>
                <a:lnTo>
                  <a:pt x="2668" y="3546"/>
                </a:lnTo>
                <a:lnTo>
                  <a:pt x="2851" y="3290"/>
                </a:lnTo>
                <a:lnTo>
                  <a:pt x="3034" y="3107"/>
                </a:lnTo>
                <a:lnTo>
                  <a:pt x="3143" y="2998"/>
                </a:lnTo>
                <a:lnTo>
                  <a:pt x="3290" y="2925"/>
                </a:lnTo>
                <a:lnTo>
                  <a:pt x="3399" y="2888"/>
                </a:lnTo>
                <a:lnTo>
                  <a:pt x="3728" y="2888"/>
                </a:lnTo>
                <a:lnTo>
                  <a:pt x="3875" y="2559"/>
                </a:lnTo>
                <a:lnTo>
                  <a:pt x="4057" y="2303"/>
                </a:lnTo>
                <a:lnTo>
                  <a:pt x="4277" y="2011"/>
                </a:lnTo>
                <a:lnTo>
                  <a:pt x="4496" y="1792"/>
                </a:lnTo>
                <a:lnTo>
                  <a:pt x="4715" y="1536"/>
                </a:lnTo>
                <a:lnTo>
                  <a:pt x="4934" y="1243"/>
                </a:lnTo>
                <a:lnTo>
                  <a:pt x="5117" y="951"/>
                </a:lnTo>
                <a:lnTo>
                  <a:pt x="5227" y="585"/>
                </a:lnTo>
                <a:lnTo>
                  <a:pt x="4423" y="1"/>
                </a:lnTo>
                <a:close/>
              </a:path>
            </a:pathLst>
          </a:custGeom>
          <a:solidFill>
            <a:srgbClr val="105522">
              <a:alpha val="3921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11300333" y="-516853"/>
            <a:ext cx="194588" cy="189190"/>
          </a:xfrm>
          <a:custGeom>
            <a:rect b="b" l="l" r="r" t="t"/>
            <a:pathLst>
              <a:path extrusionOk="0" fill="none" h="5082" w="5227">
                <a:moveTo>
                  <a:pt x="4423" y="1"/>
                </a:moveTo>
                <a:lnTo>
                  <a:pt x="4423" y="1"/>
                </a:lnTo>
                <a:lnTo>
                  <a:pt x="3290" y="1353"/>
                </a:lnTo>
                <a:lnTo>
                  <a:pt x="3290" y="1353"/>
                </a:lnTo>
                <a:lnTo>
                  <a:pt x="2997" y="1682"/>
                </a:lnTo>
                <a:lnTo>
                  <a:pt x="2851" y="1828"/>
                </a:lnTo>
                <a:lnTo>
                  <a:pt x="2705" y="1938"/>
                </a:lnTo>
                <a:lnTo>
                  <a:pt x="2705" y="1938"/>
                </a:lnTo>
                <a:lnTo>
                  <a:pt x="2120" y="2303"/>
                </a:lnTo>
                <a:lnTo>
                  <a:pt x="1535" y="2632"/>
                </a:lnTo>
                <a:lnTo>
                  <a:pt x="1535" y="2632"/>
                </a:lnTo>
                <a:lnTo>
                  <a:pt x="1097" y="2925"/>
                </a:lnTo>
                <a:lnTo>
                  <a:pt x="731" y="3254"/>
                </a:lnTo>
                <a:lnTo>
                  <a:pt x="402" y="3619"/>
                </a:lnTo>
                <a:lnTo>
                  <a:pt x="110" y="4021"/>
                </a:lnTo>
                <a:lnTo>
                  <a:pt x="110" y="4021"/>
                </a:lnTo>
                <a:lnTo>
                  <a:pt x="37" y="4167"/>
                </a:lnTo>
                <a:lnTo>
                  <a:pt x="37" y="4314"/>
                </a:lnTo>
                <a:lnTo>
                  <a:pt x="0" y="4423"/>
                </a:lnTo>
                <a:lnTo>
                  <a:pt x="37" y="4533"/>
                </a:lnTo>
                <a:lnTo>
                  <a:pt x="37" y="4533"/>
                </a:lnTo>
                <a:lnTo>
                  <a:pt x="219" y="4752"/>
                </a:lnTo>
                <a:lnTo>
                  <a:pt x="439" y="4935"/>
                </a:lnTo>
                <a:lnTo>
                  <a:pt x="695" y="5045"/>
                </a:lnTo>
                <a:lnTo>
                  <a:pt x="950" y="5081"/>
                </a:lnTo>
                <a:lnTo>
                  <a:pt x="950" y="5081"/>
                </a:lnTo>
                <a:lnTo>
                  <a:pt x="1133" y="5045"/>
                </a:lnTo>
                <a:lnTo>
                  <a:pt x="1279" y="5008"/>
                </a:lnTo>
                <a:lnTo>
                  <a:pt x="1462" y="4935"/>
                </a:lnTo>
                <a:lnTo>
                  <a:pt x="1608" y="4825"/>
                </a:lnTo>
                <a:lnTo>
                  <a:pt x="1608" y="4825"/>
                </a:lnTo>
                <a:lnTo>
                  <a:pt x="1901" y="4533"/>
                </a:lnTo>
                <a:lnTo>
                  <a:pt x="2157" y="4204"/>
                </a:lnTo>
                <a:lnTo>
                  <a:pt x="2668" y="3546"/>
                </a:lnTo>
                <a:lnTo>
                  <a:pt x="2668" y="3546"/>
                </a:lnTo>
                <a:lnTo>
                  <a:pt x="2851" y="3290"/>
                </a:lnTo>
                <a:lnTo>
                  <a:pt x="3034" y="3107"/>
                </a:lnTo>
                <a:lnTo>
                  <a:pt x="3143" y="2998"/>
                </a:lnTo>
                <a:lnTo>
                  <a:pt x="3290" y="2925"/>
                </a:lnTo>
                <a:lnTo>
                  <a:pt x="3399" y="2888"/>
                </a:lnTo>
                <a:lnTo>
                  <a:pt x="3546" y="2888"/>
                </a:lnTo>
                <a:lnTo>
                  <a:pt x="3546" y="2888"/>
                </a:lnTo>
                <a:lnTo>
                  <a:pt x="3728" y="2888"/>
                </a:lnTo>
                <a:lnTo>
                  <a:pt x="3728" y="2888"/>
                </a:lnTo>
                <a:lnTo>
                  <a:pt x="3875" y="2559"/>
                </a:lnTo>
                <a:lnTo>
                  <a:pt x="4057" y="2303"/>
                </a:lnTo>
                <a:lnTo>
                  <a:pt x="4277" y="2011"/>
                </a:lnTo>
                <a:lnTo>
                  <a:pt x="4496" y="1792"/>
                </a:lnTo>
                <a:lnTo>
                  <a:pt x="4715" y="1536"/>
                </a:lnTo>
                <a:lnTo>
                  <a:pt x="4934" y="1243"/>
                </a:lnTo>
                <a:lnTo>
                  <a:pt x="5117" y="951"/>
                </a:lnTo>
                <a:lnTo>
                  <a:pt x="5227" y="585"/>
                </a:lnTo>
                <a:lnTo>
                  <a:pt x="5227" y="585"/>
                </a:lnTo>
                <a:lnTo>
                  <a:pt x="4423" y="1"/>
                </a:lnTo>
              </a:path>
            </a:pathLst>
          </a:custGeom>
          <a:solidFill>
            <a:srgbClr val="105522">
              <a:alpha val="3921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7"/>
          <p:cNvSpPr txBox="1"/>
          <p:nvPr>
            <p:ph type="title"/>
          </p:nvPr>
        </p:nvSpPr>
        <p:spPr>
          <a:xfrm>
            <a:off x="872400" y="620000"/>
            <a:ext cx="45162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5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17" name="Google Shape;317;p37"/>
          <p:cNvSpPr txBox="1"/>
          <p:nvPr>
            <p:ph idx="1" type="subTitle"/>
          </p:nvPr>
        </p:nvSpPr>
        <p:spPr>
          <a:xfrm>
            <a:off x="872400" y="1593625"/>
            <a:ext cx="42132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37"/>
          <p:cNvSpPr txBox="1"/>
          <p:nvPr/>
        </p:nvSpPr>
        <p:spPr>
          <a:xfrm>
            <a:off x="872400" y="3395400"/>
            <a:ext cx="40848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5"/>
              </a:rPr>
              <a:t>Slidesgo</a:t>
            </a:r>
            <a:r>
              <a:rPr b="0" i="0" lang="en" sz="12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rPr>
              <a:t>, including icons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6"/>
              </a:rPr>
              <a:t>Flaticon</a:t>
            </a:r>
            <a:r>
              <a:rPr b="0" i="0" lang="en" sz="12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rPr>
              <a:t>, and infographics &amp; images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7"/>
              </a:rPr>
              <a:t>Freepik</a:t>
            </a:r>
            <a:r>
              <a:rPr b="0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8"/>
              </a:rPr>
              <a:t> </a:t>
            </a:r>
            <a:endParaRPr b="0" i="0" sz="1200" u="none" cap="none" strike="noStrike">
              <a:solidFill>
                <a:schemeClr val="accen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28106" y="4421067"/>
            <a:ext cx="3545025" cy="349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7347" y="-1431907"/>
            <a:ext cx="2699301" cy="26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8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1042746">
            <a:off x="-2040990" y="-3537153"/>
            <a:ext cx="6700175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8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2700007">
            <a:off x="7018109" y="4361722"/>
            <a:ext cx="6700173" cy="434002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4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273299">
            <a:off x="-2431762" y="-1737928"/>
            <a:ext cx="3447426" cy="339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144871">
            <a:off x="7787241" y="3271926"/>
            <a:ext cx="2764175" cy="2722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9"/>
          <p:cNvPicPr preferRelativeResize="0"/>
          <p:nvPr/>
        </p:nvPicPr>
        <p:blipFill rotWithShape="1">
          <a:blip r:embed="rId4">
            <a:alphaModFix amt="41000"/>
          </a:blip>
          <a:srcRect b="0" l="0" r="0" t="0"/>
          <a:stretch/>
        </p:blipFill>
        <p:spPr>
          <a:xfrm rot="-6342320">
            <a:off x="6626448" y="-2833301"/>
            <a:ext cx="5645107" cy="365657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0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509854">
            <a:off x="1564072" y="4504261"/>
            <a:ext cx="5645107" cy="3656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1556" y="-991139"/>
            <a:ext cx="2764175" cy="272200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2_1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1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456447">
            <a:off x="-2586280" y="4488072"/>
            <a:ext cx="5645108" cy="36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526701">
            <a:off x="8080252" y="3477662"/>
            <a:ext cx="3447426" cy="339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655129">
            <a:off x="-1455501" y="-859367"/>
            <a:ext cx="2764175" cy="272200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1"/>
          <p:cNvSpPr txBox="1"/>
          <p:nvPr>
            <p:ph type="title"/>
          </p:nvPr>
        </p:nvSpPr>
        <p:spPr>
          <a:xfrm>
            <a:off x="720000" y="445025"/>
            <a:ext cx="7704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702946">
            <a:off x="-5180353" y="2567827"/>
            <a:ext cx="6700181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250562">
            <a:off x="6855910" y="-2193354"/>
            <a:ext cx="6700179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761210">
            <a:off x="5362333" y="3205449"/>
            <a:ext cx="4731408" cy="3064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5228" y="4325609"/>
            <a:ext cx="3128274" cy="308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78725" y="-870525"/>
            <a:ext cx="3182801" cy="313427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51" name="Google Shape;351;p42"/>
          <p:cNvSpPr txBox="1"/>
          <p:nvPr>
            <p:ph idx="1" type="body"/>
          </p:nvPr>
        </p:nvSpPr>
        <p:spPr>
          <a:xfrm>
            <a:off x="720000" y="1139550"/>
            <a:ext cx="7704000" cy="3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>
                <a:solidFill>
                  <a:srgbClr val="434343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 rot="8">
            <a:off x="1962275" y="-2775114"/>
            <a:ext cx="8832549" cy="572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94450" y="2342300"/>
            <a:ext cx="3744150" cy="36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624325" y="846550"/>
            <a:ext cx="2787924" cy="274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25390" y="2078947"/>
            <a:ext cx="3744150" cy="36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3"/>
          <p:cNvSpPr txBox="1"/>
          <p:nvPr>
            <p:ph idx="1" type="subTitle"/>
          </p:nvPr>
        </p:nvSpPr>
        <p:spPr>
          <a:xfrm>
            <a:off x="3681475" y="2399950"/>
            <a:ext cx="4196700" cy="1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359" name="Google Shape;359;p43"/>
          <p:cNvSpPr txBox="1"/>
          <p:nvPr>
            <p:ph type="title"/>
          </p:nvPr>
        </p:nvSpPr>
        <p:spPr>
          <a:xfrm>
            <a:off x="3681498" y="1637375"/>
            <a:ext cx="419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12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2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4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707701">
            <a:off x="4858922" y="4131517"/>
            <a:ext cx="3750629" cy="369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6"/>
          <p:cNvPicPr preferRelativeResize="0"/>
          <p:nvPr/>
        </p:nvPicPr>
        <p:blipFill rotWithShape="1">
          <a:blip r:embed="rId4">
            <a:alphaModFix amt="41000"/>
          </a:blip>
          <a:srcRect b="0" l="38916" r="0" t="0"/>
          <a:stretch/>
        </p:blipFill>
        <p:spPr>
          <a:xfrm rot="280174">
            <a:off x="-3052599" y="-1580383"/>
            <a:ext cx="4522125" cy="479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6"/>
          <p:cNvPicPr preferRelativeResize="0"/>
          <p:nvPr/>
        </p:nvPicPr>
        <p:blipFill rotWithShape="1">
          <a:blip r:embed="rId4">
            <a:alphaModFix amt="41000"/>
          </a:blip>
          <a:srcRect b="0" l="-523" r="0" t="0"/>
          <a:stretch/>
        </p:blipFill>
        <p:spPr>
          <a:xfrm rot="627373">
            <a:off x="7493578" y="1532813"/>
            <a:ext cx="7441918" cy="479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707701">
            <a:off x="-2430228" y="158735"/>
            <a:ext cx="3750629" cy="3693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34" Type="http://schemas.openxmlformats.org/officeDocument/2006/relationships/theme" Target="../theme/theme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87425" y="445025"/>
            <a:ext cx="796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b="1" i="0" sz="3400" u="none" cap="none" strike="noStrike">
                <a:solidFill>
                  <a:schemeClr val="dk1"/>
                </a:solidFill>
                <a:latin typeface="Inknut Antiqua"/>
                <a:ea typeface="Inknut Antiqua"/>
                <a:cs typeface="Inknut Antiqua"/>
                <a:sym typeface="Inknut Antiqu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87425" y="1152475"/>
            <a:ext cx="796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○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■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○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■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○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Work Sans"/>
              <a:buChar char="■"/>
              <a:defRPr b="0" i="0" sz="14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9.xml"/><Relationship Id="rId4" Type="http://schemas.openxmlformats.org/officeDocument/2006/relationships/slide" Target="/ppt/slides/slide9.xml"/><Relationship Id="rId9" Type="http://schemas.openxmlformats.org/officeDocument/2006/relationships/slide" Target="/ppt/slides/slide12.xml"/><Relationship Id="rId5" Type="http://schemas.openxmlformats.org/officeDocument/2006/relationships/slide" Target="/ppt/slides/slide7.xml"/><Relationship Id="rId6" Type="http://schemas.openxmlformats.org/officeDocument/2006/relationships/slide" Target="/ppt/slides/slide5.xml"/><Relationship Id="rId7" Type="http://schemas.openxmlformats.org/officeDocument/2006/relationships/slide" Target="/ppt/slides/slide12.xml"/><Relationship Id="rId8" Type="http://schemas.openxmlformats.org/officeDocument/2006/relationships/slide" Target="/ppt/slides/slide5.xml"/><Relationship Id="rId10" Type="http://schemas.openxmlformats.org/officeDocument/2006/relationships/slide" Target="/ppt/slides/slide7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Google Shape;373;p47"/>
          <p:cNvCxnSpPr/>
          <p:nvPr/>
        </p:nvCxnSpPr>
        <p:spPr>
          <a:xfrm>
            <a:off x="898375" y="3589228"/>
            <a:ext cx="230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47"/>
          <p:cNvSpPr txBox="1"/>
          <p:nvPr>
            <p:ph idx="1" type="subTitle"/>
          </p:nvPr>
        </p:nvSpPr>
        <p:spPr>
          <a:xfrm>
            <a:off x="720000" y="3717468"/>
            <a:ext cx="43440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Kortpad - Pad Na Sukses</a:t>
            </a:r>
            <a:endParaRPr/>
          </a:p>
        </p:txBody>
      </p:sp>
      <p:sp>
        <p:nvSpPr>
          <p:cNvPr id="375" name="Google Shape;375;p47"/>
          <p:cNvSpPr txBox="1"/>
          <p:nvPr>
            <p:ph type="ctrTitle"/>
          </p:nvPr>
        </p:nvSpPr>
        <p:spPr>
          <a:xfrm>
            <a:off x="720000" y="1301025"/>
            <a:ext cx="58254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400">
                <a:solidFill>
                  <a:schemeClr val="accent1"/>
                </a:solidFill>
              </a:rPr>
              <a:t>NNGRW262 Groeps Projek:</a:t>
            </a:r>
            <a:endParaRPr sz="24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400"/>
              <a:t>Vind Die Naaste Beskikbare Studieruimte</a:t>
            </a:r>
            <a:endParaRPr sz="4400"/>
          </a:p>
        </p:txBody>
      </p:sp>
      <p:grpSp>
        <p:nvGrpSpPr>
          <p:cNvPr id="376" name="Google Shape;376;p47"/>
          <p:cNvGrpSpPr/>
          <p:nvPr/>
        </p:nvGrpSpPr>
        <p:grpSpPr>
          <a:xfrm>
            <a:off x="6027022" y="1005766"/>
            <a:ext cx="2287695" cy="2289334"/>
            <a:chOff x="1192500" y="238125"/>
            <a:chExt cx="5235000" cy="5238750"/>
          </a:xfrm>
        </p:grpSpPr>
        <p:sp>
          <p:nvSpPr>
            <p:cNvPr id="377" name="Google Shape;377;p47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7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7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7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7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7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7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7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7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7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7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7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7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7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7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7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7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7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7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7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7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7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7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7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7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7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7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7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7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7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7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7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7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7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7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7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7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7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7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7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7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7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7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7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7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7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7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7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7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7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7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7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7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7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7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7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7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7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7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7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7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7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7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7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7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7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7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7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7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7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7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7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7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7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7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7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7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7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7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7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7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7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7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7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7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7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7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7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7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7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7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7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7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7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7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7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7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7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7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7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7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7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7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7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7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7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7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7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7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7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7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7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7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7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7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7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7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7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7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7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7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7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7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7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7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7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7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7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7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7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7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7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7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7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7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7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7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7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7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7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7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7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7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7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7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7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7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7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7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7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7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7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7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7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7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7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7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7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7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7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7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7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7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7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7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7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7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7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7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8"/>
          <p:cNvSpPr txBox="1"/>
          <p:nvPr>
            <p:ph type="title"/>
          </p:nvPr>
        </p:nvSpPr>
        <p:spPr>
          <a:xfrm>
            <a:off x="1991650" y="1375650"/>
            <a:ext cx="5183700" cy="17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Hello!</a:t>
            </a:r>
            <a:endParaRPr/>
          </a:p>
        </p:txBody>
      </p:sp>
      <p:sp>
        <p:nvSpPr>
          <p:cNvPr id="551" name="Google Shape;551;p48"/>
          <p:cNvSpPr txBox="1"/>
          <p:nvPr>
            <p:ph idx="1" type="subTitle"/>
          </p:nvPr>
        </p:nvSpPr>
        <p:spPr>
          <a:xfrm>
            <a:off x="2009650" y="3187900"/>
            <a:ext cx="51477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Savannah Meintjes - 2025110012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Erika Cronjè - 2025060193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Martin Pretorius - 2024020161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Vaughan van Emmenis - 2025080133</a:t>
            </a:r>
            <a:endParaRPr/>
          </a:p>
        </p:txBody>
      </p:sp>
      <p:pic>
        <p:nvPicPr>
          <p:cNvPr id="552" name="Google Shape;552;p4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418819">
            <a:off x="-4119837" y="-762742"/>
            <a:ext cx="6063350" cy="3927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099705">
            <a:off x="6122877" y="3879420"/>
            <a:ext cx="6063349" cy="3927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9">
            <a:hlinkClick action="ppaction://hlinksldjump" r:id="rId3"/>
          </p:cNvPr>
          <p:cNvSpPr txBox="1"/>
          <p:nvPr>
            <p:ph idx="20" type="title"/>
          </p:nvPr>
        </p:nvSpPr>
        <p:spPr>
          <a:xfrm>
            <a:off x="884025" y="3665926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59" name="Google Shape;559;p49">
            <a:hlinkClick action="ppaction://hlinksldjump" r:id="rId4"/>
          </p:cNvPr>
          <p:cNvSpPr txBox="1"/>
          <p:nvPr>
            <p:ph idx="16" type="title"/>
          </p:nvPr>
        </p:nvSpPr>
        <p:spPr>
          <a:xfrm>
            <a:off x="1927126" y="3500990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Funksies</a:t>
            </a:r>
            <a:endParaRPr/>
          </a:p>
        </p:txBody>
      </p:sp>
      <p:sp>
        <p:nvSpPr>
          <p:cNvPr id="560" name="Google Shape;560;p49"/>
          <p:cNvSpPr txBox="1"/>
          <p:nvPr>
            <p:ph idx="17" type="subTitle"/>
          </p:nvPr>
        </p:nvSpPr>
        <p:spPr>
          <a:xfrm>
            <a:off x="1927125" y="3896483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Funksionaliteit van projek vir gebruikers</a:t>
            </a:r>
            <a:endParaRPr/>
          </a:p>
        </p:txBody>
      </p:sp>
      <p:sp>
        <p:nvSpPr>
          <p:cNvPr id="561" name="Google Shape;561;p49"/>
          <p:cNvSpPr txBox="1"/>
          <p:nvPr>
            <p:ph idx="18" type="title"/>
          </p:nvPr>
        </p:nvSpPr>
        <p:spPr>
          <a:xfrm>
            <a:off x="5780472" y="3500990"/>
            <a:ext cx="3155372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Stelsel Argitektuur</a:t>
            </a:r>
            <a:endParaRPr/>
          </a:p>
        </p:txBody>
      </p:sp>
      <p:sp>
        <p:nvSpPr>
          <p:cNvPr id="562" name="Google Shape;562;p49"/>
          <p:cNvSpPr txBox="1"/>
          <p:nvPr>
            <p:ph idx="19" type="subTitle"/>
          </p:nvPr>
        </p:nvSpPr>
        <p:spPr>
          <a:xfrm>
            <a:off x="5780475" y="3896483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Stelsel ontwerp en argitektuur</a:t>
            </a:r>
            <a:endParaRPr/>
          </a:p>
        </p:txBody>
      </p:sp>
      <p:sp>
        <p:nvSpPr>
          <p:cNvPr id="563" name="Google Shape;563;p49">
            <a:hlinkClick action="ppaction://hlinksldjump" r:id="rId5"/>
          </p:cNvPr>
          <p:cNvSpPr txBox="1"/>
          <p:nvPr>
            <p:ph idx="9" type="title"/>
          </p:nvPr>
        </p:nvSpPr>
        <p:spPr>
          <a:xfrm>
            <a:off x="884025" y="2557101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64" name="Google Shape;564;p49">
            <a:hlinkClick action="ppaction://hlinksldjump" r:id="rId6"/>
          </p:cNvPr>
          <p:cNvSpPr txBox="1"/>
          <p:nvPr>
            <p:ph idx="8" type="title"/>
          </p:nvPr>
        </p:nvSpPr>
        <p:spPr>
          <a:xfrm>
            <a:off x="884025" y="1448300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5" name="Google Shape;565;p49">
            <a:hlinkClick action="ppaction://hlinksldjump" r:id="rId7"/>
          </p:cNvPr>
          <p:cNvSpPr txBox="1"/>
          <p:nvPr>
            <p:ph idx="13" type="title"/>
          </p:nvPr>
        </p:nvSpPr>
        <p:spPr>
          <a:xfrm>
            <a:off x="4734200" y="1448300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66" name="Google Shape;566;p49"/>
          <p:cNvSpPr txBox="1"/>
          <p:nvPr>
            <p:ph idx="14" type="title"/>
          </p:nvPr>
        </p:nvSpPr>
        <p:spPr>
          <a:xfrm>
            <a:off x="4734200" y="2557101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67" name="Google Shape;567;p49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68" name="Google Shape;568;p49">
            <a:hlinkClick action="ppaction://hlinksldjump" r:id="rId8"/>
          </p:cNvPr>
          <p:cNvSpPr txBox="1"/>
          <p:nvPr>
            <p:ph type="title"/>
          </p:nvPr>
        </p:nvSpPr>
        <p:spPr>
          <a:xfrm>
            <a:off x="1927126" y="1283357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Probleem</a:t>
            </a:r>
            <a:endParaRPr/>
          </a:p>
        </p:txBody>
      </p:sp>
      <p:sp>
        <p:nvSpPr>
          <p:cNvPr id="569" name="Google Shape;569;p49"/>
          <p:cNvSpPr txBox="1"/>
          <p:nvPr>
            <p:ph idx="1" type="subTitle"/>
          </p:nvPr>
        </p:nvSpPr>
        <p:spPr>
          <a:xfrm>
            <a:off x="1927125" y="1678829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Probleem beskrywing vir die projek wat gekies is</a:t>
            </a:r>
            <a:endParaRPr/>
          </a:p>
        </p:txBody>
      </p:sp>
      <p:sp>
        <p:nvSpPr>
          <p:cNvPr id="570" name="Google Shape;570;p49">
            <a:hlinkClick action="ppaction://hlinksldjump" r:id="rId9"/>
          </p:cNvPr>
          <p:cNvSpPr txBox="1"/>
          <p:nvPr>
            <p:ph idx="2" type="title"/>
          </p:nvPr>
        </p:nvSpPr>
        <p:spPr>
          <a:xfrm>
            <a:off x="5780473" y="1283357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ADT</a:t>
            </a:r>
            <a:endParaRPr/>
          </a:p>
        </p:txBody>
      </p:sp>
      <p:sp>
        <p:nvSpPr>
          <p:cNvPr id="571" name="Google Shape;571;p49"/>
          <p:cNvSpPr txBox="1"/>
          <p:nvPr>
            <p:ph idx="3" type="subTitle"/>
          </p:nvPr>
        </p:nvSpPr>
        <p:spPr>
          <a:xfrm>
            <a:off x="5780475" y="1678829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Die ADT’s wat gebruik gaan word in die oplossing</a:t>
            </a:r>
            <a:endParaRPr/>
          </a:p>
        </p:txBody>
      </p:sp>
      <p:sp>
        <p:nvSpPr>
          <p:cNvPr id="572" name="Google Shape;572;p49">
            <a:hlinkClick action="ppaction://hlinksldjump" r:id="rId10"/>
          </p:cNvPr>
          <p:cNvSpPr txBox="1"/>
          <p:nvPr>
            <p:ph idx="4" type="title"/>
          </p:nvPr>
        </p:nvSpPr>
        <p:spPr>
          <a:xfrm>
            <a:off x="1927126" y="2392165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Doel</a:t>
            </a:r>
            <a:endParaRPr/>
          </a:p>
        </p:txBody>
      </p:sp>
      <p:sp>
        <p:nvSpPr>
          <p:cNvPr id="573" name="Google Shape;573;p49"/>
          <p:cNvSpPr txBox="1"/>
          <p:nvPr>
            <p:ph idx="5" type="subTitle"/>
          </p:nvPr>
        </p:nvSpPr>
        <p:spPr>
          <a:xfrm>
            <a:off x="1927125" y="2787657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Die doel van die projek, en hoe die probleem opgelos gaan word</a:t>
            </a:r>
            <a:endParaRPr/>
          </a:p>
        </p:txBody>
      </p:sp>
      <p:sp>
        <p:nvSpPr>
          <p:cNvPr id="574" name="Google Shape;574;p49"/>
          <p:cNvSpPr txBox="1"/>
          <p:nvPr>
            <p:ph idx="6" type="title"/>
          </p:nvPr>
        </p:nvSpPr>
        <p:spPr>
          <a:xfrm>
            <a:off x="5780473" y="2392165"/>
            <a:ext cx="2479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Databasis</a:t>
            </a:r>
            <a:endParaRPr/>
          </a:p>
        </p:txBody>
      </p:sp>
      <p:sp>
        <p:nvSpPr>
          <p:cNvPr id="575" name="Google Shape;575;p49"/>
          <p:cNvSpPr txBox="1"/>
          <p:nvPr>
            <p:ph idx="7" type="subTitle"/>
          </p:nvPr>
        </p:nvSpPr>
        <p:spPr>
          <a:xfrm>
            <a:off x="5780475" y="2787657"/>
            <a:ext cx="2479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Voorgestelde databasis ontwerp</a:t>
            </a:r>
            <a:endParaRPr/>
          </a:p>
        </p:txBody>
      </p:sp>
      <p:cxnSp>
        <p:nvCxnSpPr>
          <p:cNvPr id="576" name="Google Shape;576;p49"/>
          <p:cNvCxnSpPr/>
          <p:nvPr/>
        </p:nvCxnSpPr>
        <p:spPr>
          <a:xfrm>
            <a:off x="1004175" y="2151136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49"/>
          <p:cNvCxnSpPr/>
          <p:nvPr/>
        </p:nvCxnSpPr>
        <p:spPr>
          <a:xfrm>
            <a:off x="1004175" y="3266086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49"/>
          <p:cNvCxnSpPr/>
          <p:nvPr/>
        </p:nvCxnSpPr>
        <p:spPr>
          <a:xfrm>
            <a:off x="1004175" y="4370511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49"/>
          <p:cNvCxnSpPr/>
          <p:nvPr/>
        </p:nvCxnSpPr>
        <p:spPr>
          <a:xfrm>
            <a:off x="4854350" y="2151136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49"/>
          <p:cNvCxnSpPr/>
          <p:nvPr/>
        </p:nvCxnSpPr>
        <p:spPr>
          <a:xfrm>
            <a:off x="4854350" y="3266086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49"/>
          <p:cNvCxnSpPr/>
          <p:nvPr/>
        </p:nvCxnSpPr>
        <p:spPr>
          <a:xfrm>
            <a:off x="4854350" y="4370511"/>
            <a:ext cx="80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49"/>
          <p:cNvSpPr txBox="1"/>
          <p:nvPr>
            <p:ph idx="21" type="title"/>
          </p:nvPr>
        </p:nvSpPr>
        <p:spPr>
          <a:xfrm>
            <a:off x="4734200" y="3665926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0"/>
          <p:cNvSpPr txBox="1"/>
          <p:nvPr>
            <p:ph idx="9" type="title"/>
          </p:nvPr>
        </p:nvSpPr>
        <p:spPr>
          <a:xfrm>
            <a:off x="807825" y="27640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588" name="Google Shape;588;p50"/>
          <p:cNvSpPr txBox="1"/>
          <p:nvPr>
            <p:ph idx="8" type="title"/>
          </p:nvPr>
        </p:nvSpPr>
        <p:spPr>
          <a:xfrm>
            <a:off x="807825" y="12845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589" name="Google Shape;589;p50"/>
          <p:cNvSpPr txBox="1"/>
          <p:nvPr>
            <p:ph idx="13" type="title"/>
          </p:nvPr>
        </p:nvSpPr>
        <p:spPr>
          <a:xfrm>
            <a:off x="4699313" y="12845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590" name="Google Shape;590;p50"/>
          <p:cNvSpPr txBox="1"/>
          <p:nvPr>
            <p:ph idx="14" type="title"/>
          </p:nvPr>
        </p:nvSpPr>
        <p:spPr>
          <a:xfrm>
            <a:off x="4699313" y="27640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91" name="Google Shape;591;p50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92" name="Google Shape;592;p50"/>
          <p:cNvSpPr txBox="1"/>
          <p:nvPr>
            <p:ph type="title"/>
          </p:nvPr>
        </p:nvSpPr>
        <p:spPr>
          <a:xfrm>
            <a:off x="2003326" y="1514275"/>
            <a:ext cx="2586824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Toepaslikheid</a:t>
            </a:r>
            <a:endParaRPr/>
          </a:p>
        </p:txBody>
      </p:sp>
      <p:sp>
        <p:nvSpPr>
          <p:cNvPr id="593" name="Google Shape;593;p50"/>
          <p:cNvSpPr txBox="1"/>
          <p:nvPr>
            <p:ph idx="1" type="subTitle"/>
          </p:nvPr>
        </p:nvSpPr>
        <p:spPr>
          <a:xfrm>
            <a:off x="2003326" y="204197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Wat is die toepaslikheid van die oplossing vir die probleem</a:t>
            </a:r>
            <a:endParaRPr/>
          </a:p>
        </p:txBody>
      </p:sp>
      <p:sp>
        <p:nvSpPr>
          <p:cNvPr id="594" name="Google Shape;594;p50"/>
          <p:cNvSpPr txBox="1"/>
          <p:nvPr>
            <p:ph idx="2" type="title"/>
          </p:nvPr>
        </p:nvSpPr>
        <p:spPr>
          <a:xfrm>
            <a:off x="5856674" y="1514275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Koppelvlak</a:t>
            </a:r>
            <a:endParaRPr/>
          </a:p>
        </p:txBody>
      </p:sp>
      <p:sp>
        <p:nvSpPr>
          <p:cNvPr id="595" name="Google Shape;595;p50"/>
          <p:cNvSpPr txBox="1"/>
          <p:nvPr>
            <p:ph idx="3" type="subTitle"/>
          </p:nvPr>
        </p:nvSpPr>
        <p:spPr>
          <a:xfrm>
            <a:off x="5856676" y="204197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‘n Voorskou van die gebruikerskoppelvlak</a:t>
            </a:r>
            <a:endParaRPr/>
          </a:p>
        </p:txBody>
      </p:sp>
      <p:sp>
        <p:nvSpPr>
          <p:cNvPr id="596" name="Google Shape;596;p50"/>
          <p:cNvSpPr txBox="1"/>
          <p:nvPr>
            <p:ph idx="4" type="title"/>
          </p:nvPr>
        </p:nvSpPr>
        <p:spPr>
          <a:xfrm>
            <a:off x="2003326" y="3024923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Uitbreiding</a:t>
            </a:r>
            <a:endParaRPr/>
          </a:p>
        </p:txBody>
      </p:sp>
      <p:sp>
        <p:nvSpPr>
          <p:cNvPr id="597" name="Google Shape;597;p50"/>
          <p:cNvSpPr txBox="1"/>
          <p:nvPr>
            <p:ph idx="5" type="subTitle"/>
          </p:nvPr>
        </p:nvSpPr>
        <p:spPr>
          <a:xfrm>
            <a:off x="2003326" y="355263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Verdere uitbreiding op projek</a:t>
            </a:r>
            <a:endParaRPr/>
          </a:p>
        </p:txBody>
      </p:sp>
      <p:sp>
        <p:nvSpPr>
          <p:cNvPr id="598" name="Google Shape;598;p50"/>
          <p:cNvSpPr txBox="1"/>
          <p:nvPr>
            <p:ph idx="6" type="title"/>
          </p:nvPr>
        </p:nvSpPr>
        <p:spPr>
          <a:xfrm>
            <a:off x="5856674" y="3024923"/>
            <a:ext cx="2479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Afsluiting</a:t>
            </a:r>
            <a:endParaRPr/>
          </a:p>
        </p:txBody>
      </p:sp>
      <p:sp>
        <p:nvSpPr>
          <p:cNvPr id="599" name="Google Shape;599;p50"/>
          <p:cNvSpPr txBox="1"/>
          <p:nvPr>
            <p:ph idx="7" type="subTitle"/>
          </p:nvPr>
        </p:nvSpPr>
        <p:spPr>
          <a:xfrm>
            <a:off x="5856676" y="3552630"/>
            <a:ext cx="2479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Laaste woorde</a:t>
            </a:r>
            <a:endParaRPr/>
          </a:p>
        </p:txBody>
      </p:sp>
      <p:cxnSp>
        <p:nvCxnSpPr>
          <p:cNvPr id="600" name="Google Shape;600;p50"/>
          <p:cNvCxnSpPr/>
          <p:nvPr/>
        </p:nvCxnSpPr>
        <p:spPr>
          <a:xfrm>
            <a:off x="896025" y="2467679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50"/>
          <p:cNvCxnSpPr/>
          <p:nvPr/>
        </p:nvCxnSpPr>
        <p:spPr>
          <a:xfrm>
            <a:off x="4743413" y="2467679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50"/>
          <p:cNvCxnSpPr/>
          <p:nvPr/>
        </p:nvCxnSpPr>
        <p:spPr>
          <a:xfrm>
            <a:off x="896025" y="3964634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50"/>
          <p:cNvCxnSpPr/>
          <p:nvPr/>
        </p:nvCxnSpPr>
        <p:spPr>
          <a:xfrm>
            <a:off x="4743413" y="3964634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1"/>
          <p:cNvSpPr txBox="1"/>
          <p:nvPr>
            <p:ph type="title"/>
          </p:nvPr>
        </p:nvSpPr>
        <p:spPr>
          <a:xfrm>
            <a:off x="720000" y="2302100"/>
            <a:ext cx="37392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Probleem</a:t>
            </a:r>
            <a:endParaRPr/>
          </a:p>
        </p:txBody>
      </p:sp>
      <p:sp>
        <p:nvSpPr>
          <p:cNvPr id="609" name="Google Shape;609;p51"/>
          <p:cNvSpPr txBox="1"/>
          <p:nvPr>
            <p:ph idx="2" type="title"/>
          </p:nvPr>
        </p:nvSpPr>
        <p:spPr>
          <a:xfrm>
            <a:off x="720000" y="1164975"/>
            <a:ext cx="1276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51"/>
          <p:cNvSpPr txBox="1"/>
          <p:nvPr>
            <p:ph idx="1" type="subTitle"/>
          </p:nvPr>
        </p:nvSpPr>
        <p:spPr>
          <a:xfrm>
            <a:off x="720000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Beskrywing van probleem wat opgelos wil word</a:t>
            </a:r>
            <a:endParaRPr/>
          </a:p>
        </p:txBody>
      </p:sp>
      <p:cxnSp>
        <p:nvCxnSpPr>
          <p:cNvPr id="611" name="Google Shape;611;p51"/>
          <p:cNvCxnSpPr/>
          <p:nvPr/>
        </p:nvCxnSpPr>
        <p:spPr>
          <a:xfrm>
            <a:off x="886250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2" name="Google Shape;612;p51"/>
          <p:cNvGrpSpPr/>
          <p:nvPr/>
        </p:nvGrpSpPr>
        <p:grpSpPr>
          <a:xfrm>
            <a:off x="4712859" y="2535991"/>
            <a:ext cx="2287695" cy="2289334"/>
            <a:chOff x="1192500" y="238125"/>
            <a:chExt cx="5235000" cy="5238750"/>
          </a:xfrm>
        </p:grpSpPr>
        <p:sp>
          <p:nvSpPr>
            <p:cNvPr id="613" name="Google Shape;613;p51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1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1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1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1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1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1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51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1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1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1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51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51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51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51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51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51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51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51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1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51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1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1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1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1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1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1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1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1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1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1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1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1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51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1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1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1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1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1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1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1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51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51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1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1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1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1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1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1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1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1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1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1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51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51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1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1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1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1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1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1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1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1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1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1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1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1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1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1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1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1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1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1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1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1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1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1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1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1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1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1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1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1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1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1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1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1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1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51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1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1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1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1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1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1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1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1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1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1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1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1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1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1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1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1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1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1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1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1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1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1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1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1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1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1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1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1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1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1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1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1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1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1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1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1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1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1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1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1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1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1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51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1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1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1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1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1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1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1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1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1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51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51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1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1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1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1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1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1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1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1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1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1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1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1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1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1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1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1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1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1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1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1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1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1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1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1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1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1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2"/>
          <p:cNvSpPr txBox="1"/>
          <p:nvPr>
            <p:ph type="title"/>
          </p:nvPr>
        </p:nvSpPr>
        <p:spPr>
          <a:xfrm>
            <a:off x="720000" y="445025"/>
            <a:ext cx="54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Beskikbare Studielokale Op Kampus</a:t>
            </a:r>
            <a:endParaRPr/>
          </a:p>
        </p:txBody>
      </p:sp>
      <p:sp>
        <p:nvSpPr>
          <p:cNvPr id="787" name="Google Shape;787;p52"/>
          <p:cNvSpPr txBox="1"/>
          <p:nvPr>
            <p:ph idx="1" type="body"/>
          </p:nvPr>
        </p:nvSpPr>
        <p:spPr>
          <a:xfrm>
            <a:off x="720000" y="2160500"/>
            <a:ext cx="4086900" cy="25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Studente sukkel dikwels om vinnig ‘n beskikbare studieruimte te vind vir hulle leer behoeftes.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Tyd word vermors deur:</a:t>
            </a:r>
            <a:endParaRPr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Rond te beweeg na lokale</a:t>
            </a:r>
            <a:endParaRPr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Binne elke kyk vir studente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Daar is geen eenvoudige manier om die beskikbaarheid en ligging te sien van lokale nie.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788" name="Google Shape;788;p5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186918">
            <a:off x="4923369" y="1341135"/>
            <a:ext cx="6907361" cy="4474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3"/>
          <p:cNvSpPr txBox="1"/>
          <p:nvPr>
            <p:ph type="title"/>
          </p:nvPr>
        </p:nvSpPr>
        <p:spPr>
          <a:xfrm>
            <a:off x="4586325" y="2302100"/>
            <a:ext cx="37392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Doel</a:t>
            </a:r>
            <a:endParaRPr/>
          </a:p>
        </p:txBody>
      </p:sp>
      <p:sp>
        <p:nvSpPr>
          <p:cNvPr id="794" name="Google Shape;794;p53"/>
          <p:cNvSpPr txBox="1"/>
          <p:nvPr>
            <p:ph idx="2" type="title"/>
          </p:nvPr>
        </p:nvSpPr>
        <p:spPr>
          <a:xfrm>
            <a:off x="6562700" y="1241175"/>
            <a:ext cx="1762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95" name="Google Shape;795;p53"/>
          <p:cNvSpPr txBox="1"/>
          <p:nvPr>
            <p:ph idx="1" type="subTitle"/>
          </p:nvPr>
        </p:nvSpPr>
        <p:spPr>
          <a:xfrm>
            <a:off x="5244525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Doel wat bereik wil word deur die projek</a:t>
            </a:r>
            <a:endParaRPr/>
          </a:p>
        </p:txBody>
      </p:sp>
      <p:grpSp>
        <p:nvGrpSpPr>
          <p:cNvPr id="796" name="Google Shape;796;p53"/>
          <p:cNvGrpSpPr/>
          <p:nvPr/>
        </p:nvGrpSpPr>
        <p:grpSpPr>
          <a:xfrm>
            <a:off x="1969472" y="529416"/>
            <a:ext cx="2287695" cy="2289334"/>
            <a:chOff x="1192500" y="238125"/>
            <a:chExt cx="5235000" cy="5238750"/>
          </a:xfrm>
        </p:grpSpPr>
        <p:sp>
          <p:nvSpPr>
            <p:cNvPr id="797" name="Google Shape;797;p53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3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3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3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3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3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3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3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3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3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3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3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3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3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3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3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3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3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3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3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3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3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3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3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3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3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3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3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3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3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3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3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3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3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3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3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3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53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53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53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53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53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53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3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3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3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3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3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3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3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3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3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3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3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3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3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3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3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3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3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3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3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3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3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3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3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3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3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3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53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3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3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3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3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53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53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53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53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53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3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3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3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3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3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53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53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53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53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53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3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3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3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3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3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3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3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3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3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3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3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3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53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53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3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3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3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3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3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3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3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3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3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53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53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53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53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53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53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53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3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53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3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3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3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53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53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53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53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3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3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3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53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3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53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53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53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53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53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53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53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53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53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53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3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3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3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3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3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3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3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3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3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3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53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53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53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53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53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3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3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3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3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3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3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3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3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3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66" name="Google Shape;966;p53"/>
          <p:cNvCxnSpPr/>
          <p:nvPr/>
        </p:nvCxnSpPr>
        <p:spPr>
          <a:xfrm>
            <a:off x="6849150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67" name="Google Shape;967;p53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703988">
            <a:off x="-1540757" y="2530473"/>
            <a:ext cx="6907361" cy="4474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4"/>
          <p:cNvSpPr txBox="1"/>
          <p:nvPr>
            <p:ph idx="2" type="title"/>
          </p:nvPr>
        </p:nvSpPr>
        <p:spPr>
          <a:xfrm>
            <a:off x="1090100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Vinnig</a:t>
            </a:r>
            <a:endParaRPr/>
          </a:p>
        </p:txBody>
      </p:sp>
      <p:sp>
        <p:nvSpPr>
          <p:cNvPr id="973" name="Google Shape;973;p54"/>
          <p:cNvSpPr txBox="1"/>
          <p:nvPr>
            <p:ph idx="1" type="subTitle"/>
          </p:nvPr>
        </p:nvSpPr>
        <p:spPr>
          <a:xfrm>
            <a:off x="1090100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Help studente om vinnig ‘n beskikbare studieruimte te vind</a:t>
            </a:r>
            <a:endParaRPr/>
          </a:p>
        </p:txBody>
      </p:sp>
      <p:sp>
        <p:nvSpPr>
          <p:cNvPr id="974" name="Google Shape;974;p54"/>
          <p:cNvSpPr txBox="1"/>
          <p:nvPr>
            <p:ph idx="3" type="title"/>
          </p:nvPr>
        </p:nvSpPr>
        <p:spPr>
          <a:xfrm>
            <a:off x="3484423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Kortste Pad</a:t>
            </a:r>
            <a:endParaRPr/>
          </a:p>
        </p:txBody>
      </p:sp>
      <p:sp>
        <p:nvSpPr>
          <p:cNvPr id="975" name="Google Shape;975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Doel</a:t>
            </a:r>
            <a:endParaRPr/>
          </a:p>
        </p:txBody>
      </p:sp>
      <p:sp>
        <p:nvSpPr>
          <p:cNvPr id="976" name="Google Shape;976;p54"/>
          <p:cNvSpPr txBox="1"/>
          <p:nvPr>
            <p:ph idx="4" type="subTitle"/>
          </p:nvPr>
        </p:nvSpPr>
        <p:spPr>
          <a:xfrm>
            <a:off x="3484421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Bereken die kortste roete na die lokaal</a:t>
            </a:r>
            <a:endParaRPr/>
          </a:p>
        </p:txBody>
      </p:sp>
      <p:sp>
        <p:nvSpPr>
          <p:cNvPr id="977" name="Google Shape;977;p54"/>
          <p:cNvSpPr txBox="1"/>
          <p:nvPr>
            <p:ph idx="5" type="title"/>
          </p:nvPr>
        </p:nvSpPr>
        <p:spPr>
          <a:xfrm>
            <a:off x="5878746" y="271238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Ervaring</a:t>
            </a:r>
            <a:endParaRPr/>
          </a:p>
        </p:txBody>
      </p:sp>
      <p:sp>
        <p:nvSpPr>
          <p:cNvPr id="978" name="Google Shape;978;p54"/>
          <p:cNvSpPr txBox="1"/>
          <p:nvPr>
            <p:ph idx="6" type="subTitle"/>
          </p:nvPr>
        </p:nvSpPr>
        <p:spPr>
          <a:xfrm>
            <a:off x="5878749" y="316530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Bespaar tyden verbeter studeer ervaring</a:t>
            </a:r>
            <a:endParaRPr/>
          </a:p>
        </p:txBody>
      </p:sp>
      <p:grpSp>
        <p:nvGrpSpPr>
          <p:cNvPr id="979" name="Google Shape;979;p54"/>
          <p:cNvGrpSpPr/>
          <p:nvPr/>
        </p:nvGrpSpPr>
        <p:grpSpPr>
          <a:xfrm>
            <a:off x="4327886" y="1827482"/>
            <a:ext cx="488229" cy="492715"/>
            <a:chOff x="-45673275" y="3199325"/>
            <a:chExt cx="299325" cy="302075"/>
          </a:xfrm>
        </p:grpSpPr>
        <p:sp>
          <p:nvSpPr>
            <p:cNvPr id="980" name="Google Shape;980;p54"/>
            <p:cNvSpPr/>
            <p:nvPr/>
          </p:nvSpPr>
          <p:spPr>
            <a:xfrm>
              <a:off x="-45672500" y="3199325"/>
              <a:ext cx="298550" cy="194175"/>
            </a:xfrm>
            <a:custGeom>
              <a:rect b="b" l="l" r="r" t="t"/>
              <a:pathLst>
                <a:path extrusionOk="0" h="7767" w="11942">
                  <a:moveTo>
                    <a:pt x="5947" y="0"/>
                  </a:moveTo>
                  <a:cubicBezTo>
                    <a:pt x="5884" y="0"/>
                    <a:pt x="5829" y="16"/>
                    <a:pt x="5798" y="47"/>
                  </a:cubicBezTo>
                  <a:lnTo>
                    <a:pt x="158" y="3607"/>
                  </a:lnTo>
                  <a:cubicBezTo>
                    <a:pt x="32" y="3670"/>
                    <a:pt x="1" y="3765"/>
                    <a:pt x="1" y="3922"/>
                  </a:cubicBezTo>
                  <a:cubicBezTo>
                    <a:pt x="1" y="4017"/>
                    <a:pt x="64" y="4143"/>
                    <a:pt x="158" y="4237"/>
                  </a:cubicBezTo>
                  <a:lnTo>
                    <a:pt x="5735" y="7735"/>
                  </a:lnTo>
                  <a:cubicBezTo>
                    <a:pt x="5798" y="7766"/>
                    <a:pt x="5861" y="7766"/>
                    <a:pt x="5955" y="7766"/>
                  </a:cubicBezTo>
                  <a:cubicBezTo>
                    <a:pt x="6018" y="7766"/>
                    <a:pt x="6050" y="7766"/>
                    <a:pt x="6144" y="7735"/>
                  </a:cubicBezTo>
                  <a:lnTo>
                    <a:pt x="11784" y="4237"/>
                  </a:lnTo>
                  <a:cubicBezTo>
                    <a:pt x="11878" y="4143"/>
                    <a:pt x="11941" y="4080"/>
                    <a:pt x="11941" y="3922"/>
                  </a:cubicBezTo>
                  <a:cubicBezTo>
                    <a:pt x="11941" y="3796"/>
                    <a:pt x="11847" y="3670"/>
                    <a:pt x="11784" y="3607"/>
                  </a:cubicBezTo>
                  <a:lnTo>
                    <a:pt x="6144" y="47"/>
                  </a:lnTo>
                  <a:cubicBezTo>
                    <a:pt x="6081" y="16"/>
                    <a:pt x="6010" y="0"/>
                    <a:pt x="59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4"/>
            <p:cNvSpPr/>
            <p:nvPr/>
          </p:nvSpPr>
          <p:spPr>
            <a:xfrm>
              <a:off x="-45673275" y="3387150"/>
              <a:ext cx="299325" cy="114250"/>
            </a:xfrm>
            <a:custGeom>
              <a:rect b="b" l="l" r="r" t="t"/>
              <a:pathLst>
                <a:path extrusionOk="0" h="4570" w="11973">
                  <a:moveTo>
                    <a:pt x="693" y="1"/>
                  </a:moveTo>
                  <a:lnTo>
                    <a:pt x="158" y="348"/>
                  </a:lnTo>
                  <a:cubicBezTo>
                    <a:pt x="32" y="411"/>
                    <a:pt x="0" y="505"/>
                    <a:pt x="0" y="663"/>
                  </a:cubicBezTo>
                  <a:cubicBezTo>
                    <a:pt x="0" y="789"/>
                    <a:pt x="63" y="883"/>
                    <a:pt x="158" y="978"/>
                  </a:cubicBezTo>
                  <a:lnTo>
                    <a:pt x="5797" y="4506"/>
                  </a:lnTo>
                  <a:cubicBezTo>
                    <a:pt x="5829" y="4569"/>
                    <a:pt x="5892" y="4569"/>
                    <a:pt x="5986" y="4569"/>
                  </a:cubicBezTo>
                  <a:cubicBezTo>
                    <a:pt x="6049" y="4569"/>
                    <a:pt x="6112" y="4569"/>
                    <a:pt x="6175" y="4506"/>
                  </a:cubicBezTo>
                  <a:lnTo>
                    <a:pt x="11815" y="978"/>
                  </a:lnTo>
                  <a:cubicBezTo>
                    <a:pt x="11941" y="883"/>
                    <a:pt x="11972" y="820"/>
                    <a:pt x="11972" y="663"/>
                  </a:cubicBezTo>
                  <a:cubicBezTo>
                    <a:pt x="11972" y="537"/>
                    <a:pt x="11878" y="411"/>
                    <a:pt x="11815" y="348"/>
                  </a:cubicBezTo>
                  <a:lnTo>
                    <a:pt x="11248" y="1"/>
                  </a:lnTo>
                  <a:lnTo>
                    <a:pt x="6175" y="3151"/>
                  </a:lnTo>
                  <a:cubicBezTo>
                    <a:pt x="6144" y="3183"/>
                    <a:pt x="6049" y="3183"/>
                    <a:pt x="5986" y="3183"/>
                  </a:cubicBezTo>
                  <a:cubicBezTo>
                    <a:pt x="5892" y="3183"/>
                    <a:pt x="5860" y="3183"/>
                    <a:pt x="5797" y="3151"/>
                  </a:cubicBezTo>
                  <a:lnTo>
                    <a:pt x="6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4"/>
            <p:cNvSpPr/>
            <p:nvPr/>
          </p:nvSpPr>
          <p:spPr>
            <a:xfrm>
              <a:off x="-45673275" y="3334400"/>
              <a:ext cx="299325" cy="113425"/>
            </a:xfrm>
            <a:custGeom>
              <a:rect b="b" l="l" r="r" t="t"/>
              <a:pathLst>
                <a:path extrusionOk="0" h="4537" w="11973">
                  <a:moveTo>
                    <a:pt x="693" y="0"/>
                  </a:moveTo>
                  <a:lnTo>
                    <a:pt x="158" y="378"/>
                  </a:lnTo>
                  <a:cubicBezTo>
                    <a:pt x="32" y="441"/>
                    <a:pt x="0" y="536"/>
                    <a:pt x="0" y="693"/>
                  </a:cubicBezTo>
                  <a:cubicBezTo>
                    <a:pt x="0" y="851"/>
                    <a:pt x="63" y="914"/>
                    <a:pt x="158" y="1008"/>
                  </a:cubicBezTo>
                  <a:lnTo>
                    <a:pt x="5797" y="4505"/>
                  </a:lnTo>
                  <a:cubicBezTo>
                    <a:pt x="5829" y="4537"/>
                    <a:pt x="5892" y="4537"/>
                    <a:pt x="5986" y="4537"/>
                  </a:cubicBezTo>
                  <a:cubicBezTo>
                    <a:pt x="6049" y="4537"/>
                    <a:pt x="6112" y="4537"/>
                    <a:pt x="6175" y="4505"/>
                  </a:cubicBezTo>
                  <a:lnTo>
                    <a:pt x="11815" y="1008"/>
                  </a:lnTo>
                  <a:cubicBezTo>
                    <a:pt x="11941" y="914"/>
                    <a:pt x="11972" y="851"/>
                    <a:pt x="11972" y="693"/>
                  </a:cubicBezTo>
                  <a:cubicBezTo>
                    <a:pt x="11972" y="536"/>
                    <a:pt x="11878" y="441"/>
                    <a:pt x="11815" y="378"/>
                  </a:cubicBezTo>
                  <a:lnTo>
                    <a:pt x="11248" y="0"/>
                  </a:lnTo>
                  <a:lnTo>
                    <a:pt x="6175" y="3214"/>
                  </a:lnTo>
                  <a:cubicBezTo>
                    <a:pt x="6144" y="3245"/>
                    <a:pt x="6049" y="3245"/>
                    <a:pt x="5986" y="3245"/>
                  </a:cubicBezTo>
                  <a:cubicBezTo>
                    <a:pt x="5892" y="3245"/>
                    <a:pt x="5860" y="3245"/>
                    <a:pt x="5797" y="3214"/>
                  </a:cubicBezTo>
                  <a:lnTo>
                    <a:pt x="6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3" name="Google Shape;983;p54"/>
          <p:cNvGrpSpPr/>
          <p:nvPr/>
        </p:nvGrpSpPr>
        <p:grpSpPr>
          <a:xfrm>
            <a:off x="1933645" y="1822830"/>
            <a:ext cx="488229" cy="488229"/>
            <a:chOff x="-49027775" y="3183175"/>
            <a:chExt cx="299325" cy="299325"/>
          </a:xfrm>
        </p:grpSpPr>
        <p:sp>
          <p:nvSpPr>
            <p:cNvPr id="984" name="Google Shape;984;p54"/>
            <p:cNvSpPr/>
            <p:nvPr/>
          </p:nvSpPr>
          <p:spPr>
            <a:xfrm>
              <a:off x="-48870250" y="3183175"/>
              <a:ext cx="141800" cy="185900"/>
            </a:xfrm>
            <a:custGeom>
              <a:rect b="b" l="l" r="r" t="t"/>
              <a:pathLst>
                <a:path extrusionOk="0" h="7436" w="5672">
                  <a:moveTo>
                    <a:pt x="1" y="0"/>
                  </a:moveTo>
                  <a:lnTo>
                    <a:pt x="1" y="1796"/>
                  </a:lnTo>
                  <a:lnTo>
                    <a:pt x="32" y="1796"/>
                  </a:lnTo>
                  <a:cubicBezTo>
                    <a:pt x="158" y="1765"/>
                    <a:pt x="284" y="1765"/>
                    <a:pt x="379" y="1765"/>
                  </a:cubicBezTo>
                  <a:cubicBezTo>
                    <a:pt x="1166" y="1765"/>
                    <a:pt x="1828" y="2395"/>
                    <a:pt x="1828" y="3182"/>
                  </a:cubicBezTo>
                  <a:cubicBezTo>
                    <a:pt x="1828" y="3970"/>
                    <a:pt x="1166" y="4600"/>
                    <a:pt x="379" y="4600"/>
                  </a:cubicBezTo>
                  <a:cubicBezTo>
                    <a:pt x="284" y="4600"/>
                    <a:pt x="158" y="4600"/>
                    <a:pt x="32" y="4568"/>
                  </a:cubicBezTo>
                  <a:lnTo>
                    <a:pt x="32" y="5671"/>
                  </a:lnTo>
                  <a:lnTo>
                    <a:pt x="1702" y="5671"/>
                  </a:lnTo>
                  <a:cubicBezTo>
                    <a:pt x="2017" y="5671"/>
                    <a:pt x="2175" y="6018"/>
                    <a:pt x="1954" y="6270"/>
                  </a:cubicBezTo>
                  <a:cubicBezTo>
                    <a:pt x="1860" y="6364"/>
                    <a:pt x="1765" y="6585"/>
                    <a:pt x="1765" y="6742"/>
                  </a:cubicBezTo>
                  <a:cubicBezTo>
                    <a:pt x="1765" y="7120"/>
                    <a:pt x="2080" y="7435"/>
                    <a:pt x="2490" y="7435"/>
                  </a:cubicBezTo>
                  <a:cubicBezTo>
                    <a:pt x="2868" y="7435"/>
                    <a:pt x="3183" y="7120"/>
                    <a:pt x="3183" y="6742"/>
                  </a:cubicBezTo>
                  <a:cubicBezTo>
                    <a:pt x="3183" y="6585"/>
                    <a:pt x="3120" y="6364"/>
                    <a:pt x="2994" y="6270"/>
                  </a:cubicBezTo>
                  <a:cubicBezTo>
                    <a:pt x="2805" y="6018"/>
                    <a:pt x="2962" y="5671"/>
                    <a:pt x="3277" y="5671"/>
                  </a:cubicBezTo>
                  <a:lnTo>
                    <a:pt x="5672" y="5671"/>
                  </a:lnTo>
                  <a:lnTo>
                    <a:pt x="5672" y="1765"/>
                  </a:lnTo>
                  <a:cubicBezTo>
                    <a:pt x="5672" y="788"/>
                    <a:pt x="4884" y="0"/>
                    <a:pt x="3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4"/>
            <p:cNvSpPr/>
            <p:nvPr/>
          </p:nvSpPr>
          <p:spPr>
            <a:xfrm>
              <a:off x="-49027775" y="3183175"/>
              <a:ext cx="185900" cy="141800"/>
            </a:xfrm>
            <a:custGeom>
              <a:rect b="b" l="l" r="r" t="t"/>
              <a:pathLst>
                <a:path extrusionOk="0" h="5672" w="7436">
                  <a:moveTo>
                    <a:pt x="1765" y="0"/>
                  </a:moveTo>
                  <a:cubicBezTo>
                    <a:pt x="788" y="0"/>
                    <a:pt x="1" y="788"/>
                    <a:pt x="1" y="1765"/>
                  </a:cubicBezTo>
                  <a:lnTo>
                    <a:pt x="1" y="5671"/>
                  </a:lnTo>
                  <a:lnTo>
                    <a:pt x="1828" y="5671"/>
                  </a:lnTo>
                  <a:lnTo>
                    <a:pt x="1828" y="5640"/>
                  </a:lnTo>
                  <a:cubicBezTo>
                    <a:pt x="1765" y="5514"/>
                    <a:pt x="1765" y="5388"/>
                    <a:pt x="1765" y="5262"/>
                  </a:cubicBezTo>
                  <a:cubicBezTo>
                    <a:pt x="1765" y="4474"/>
                    <a:pt x="2395" y="3844"/>
                    <a:pt x="3183" y="3844"/>
                  </a:cubicBezTo>
                  <a:cubicBezTo>
                    <a:pt x="3970" y="3844"/>
                    <a:pt x="4600" y="4474"/>
                    <a:pt x="4600" y="5262"/>
                  </a:cubicBezTo>
                  <a:cubicBezTo>
                    <a:pt x="4600" y="5388"/>
                    <a:pt x="4569" y="5514"/>
                    <a:pt x="4569" y="5640"/>
                  </a:cubicBezTo>
                  <a:lnTo>
                    <a:pt x="5672" y="5640"/>
                  </a:lnTo>
                  <a:lnTo>
                    <a:pt x="5672" y="3970"/>
                  </a:lnTo>
                  <a:cubicBezTo>
                    <a:pt x="5672" y="3748"/>
                    <a:pt x="5843" y="3605"/>
                    <a:pt x="6032" y="3605"/>
                  </a:cubicBezTo>
                  <a:cubicBezTo>
                    <a:pt x="6112" y="3605"/>
                    <a:pt x="6195" y="3630"/>
                    <a:pt x="6270" y="3686"/>
                  </a:cubicBezTo>
                  <a:cubicBezTo>
                    <a:pt x="6396" y="3812"/>
                    <a:pt x="6585" y="3907"/>
                    <a:pt x="6743" y="3907"/>
                  </a:cubicBezTo>
                  <a:cubicBezTo>
                    <a:pt x="7121" y="3907"/>
                    <a:pt x="7436" y="3592"/>
                    <a:pt x="7436" y="3182"/>
                  </a:cubicBezTo>
                  <a:cubicBezTo>
                    <a:pt x="7436" y="2804"/>
                    <a:pt x="7121" y="2489"/>
                    <a:pt x="6743" y="2489"/>
                  </a:cubicBezTo>
                  <a:cubicBezTo>
                    <a:pt x="6585" y="2489"/>
                    <a:pt x="6396" y="2552"/>
                    <a:pt x="6270" y="2678"/>
                  </a:cubicBezTo>
                  <a:cubicBezTo>
                    <a:pt x="6195" y="2734"/>
                    <a:pt x="6112" y="2760"/>
                    <a:pt x="6032" y="2760"/>
                  </a:cubicBezTo>
                  <a:cubicBezTo>
                    <a:pt x="5843" y="2760"/>
                    <a:pt x="5672" y="2616"/>
                    <a:pt x="5672" y="2395"/>
                  </a:cubicBezTo>
                  <a:lnTo>
                    <a:pt x="56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4"/>
            <p:cNvSpPr/>
            <p:nvPr/>
          </p:nvSpPr>
          <p:spPr>
            <a:xfrm>
              <a:off x="-49027775" y="3295800"/>
              <a:ext cx="141800" cy="186700"/>
            </a:xfrm>
            <a:custGeom>
              <a:rect b="b" l="l" r="r" t="t"/>
              <a:pathLst>
                <a:path extrusionOk="0" h="7468" w="5672">
                  <a:moveTo>
                    <a:pt x="3183" y="0"/>
                  </a:moveTo>
                  <a:cubicBezTo>
                    <a:pt x="2805" y="0"/>
                    <a:pt x="2490" y="315"/>
                    <a:pt x="2490" y="725"/>
                  </a:cubicBezTo>
                  <a:cubicBezTo>
                    <a:pt x="2490" y="883"/>
                    <a:pt x="2553" y="1072"/>
                    <a:pt x="2679" y="1198"/>
                  </a:cubicBezTo>
                  <a:cubicBezTo>
                    <a:pt x="2868" y="1418"/>
                    <a:pt x="2710" y="1796"/>
                    <a:pt x="2395" y="1796"/>
                  </a:cubicBezTo>
                  <a:lnTo>
                    <a:pt x="1" y="1796"/>
                  </a:lnTo>
                  <a:lnTo>
                    <a:pt x="1" y="5671"/>
                  </a:lnTo>
                  <a:cubicBezTo>
                    <a:pt x="1" y="6679"/>
                    <a:pt x="788" y="7467"/>
                    <a:pt x="1765" y="7467"/>
                  </a:cubicBezTo>
                  <a:lnTo>
                    <a:pt x="5672" y="7467"/>
                  </a:lnTo>
                  <a:lnTo>
                    <a:pt x="5672" y="5640"/>
                  </a:lnTo>
                  <a:lnTo>
                    <a:pt x="5640" y="5640"/>
                  </a:lnTo>
                  <a:cubicBezTo>
                    <a:pt x="5514" y="5703"/>
                    <a:pt x="5388" y="5703"/>
                    <a:pt x="5294" y="5703"/>
                  </a:cubicBezTo>
                  <a:cubicBezTo>
                    <a:pt x="4506" y="5703"/>
                    <a:pt x="3844" y="5041"/>
                    <a:pt x="3844" y="4254"/>
                  </a:cubicBezTo>
                  <a:cubicBezTo>
                    <a:pt x="3844" y="3466"/>
                    <a:pt x="4506" y="2867"/>
                    <a:pt x="5294" y="2867"/>
                  </a:cubicBezTo>
                  <a:cubicBezTo>
                    <a:pt x="5388" y="2867"/>
                    <a:pt x="5514" y="2867"/>
                    <a:pt x="5640" y="2899"/>
                  </a:cubicBezTo>
                  <a:lnTo>
                    <a:pt x="5640" y="1796"/>
                  </a:lnTo>
                  <a:lnTo>
                    <a:pt x="3970" y="1796"/>
                  </a:lnTo>
                  <a:cubicBezTo>
                    <a:pt x="3655" y="1796"/>
                    <a:pt x="3498" y="1418"/>
                    <a:pt x="3718" y="1198"/>
                  </a:cubicBezTo>
                  <a:cubicBezTo>
                    <a:pt x="3813" y="1072"/>
                    <a:pt x="3907" y="883"/>
                    <a:pt x="3907" y="725"/>
                  </a:cubicBezTo>
                  <a:cubicBezTo>
                    <a:pt x="3907" y="315"/>
                    <a:pt x="3592" y="0"/>
                    <a:pt x="3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4"/>
            <p:cNvSpPr/>
            <p:nvPr/>
          </p:nvSpPr>
          <p:spPr>
            <a:xfrm>
              <a:off x="-48914350" y="3340700"/>
              <a:ext cx="185900" cy="141800"/>
            </a:xfrm>
            <a:custGeom>
              <a:rect b="b" l="l" r="r" t="t"/>
              <a:pathLst>
                <a:path extrusionOk="0" h="5672" w="7436">
                  <a:moveTo>
                    <a:pt x="5608" y="0"/>
                  </a:moveTo>
                  <a:lnTo>
                    <a:pt x="5608" y="32"/>
                  </a:lnTo>
                  <a:cubicBezTo>
                    <a:pt x="5671" y="158"/>
                    <a:pt x="5671" y="284"/>
                    <a:pt x="5671" y="378"/>
                  </a:cubicBezTo>
                  <a:cubicBezTo>
                    <a:pt x="5671" y="1166"/>
                    <a:pt x="5041" y="1796"/>
                    <a:pt x="4254" y="1796"/>
                  </a:cubicBezTo>
                  <a:cubicBezTo>
                    <a:pt x="3466" y="1796"/>
                    <a:pt x="2836" y="1166"/>
                    <a:pt x="2836" y="378"/>
                  </a:cubicBezTo>
                  <a:cubicBezTo>
                    <a:pt x="2836" y="284"/>
                    <a:pt x="2867" y="158"/>
                    <a:pt x="2867" y="32"/>
                  </a:cubicBezTo>
                  <a:lnTo>
                    <a:pt x="1765" y="32"/>
                  </a:lnTo>
                  <a:lnTo>
                    <a:pt x="1765" y="1670"/>
                  </a:lnTo>
                  <a:cubicBezTo>
                    <a:pt x="1765" y="1907"/>
                    <a:pt x="1602" y="2041"/>
                    <a:pt x="1419" y="2041"/>
                  </a:cubicBezTo>
                  <a:cubicBezTo>
                    <a:pt x="1334" y="2041"/>
                    <a:pt x="1245" y="2013"/>
                    <a:pt x="1166" y="1954"/>
                  </a:cubicBezTo>
                  <a:cubicBezTo>
                    <a:pt x="1040" y="1827"/>
                    <a:pt x="851" y="1764"/>
                    <a:pt x="694" y="1764"/>
                  </a:cubicBezTo>
                  <a:cubicBezTo>
                    <a:pt x="315" y="1764"/>
                    <a:pt x="0" y="2080"/>
                    <a:pt x="0" y="2458"/>
                  </a:cubicBezTo>
                  <a:cubicBezTo>
                    <a:pt x="0" y="2867"/>
                    <a:pt x="315" y="3182"/>
                    <a:pt x="694" y="3182"/>
                  </a:cubicBezTo>
                  <a:cubicBezTo>
                    <a:pt x="851" y="3182"/>
                    <a:pt x="1040" y="3119"/>
                    <a:pt x="1166" y="2993"/>
                  </a:cubicBezTo>
                  <a:cubicBezTo>
                    <a:pt x="1247" y="2933"/>
                    <a:pt x="1337" y="2904"/>
                    <a:pt x="1423" y="2904"/>
                  </a:cubicBezTo>
                  <a:cubicBezTo>
                    <a:pt x="1605" y="2904"/>
                    <a:pt x="1765" y="3031"/>
                    <a:pt x="1765" y="3245"/>
                  </a:cubicBezTo>
                  <a:lnTo>
                    <a:pt x="1765" y="5671"/>
                  </a:lnTo>
                  <a:lnTo>
                    <a:pt x="5671" y="5671"/>
                  </a:lnTo>
                  <a:cubicBezTo>
                    <a:pt x="6648" y="5671"/>
                    <a:pt x="7436" y="4883"/>
                    <a:pt x="7436" y="3907"/>
                  </a:cubicBezTo>
                  <a:lnTo>
                    <a:pt x="74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8" name="Google Shape;988;p54"/>
          <p:cNvGrpSpPr/>
          <p:nvPr/>
        </p:nvGrpSpPr>
        <p:grpSpPr>
          <a:xfrm>
            <a:off x="6722124" y="1829729"/>
            <a:ext cx="488263" cy="488203"/>
            <a:chOff x="-50134375" y="3183175"/>
            <a:chExt cx="300100" cy="300100"/>
          </a:xfrm>
        </p:grpSpPr>
        <p:sp>
          <p:nvSpPr>
            <p:cNvPr id="989" name="Google Shape;989;p54"/>
            <p:cNvSpPr/>
            <p:nvPr/>
          </p:nvSpPr>
          <p:spPr>
            <a:xfrm>
              <a:off x="-50134375" y="3270600"/>
              <a:ext cx="87450" cy="53575"/>
            </a:xfrm>
            <a:custGeom>
              <a:rect b="b" l="l" r="r" t="t"/>
              <a:pathLst>
                <a:path extrusionOk="0" h="2143" w="3498">
                  <a:moveTo>
                    <a:pt x="0" y="0"/>
                  </a:moveTo>
                  <a:lnTo>
                    <a:pt x="0" y="2143"/>
                  </a:lnTo>
                  <a:lnTo>
                    <a:pt x="3497" y="2143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4"/>
            <p:cNvSpPr/>
            <p:nvPr/>
          </p:nvSpPr>
          <p:spPr>
            <a:xfrm>
              <a:off x="-50134375" y="3340700"/>
              <a:ext cx="87450" cy="54375"/>
            </a:xfrm>
            <a:custGeom>
              <a:rect b="b" l="l" r="r" t="t"/>
              <a:pathLst>
                <a:path extrusionOk="0" h="2175" w="3498">
                  <a:moveTo>
                    <a:pt x="0" y="0"/>
                  </a:moveTo>
                  <a:lnTo>
                    <a:pt x="0" y="2174"/>
                  </a:lnTo>
                  <a:cubicBezTo>
                    <a:pt x="441" y="1701"/>
                    <a:pt x="1071" y="1418"/>
                    <a:pt x="1765" y="1418"/>
                  </a:cubicBezTo>
                  <a:cubicBezTo>
                    <a:pt x="2426" y="1418"/>
                    <a:pt x="3056" y="1670"/>
                    <a:pt x="3497" y="2174"/>
                  </a:cubicBezTo>
                  <a:lnTo>
                    <a:pt x="34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4"/>
            <p:cNvSpPr/>
            <p:nvPr/>
          </p:nvSpPr>
          <p:spPr>
            <a:xfrm>
              <a:off x="-50134375" y="3183175"/>
              <a:ext cx="87450" cy="70125"/>
            </a:xfrm>
            <a:custGeom>
              <a:rect b="b" l="l" r="r" t="t"/>
              <a:pathLst>
                <a:path extrusionOk="0" h="2805" w="3498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2804"/>
                  </a:lnTo>
                  <a:lnTo>
                    <a:pt x="3497" y="2804"/>
                  </a:lnTo>
                  <a:lnTo>
                    <a:pt x="3497" y="347"/>
                  </a:ln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4"/>
            <p:cNvSpPr/>
            <p:nvPr/>
          </p:nvSpPr>
          <p:spPr>
            <a:xfrm>
              <a:off x="-50028050" y="3363525"/>
              <a:ext cx="37050" cy="75650"/>
            </a:xfrm>
            <a:custGeom>
              <a:rect b="b" l="l" r="r" t="t"/>
              <a:pathLst>
                <a:path extrusionOk="0" h="3026" w="1482">
                  <a:moveTo>
                    <a:pt x="0" y="1"/>
                  </a:moveTo>
                  <a:lnTo>
                    <a:pt x="0" y="3025"/>
                  </a:lnTo>
                  <a:lnTo>
                    <a:pt x="1481" y="14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4"/>
            <p:cNvSpPr/>
            <p:nvPr/>
          </p:nvSpPr>
          <p:spPr>
            <a:xfrm>
              <a:off x="-50028050" y="3287125"/>
              <a:ext cx="88225" cy="101625"/>
            </a:xfrm>
            <a:custGeom>
              <a:rect b="b" l="l" r="r" t="t"/>
              <a:pathLst>
                <a:path extrusionOk="0" h="4065" w="3529">
                  <a:moveTo>
                    <a:pt x="1072" y="1"/>
                  </a:moveTo>
                  <a:lnTo>
                    <a:pt x="0" y="1104"/>
                  </a:lnTo>
                  <a:lnTo>
                    <a:pt x="0" y="2049"/>
                  </a:lnTo>
                  <a:lnTo>
                    <a:pt x="2017" y="4065"/>
                  </a:lnTo>
                  <a:lnTo>
                    <a:pt x="3529" y="2490"/>
                  </a:lnTo>
                  <a:lnTo>
                    <a:pt x="10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4"/>
            <p:cNvSpPr/>
            <p:nvPr/>
          </p:nvSpPr>
          <p:spPr>
            <a:xfrm>
              <a:off x="-49988675" y="3225700"/>
              <a:ext cx="111875" cy="111875"/>
            </a:xfrm>
            <a:custGeom>
              <a:rect b="b" l="l" r="r" t="t"/>
              <a:pathLst>
                <a:path extrusionOk="0" h="4475" w="4475">
                  <a:moveTo>
                    <a:pt x="2155" y="0"/>
                  </a:moveTo>
                  <a:cubicBezTo>
                    <a:pt x="2064" y="0"/>
                    <a:pt x="1970" y="32"/>
                    <a:pt x="1891" y="95"/>
                  </a:cubicBezTo>
                  <a:lnTo>
                    <a:pt x="1" y="1985"/>
                  </a:lnTo>
                  <a:lnTo>
                    <a:pt x="2490" y="4474"/>
                  </a:lnTo>
                  <a:lnTo>
                    <a:pt x="4380" y="2584"/>
                  </a:lnTo>
                  <a:cubicBezTo>
                    <a:pt x="4474" y="2458"/>
                    <a:pt x="4474" y="2237"/>
                    <a:pt x="4380" y="2080"/>
                  </a:cubicBezTo>
                  <a:lnTo>
                    <a:pt x="2395" y="95"/>
                  </a:lnTo>
                  <a:cubicBezTo>
                    <a:pt x="2332" y="32"/>
                    <a:pt x="2245" y="0"/>
                    <a:pt x="2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4"/>
            <p:cNvSpPr/>
            <p:nvPr/>
          </p:nvSpPr>
          <p:spPr>
            <a:xfrm>
              <a:off x="-50134375" y="3395050"/>
              <a:ext cx="89025" cy="88225"/>
            </a:xfrm>
            <a:custGeom>
              <a:rect b="b" l="l" r="r" t="t"/>
              <a:pathLst>
                <a:path extrusionOk="0" h="3529" w="3561">
                  <a:moveTo>
                    <a:pt x="1765" y="1418"/>
                  </a:moveTo>
                  <a:cubicBezTo>
                    <a:pt x="1985" y="1418"/>
                    <a:pt x="2111" y="1575"/>
                    <a:pt x="2111" y="1764"/>
                  </a:cubicBezTo>
                  <a:cubicBezTo>
                    <a:pt x="2111" y="1953"/>
                    <a:pt x="1985" y="2111"/>
                    <a:pt x="1765" y="2111"/>
                  </a:cubicBezTo>
                  <a:cubicBezTo>
                    <a:pt x="1576" y="2111"/>
                    <a:pt x="1418" y="1953"/>
                    <a:pt x="1418" y="1764"/>
                  </a:cubicBezTo>
                  <a:cubicBezTo>
                    <a:pt x="1418" y="1575"/>
                    <a:pt x="1576" y="1418"/>
                    <a:pt x="1765" y="1418"/>
                  </a:cubicBezTo>
                  <a:close/>
                  <a:moveTo>
                    <a:pt x="1765" y="0"/>
                  </a:moveTo>
                  <a:cubicBezTo>
                    <a:pt x="788" y="0"/>
                    <a:pt x="0" y="788"/>
                    <a:pt x="0" y="1764"/>
                  </a:cubicBezTo>
                  <a:cubicBezTo>
                    <a:pt x="0" y="2741"/>
                    <a:pt x="788" y="3529"/>
                    <a:pt x="1765" y="3529"/>
                  </a:cubicBezTo>
                  <a:cubicBezTo>
                    <a:pt x="2773" y="3529"/>
                    <a:pt x="3560" y="2741"/>
                    <a:pt x="3560" y="1764"/>
                  </a:cubicBezTo>
                  <a:cubicBezTo>
                    <a:pt x="3497" y="788"/>
                    <a:pt x="2710" y="0"/>
                    <a:pt x="1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4"/>
            <p:cNvSpPr/>
            <p:nvPr/>
          </p:nvSpPr>
          <p:spPr>
            <a:xfrm>
              <a:off x="-50045375" y="3428900"/>
              <a:ext cx="52800" cy="53600"/>
            </a:xfrm>
            <a:custGeom>
              <a:rect b="b" l="l" r="r" t="t"/>
              <a:pathLst>
                <a:path extrusionOk="0" h="2144" w="2112">
                  <a:moveTo>
                    <a:pt x="2111" y="1"/>
                  </a:moveTo>
                  <a:lnTo>
                    <a:pt x="0" y="2143"/>
                  </a:lnTo>
                  <a:lnTo>
                    <a:pt x="2111" y="2143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4"/>
            <p:cNvSpPr/>
            <p:nvPr/>
          </p:nvSpPr>
          <p:spPr>
            <a:xfrm>
              <a:off x="-49975275" y="3395050"/>
              <a:ext cx="52775" cy="87450"/>
            </a:xfrm>
            <a:custGeom>
              <a:rect b="b" l="l" r="r" t="t"/>
              <a:pathLst>
                <a:path extrusionOk="0" h="3498" w="2111">
                  <a:moveTo>
                    <a:pt x="693" y="0"/>
                  </a:moveTo>
                  <a:lnTo>
                    <a:pt x="0" y="662"/>
                  </a:lnTo>
                  <a:lnTo>
                    <a:pt x="0" y="3497"/>
                  </a:lnTo>
                  <a:lnTo>
                    <a:pt x="2111" y="3497"/>
                  </a:lnTo>
                  <a:lnTo>
                    <a:pt x="21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4"/>
            <p:cNvSpPr/>
            <p:nvPr/>
          </p:nvSpPr>
          <p:spPr>
            <a:xfrm>
              <a:off x="-49905175" y="3395050"/>
              <a:ext cx="70900" cy="87450"/>
            </a:xfrm>
            <a:custGeom>
              <a:rect b="b" l="l" r="r" t="t"/>
              <a:pathLst>
                <a:path extrusionOk="0" h="3498" w="2836">
                  <a:moveTo>
                    <a:pt x="0" y="0"/>
                  </a:moveTo>
                  <a:lnTo>
                    <a:pt x="0" y="3497"/>
                  </a:lnTo>
                  <a:lnTo>
                    <a:pt x="2489" y="3497"/>
                  </a:lnTo>
                  <a:cubicBezTo>
                    <a:pt x="2678" y="3497"/>
                    <a:pt x="2836" y="3340"/>
                    <a:pt x="2836" y="3151"/>
                  </a:cubicBezTo>
                  <a:lnTo>
                    <a:pt x="2836" y="347"/>
                  </a:lnTo>
                  <a:cubicBezTo>
                    <a:pt x="2836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99" name="Google Shape;999;p54"/>
          <p:cNvCxnSpPr/>
          <p:nvPr/>
        </p:nvCxnSpPr>
        <p:spPr>
          <a:xfrm>
            <a:off x="1707225" y="2622913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54"/>
          <p:cNvCxnSpPr/>
          <p:nvPr/>
        </p:nvCxnSpPr>
        <p:spPr>
          <a:xfrm>
            <a:off x="4092000" y="2622913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54"/>
          <p:cNvCxnSpPr/>
          <p:nvPr/>
        </p:nvCxnSpPr>
        <p:spPr>
          <a:xfrm>
            <a:off x="6486400" y="2622913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55"/>
          <p:cNvSpPr txBox="1"/>
          <p:nvPr>
            <p:ph type="title"/>
          </p:nvPr>
        </p:nvSpPr>
        <p:spPr>
          <a:xfrm>
            <a:off x="994913" y="2302100"/>
            <a:ext cx="45300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Funksies</a:t>
            </a:r>
            <a:endParaRPr/>
          </a:p>
        </p:txBody>
      </p:sp>
      <p:sp>
        <p:nvSpPr>
          <p:cNvPr id="1007" name="Google Shape;1007;p55"/>
          <p:cNvSpPr txBox="1"/>
          <p:nvPr>
            <p:ph idx="2" type="title"/>
          </p:nvPr>
        </p:nvSpPr>
        <p:spPr>
          <a:xfrm>
            <a:off x="2494438" y="1164975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08" name="Google Shape;1008;p55"/>
          <p:cNvSpPr txBox="1"/>
          <p:nvPr>
            <p:ph idx="1" type="subTitle"/>
          </p:nvPr>
        </p:nvSpPr>
        <p:spPr>
          <a:xfrm>
            <a:off x="1719388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Funksies wat deur die koppelvlak aangebied word</a:t>
            </a:r>
            <a:endParaRPr/>
          </a:p>
        </p:txBody>
      </p:sp>
      <p:cxnSp>
        <p:nvCxnSpPr>
          <p:cNvPr id="1009" name="Google Shape;1009;p55"/>
          <p:cNvCxnSpPr/>
          <p:nvPr/>
        </p:nvCxnSpPr>
        <p:spPr>
          <a:xfrm>
            <a:off x="2577538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10" name="Google Shape;1010;p55"/>
          <p:cNvGrpSpPr/>
          <p:nvPr/>
        </p:nvGrpSpPr>
        <p:grpSpPr>
          <a:xfrm>
            <a:off x="5861384" y="1427078"/>
            <a:ext cx="2287695" cy="2289334"/>
            <a:chOff x="1192500" y="238125"/>
            <a:chExt cx="5235000" cy="5238750"/>
          </a:xfrm>
        </p:grpSpPr>
        <p:sp>
          <p:nvSpPr>
            <p:cNvPr id="1011" name="Google Shape;1011;p55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5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5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5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5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5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5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5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5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5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5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5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5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5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5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5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5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5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5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5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5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5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5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5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5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5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5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5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5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5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5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5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5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5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5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5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5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5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5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5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5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5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5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5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5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5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5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5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5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5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5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5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5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5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55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55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55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55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55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55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55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55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5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55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55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55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55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55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55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55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55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55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55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55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55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55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55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55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55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55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55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55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55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55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55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55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55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55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55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55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55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55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55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55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5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55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55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55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55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55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55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55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55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55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5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55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5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5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55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55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55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55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55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55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55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55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55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55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55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55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55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55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55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55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55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55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55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55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55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55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55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55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55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55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55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55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55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55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55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55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55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55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55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55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55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55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5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55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5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55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55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55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55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55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55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55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55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55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55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55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55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5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55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55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55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5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55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55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55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100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56"/>
          <p:cNvSpPr txBox="1"/>
          <p:nvPr>
            <p:ph idx="1" type="body"/>
          </p:nvPr>
        </p:nvSpPr>
        <p:spPr>
          <a:xfrm>
            <a:off x="1221500" y="2981450"/>
            <a:ext cx="33030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/>
              <a:t>Soek beskikbare lokale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Kies toekomstige studietyd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Sorteer en filtreer resultate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Sien kaart en kortste roete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Bekyk kapasiteit en toerusting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5" name="Google Shape;1185;p56"/>
          <p:cNvSpPr txBox="1"/>
          <p:nvPr>
            <p:ph idx="2" type="body"/>
          </p:nvPr>
        </p:nvSpPr>
        <p:spPr>
          <a:xfrm>
            <a:off x="4619350" y="2981450"/>
            <a:ext cx="33030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/>
              <a:t>Voeg lokale by of verwyder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Wysig huidige lokale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Bestuur roosters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Wysig kapasiteit en toerusting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Hanteer besprekings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6" name="Google Shape;1186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Program Funksionaliteit</a:t>
            </a:r>
            <a:endParaRPr/>
          </a:p>
        </p:txBody>
      </p:sp>
      <p:sp>
        <p:nvSpPr>
          <p:cNvPr id="1187" name="Google Shape;1187;p56"/>
          <p:cNvSpPr txBox="1"/>
          <p:nvPr>
            <p:ph idx="3" type="title"/>
          </p:nvPr>
        </p:nvSpPr>
        <p:spPr>
          <a:xfrm>
            <a:off x="1221500" y="2417625"/>
            <a:ext cx="3303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Gebruiker</a:t>
            </a:r>
            <a:endParaRPr/>
          </a:p>
        </p:txBody>
      </p:sp>
      <p:sp>
        <p:nvSpPr>
          <p:cNvPr id="1188" name="Google Shape;1188;p56"/>
          <p:cNvSpPr txBox="1"/>
          <p:nvPr>
            <p:ph idx="4" type="title"/>
          </p:nvPr>
        </p:nvSpPr>
        <p:spPr>
          <a:xfrm>
            <a:off x="4619201" y="2417625"/>
            <a:ext cx="3303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cxnSp>
        <p:nvCxnSpPr>
          <p:cNvPr id="1189" name="Google Shape;1189;p56"/>
          <p:cNvCxnSpPr/>
          <p:nvPr/>
        </p:nvCxnSpPr>
        <p:spPr>
          <a:xfrm>
            <a:off x="2393200" y="224748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0" name="Google Shape;1190;p56"/>
          <p:cNvCxnSpPr/>
          <p:nvPr/>
        </p:nvCxnSpPr>
        <p:spPr>
          <a:xfrm>
            <a:off x="5790850" y="224748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91" name="Google Shape;1191;p56"/>
          <p:cNvGrpSpPr/>
          <p:nvPr/>
        </p:nvGrpSpPr>
        <p:grpSpPr>
          <a:xfrm>
            <a:off x="2615807" y="1551953"/>
            <a:ext cx="514786" cy="447655"/>
            <a:chOff x="1723675" y="1235400"/>
            <a:chExt cx="502475" cy="436950"/>
          </a:xfrm>
        </p:grpSpPr>
        <p:sp>
          <p:nvSpPr>
            <p:cNvPr id="1192" name="Google Shape;1192;p56"/>
            <p:cNvSpPr/>
            <p:nvPr/>
          </p:nvSpPr>
          <p:spPr>
            <a:xfrm>
              <a:off x="1779650" y="1235400"/>
              <a:ext cx="116075" cy="258100"/>
            </a:xfrm>
            <a:custGeom>
              <a:rect b="b" l="l" r="r" t="t"/>
              <a:pathLst>
                <a:path extrusionOk="0" h="10324" w="4643">
                  <a:moveTo>
                    <a:pt x="1038" y="1"/>
                  </a:moveTo>
                  <a:lnTo>
                    <a:pt x="820" y="110"/>
                  </a:lnTo>
                  <a:lnTo>
                    <a:pt x="710" y="328"/>
                  </a:lnTo>
                  <a:lnTo>
                    <a:pt x="601" y="547"/>
                  </a:lnTo>
                  <a:lnTo>
                    <a:pt x="656" y="765"/>
                  </a:lnTo>
                  <a:lnTo>
                    <a:pt x="765" y="984"/>
                  </a:lnTo>
                  <a:lnTo>
                    <a:pt x="929" y="1093"/>
                  </a:lnTo>
                  <a:lnTo>
                    <a:pt x="1147" y="1257"/>
                  </a:lnTo>
                  <a:lnTo>
                    <a:pt x="1366" y="1366"/>
                  </a:lnTo>
                  <a:lnTo>
                    <a:pt x="1693" y="1748"/>
                  </a:lnTo>
                  <a:lnTo>
                    <a:pt x="1912" y="2240"/>
                  </a:lnTo>
                  <a:lnTo>
                    <a:pt x="2076" y="2677"/>
                  </a:lnTo>
                  <a:lnTo>
                    <a:pt x="2130" y="3168"/>
                  </a:lnTo>
                  <a:lnTo>
                    <a:pt x="2185" y="3660"/>
                  </a:lnTo>
                  <a:lnTo>
                    <a:pt x="2240" y="4370"/>
                  </a:lnTo>
                  <a:lnTo>
                    <a:pt x="219" y="6118"/>
                  </a:lnTo>
                  <a:lnTo>
                    <a:pt x="110" y="6227"/>
                  </a:lnTo>
                  <a:lnTo>
                    <a:pt x="55" y="6336"/>
                  </a:lnTo>
                  <a:lnTo>
                    <a:pt x="0" y="6500"/>
                  </a:lnTo>
                  <a:lnTo>
                    <a:pt x="0" y="6664"/>
                  </a:lnTo>
                  <a:lnTo>
                    <a:pt x="874" y="10323"/>
                  </a:lnTo>
                  <a:lnTo>
                    <a:pt x="3004" y="9504"/>
                  </a:lnTo>
                  <a:lnTo>
                    <a:pt x="3769" y="7975"/>
                  </a:lnTo>
                  <a:lnTo>
                    <a:pt x="3386" y="4370"/>
                  </a:lnTo>
                  <a:lnTo>
                    <a:pt x="3496" y="3878"/>
                  </a:lnTo>
                  <a:lnTo>
                    <a:pt x="3660" y="3332"/>
                  </a:lnTo>
                  <a:lnTo>
                    <a:pt x="3769" y="3059"/>
                  </a:lnTo>
                  <a:lnTo>
                    <a:pt x="3933" y="2786"/>
                  </a:lnTo>
                  <a:lnTo>
                    <a:pt x="4151" y="2513"/>
                  </a:lnTo>
                  <a:lnTo>
                    <a:pt x="4370" y="2295"/>
                  </a:lnTo>
                  <a:lnTo>
                    <a:pt x="4533" y="2131"/>
                  </a:lnTo>
                  <a:lnTo>
                    <a:pt x="4643" y="1912"/>
                  </a:lnTo>
                  <a:lnTo>
                    <a:pt x="4588" y="1694"/>
                  </a:lnTo>
                  <a:lnTo>
                    <a:pt x="4533" y="1475"/>
                  </a:lnTo>
                  <a:lnTo>
                    <a:pt x="4315" y="1312"/>
                  </a:lnTo>
                  <a:lnTo>
                    <a:pt x="4151" y="1257"/>
                  </a:lnTo>
                  <a:lnTo>
                    <a:pt x="3878" y="1257"/>
                  </a:lnTo>
                  <a:lnTo>
                    <a:pt x="3714" y="1366"/>
                  </a:lnTo>
                  <a:lnTo>
                    <a:pt x="3332" y="1639"/>
                  </a:lnTo>
                  <a:lnTo>
                    <a:pt x="3059" y="1967"/>
                  </a:lnTo>
                  <a:lnTo>
                    <a:pt x="2840" y="1421"/>
                  </a:lnTo>
                  <a:lnTo>
                    <a:pt x="2458" y="875"/>
                  </a:lnTo>
                  <a:lnTo>
                    <a:pt x="2294" y="656"/>
                  </a:lnTo>
                  <a:lnTo>
                    <a:pt x="2021" y="438"/>
                  </a:lnTo>
                  <a:lnTo>
                    <a:pt x="1803" y="219"/>
                  </a:lnTo>
                  <a:lnTo>
                    <a:pt x="1475" y="55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6"/>
            <p:cNvSpPr/>
            <p:nvPr/>
          </p:nvSpPr>
          <p:spPr>
            <a:xfrm>
              <a:off x="1779650" y="1235400"/>
              <a:ext cx="116075" cy="258100"/>
            </a:xfrm>
            <a:custGeom>
              <a:rect b="b" l="l" r="r" t="t"/>
              <a:pathLst>
                <a:path extrusionOk="0" fill="none" h="10324" w="4643">
                  <a:moveTo>
                    <a:pt x="874" y="10323"/>
                  </a:moveTo>
                  <a:lnTo>
                    <a:pt x="3004" y="9504"/>
                  </a:lnTo>
                  <a:lnTo>
                    <a:pt x="3769" y="7975"/>
                  </a:lnTo>
                  <a:lnTo>
                    <a:pt x="3769" y="7975"/>
                  </a:lnTo>
                  <a:lnTo>
                    <a:pt x="3386" y="4370"/>
                  </a:lnTo>
                  <a:lnTo>
                    <a:pt x="3386" y="4370"/>
                  </a:lnTo>
                  <a:lnTo>
                    <a:pt x="3496" y="3878"/>
                  </a:lnTo>
                  <a:lnTo>
                    <a:pt x="3660" y="3332"/>
                  </a:lnTo>
                  <a:lnTo>
                    <a:pt x="3769" y="3059"/>
                  </a:lnTo>
                  <a:lnTo>
                    <a:pt x="3933" y="2786"/>
                  </a:lnTo>
                  <a:lnTo>
                    <a:pt x="4151" y="2513"/>
                  </a:lnTo>
                  <a:lnTo>
                    <a:pt x="4370" y="2295"/>
                  </a:lnTo>
                  <a:lnTo>
                    <a:pt x="4370" y="2295"/>
                  </a:lnTo>
                  <a:lnTo>
                    <a:pt x="4533" y="2131"/>
                  </a:lnTo>
                  <a:lnTo>
                    <a:pt x="4643" y="1912"/>
                  </a:lnTo>
                  <a:lnTo>
                    <a:pt x="4588" y="1694"/>
                  </a:lnTo>
                  <a:lnTo>
                    <a:pt x="4533" y="1475"/>
                  </a:lnTo>
                  <a:lnTo>
                    <a:pt x="4533" y="1475"/>
                  </a:lnTo>
                  <a:lnTo>
                    <a:pt x="4315" y="1312"/>
                  </a:lnTo>
                  <a:lnTo>
                    <a:pt x="4151" y="1257"/>
                  </a:lnTo>
                  <a:lnTo>
                    <a:pt x="3878" y="1257"/>
                  </a:lnTo>
                  <a:lnTo>
                    <a:pt x="3714" y="1366"/>
                  </a:lnTo>
                  <a:lnTo>
                    <a:pt x="3714" y="1366"/>
                  </a:lnTo>
                  <a:lnTo>
                    <a:pt x="3332" y="1639"/>
                  </a:lnTo>
                  <a:lnTo>
                    <a:pt x="3059" y="1967"/>
                  </a:lnTo>
                  <a:lnTo>
                    <a:pt x="3059" y="1967"/>
                  </a:lnTo>
                  <a:lnTo>
                    <a:pt x="2840" y="1421"/>
                  </a:lnTo>
                  <a:lnTo>
                    <a:pt x="2458" y="875"/>
                  </a:lnTo>
                  <a:lnTo>
                    <a:pt x="2294" y="656"/>
                  </a:lnTo>
                  <a:lnTo>
                    <a:pt x="2021" y="438"/>
                  </a:lnTo>
                  <a:lnTo>
                    <a:pt x="1803" y="219"/>
                  </a:lnTo>
                  <a:lnTo>
                    <a:pt x="1475" y="55"/>
                  </a:lnTo>
                  <a:lnTo>
                    <a:pt x="1475" y="55"/>
                  </a:lnTo>
                  <a:lnTo>
                    <a:pt x="1256" y="1"/>
                  </a:lnTo>
                  <a:lnTo>
                    <a:pt x="1038" y="1"/>
                  </a:lnTo>
                  <a:lnTo>
                    <a:pt x="820" y="110"/>
                  </a:lnTo>
                  <a:lnTo>
                    <a:pt x="710" y="328"/>
                  </a:lnTo>
                  <a:lnTo>
                    <a:pt x="710" y="328"/>
                  </a:lnTo>
                  <a:lnTo>
                    <a:pt x="601" y="547"/>
                  </a:lnTo>
                  <a:lnTo>
                    <a:pt x="656" y="765"/>
                  </a:lnTo>
                  <a:lnTo>
                    <a:pt x="765" y="984"/>
                  </a:lnTo>
                  <a:lnTo>
                    <a:pt x="929" y="1093"/>
                  </a:lnTo>
                  <a:lnTo>
                    <a:pt x="929" y="1093"/>
                  </a:lnTo>
                  <a:lnTo>
                    <a:pt x="1147" y="1257"/>
                  </a:lnTo>
                  <a:lnTo>
                    <a:pt x="1366" y="1366"/>
                  </a:lnTo>
                  <a:lnTo>
                    <a:pt x="1693" y="1748"/>
                  </a:lnTo>
                  <a:lnTo>
                    <a:pt x="1912" y="2240"/>
                  </a:lnTo>
                  <a:lnTo>
                    <a:pt x="2076" y="2677"/>
                  </a:lnTo>
                  <a:lnTo>
                    <a:pt x="2130" y="3168"/>
                  </a:lnTo>
                  <a:lnTo>
                    <a:pt x="2185" y="3660"/>
                  </a:lnTo>
                  <a:lnTo>
                    <a:pt x="2240" y="4370"/>
                  </a:lnTo>
                  <a:lnTo>
                    <a:pt x="2240" y="4370"/>
                  </a:lnTo>
                  <a:lnTo>
                    <a:pt x="219" y="6118"/>
                  </a:lnTo>
                  <a:lnTo>
                    <a:pt x="219" y="6118"/>
                  </a:lnTo>
                  <a:lnTo>
                    <a:pt x="110" y="6227"/>
                  </a:lnTo>
                  <a:lnTo>
                    <a:pt x="55" y="6336"/>
                  </a:lnTo>
                  <a:lnTo>
                    <a:pt x="0" y="6500"/>
                  </a:lnTo>
                  <a:lnTo>
                    <a:pt x="0" y="6664"/>
                  </a:lnTo>
                  <a:lnTo>
                    <a:pt x="874" y="1032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56"/>
            <p:cNvSpPr/>
            <p:nvPr/>
          </p:nvSpPr>
          <p:spPr>
            <a:xfrm>
              <a:off x="1801500" y="14934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56"/>
            <p:cNvSpPr/>
            <p:nvPr/>
          </p:nvSpPr>
          <p:spPr>
            <a:xfrm>
              <a:off x="2074575" y="1242225"/>
              <a:ext cx="118800" cy="195275"/>
            </a:xfrm>
            <a:custGeom>
              <a:rect b="b" l="l" r="r" t="t"/>
              <a:pathLst>
                <a:path extrusionOk="0" h="7811" w="4752">
                  <a:moveTo>
                    <a:pt x="4151" y="1"/>
                  </a:moveTo>
                  <a:lnTo>
                    <a:pt x="3933" y="110"/>
                  </a:lnTo>
                  <a:lnTo>
                    <a:pt x="3605" y="274"/>
                  </a:lnTo>
                  <a:lnTo>
                    <a:pt x="3332" y="438"/>
                  </a:lnTo>
                  <a:lnTo>
                    <a:pt x="3113" y="656"/>
                  </a:lnTo>
                  <a:lnTo>
                    <a:pt x="2895" y="929"/>
                  </a:lnTo>
                  <a:lnTo>
                    <a:pt x="2567" y="1475"/>
                  </a:lnTo>
                  <a:lnTo>
                    <a:pt x="2349" y="2022"/>
                  </a:lnTo>
                  <a:lnTo>
                    <a:pt x="2021" y="1694"/>
                  </a:lnTo>
                  <a:lnTo>
                    <a:pt x="1693" y="1421"/>
                  </a:lnTo>
                  <a:lnTo>
                    <a:pt x="1475" y="1312"/>
                  </a:lnTo>
                  <a:lnTo>
                    <a:pt x="1256" y="1312"/>
                  </a:lnTo>
                  <a:lnTo>
                    <a:pt x="1038" y="1366"/>
                  </a:lnTo>
                  <a:lnTo>
                    <a:pt x="874" y="1530"/>
                  </a:lnTo>
                  <a:lnTo>
                    <a:pt x="765" y="1749"/>
                  </a:lnTo>
                  <a:lnTo>
                    <a:pt x="765" y="1967"/>
                  </a:lnTo>
                  <a:lnTo>
                    <a:pt x="820" y="2185"/>
                  </a:lnTo>
                  <a:lnTo>
                    <a:pt x="983" y="2349"/>
                  </a:lnTo>
                  <a:lnTo>
                    <a:pt x="1202" y="2513"/>
                  </a:lnTo>
                  <a:lnTo>
                    <a:pt x="1366" y="2677"/>
                  </a:lnTo>
                  <a:lnTo>
                    <a:pt x="1639" y="3114"/>
                  </a:lnTo>
                  <a:lnTo>
                    <a:pt x="1803" y="3551"/>
                  </a:lnTo>
                  <a:lnTo>
                    <a:pt x="1912" y="3988"/>
                  </a:lnTo>
                  <a:lnTo>
                    <a:pt x="0" y="3551"/>
                  </a:lnTo>
                  <a:lnTo>
                    <a:pt x="328" y="5899"/>
                  </a:lnTo>
                  <a:lnTo>
                    <a:pt x="3223" y="7811"/>
                  </a:lnTo>
                  <a:lnTo>
                    <a:pt x="3168" y="4425"/>
                  </a:lnTo>
                  <a:lnTo>
                    <a:pt x="3223" y="3660"/>
                  </a:lnTo>
                  <a:lnTo>
                    <a:pt x="3223" y="3223"/>
                  </a:lnTo>
                  <a:lnTo>
                    <a:pt x="3332" y="2732"/>
                  </a:lnTo>
                  <a:lnTo>
                    <a:pt x="3496" y="2240"/>
                  </a:lnTo>
                  <a:lnTo>
                    <a:pt x="3714" y="1803"/>
                  </a:lnTo>
                  <a:lnTo>
                    <a:pt x="4042" y="1421"/>
                  </a:lnTo>
                  <a:lnTo>
                    <a:pt x="4206" y="1257"/>
                  </a:lnTo>
                  <a:lnTo>
                    <a:pt x="4424" y="1148"/>
                  </a:lnTo>
                  <a:lnTo>
                    <a:pt x="4643" y="984"/>
                  </a:lnTo>
                  <a:lnTo>
                    <a:pt x="4752" y="820"/>
                  </a:lnTo>
                  <a:lnTo>
                    <a:pt x="4752" y="602"/>
                  </a:lnTo>
                  <a:lnTo>
                    <a:pt x="4697" y="329"/>
                  </a:lnTo>
                  <a:lnTo>
                    <a:pt x="4588" y="165"/>
                  </a:lnTo>
                  <a:lnTo>
                    <a:pt x="4370" y="55"/>
                  </a:lnTo>
                  <a:lnTo>
                    <a:pt x="4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56"/>
            <p:cNvSpPr/>
            <p:nvPr/>
          </p:nvSpPr>
          <p:spPr>
            <a:xfrm>
              <a:off x="2074575" y="1242225"/>
              <a:ext cx="118800" cy="195275"/>
            </a:xfrm>
            <a:custGeom>
              <a:rect b="b" l="l" r="r" t="t"/>
              <a:pathLst>
                <a:path extrusionOk="0" fill="none" h="7811" w="4752">
                  <a:moveTo>
                    <a:pt x="328" y="5899"/>
                  </a:moveTo>
                  <a:lnTo>
                    <a:pt x="3223" y="7811"/>
                  </a:lnTo>
                  <a:lnTo>
                    <a:pt x="3223" y="7811"/>
                  </a:lnTo>
                  <a:lnTo>
                    <a:pt x="3168" y="4425"/>
                  </a:lnTo>
                  <a:lnTo>
                    <a:pt x="3168" y="4425"/>
                  </a:lnTo>
                  <a:lnTo>
                    <a:pt x="3223" y="3660"/>
                  </a:lnTo>
                  <a:lnTo>
                    <a:pt x="3223" y="3223"/>
                  </a:lnTo>
                  <a:lnTo>
                    <a:pt x="3332" y="2732"/>
                  </a:lnTo>
                  <a:lnTo>
                    <a:pt x="3496" y="2240"/>
                  </a:lnTo>
                  <a:lnTo>
                    <a:pt x="3714" y="1803"/>
                  </a:lnTo>
                  <a:lnTo>
                    <a:pt x="4042" y="1421"/>
                  </a:lnTo>
                  <a:lnTo>
                    <a:pt x="4206" y="1257"/>
                  </a:lnTo>
                  <a:lnTo>
                    <a:pt x="4424" y="1148"/>
                  </a:lnTo>
                  <a:lnTo>
                    <a:pt x="4424" y="1148"/>
                  </a:lnTo>
                  <a:lnTo>
                    <a:pt x="4643" y="984"/>
                  </a:lnTo>
                  <a:lnTo>
                    <a:pt x="4752" y="820"/>
                  </a:lnTo>
                  <a:lnTo>
                    <a:pt x="4752" y="602"/>
                  </a:lnTo>
                  <a:lnTo>
                    <a:pt x="4697" y="329"/>
                  </a:lnTo>
                  <a:lnTo>
                    <a:pt x="4697" y="329"/>
                  </a:lnTo>
                  <a:lnTo>
                    <a:pt x="4588" y="165"/>
                  </a:lnTo>
                  <a:lnTo>
                    <a:pt x="4370" y="55"/>
                  </a:lnTo>
                  <a:lnTo>
                    <a:pt x="4151" y="1"/>
                  </a:lnTo>
                  <a:lnTo>
                    <a:pt x="3933" y="110"/>
                  </a:lnTo>
                  <a:lnTo>
                    <a:pt x="3933" y="110"/>
                  </a:lnTo>
                  <a:lnTo>
                    <a:pt x="3605" y="274"/>
                  </a:lnTo>
                  <a:lnTo>
                    <a:pt x="3332" y="438"/>
                  </a:lnTo>
                  <a:lnTo>
                    <a:pt x="3113" y="656"/>
                  </a:lnTo>
                  <a:lnTo>
                    <a:pt x="2895" y="929"/>
                  </a:lnTo>
                  <a:lnTo>
                    <a:pt x="2567" y="1475"/>
                  </a:lnTo>
                  <a:lnTo>
                    <a:pt x="2349" y="2022"/>
                  </a:lnTo>
                  <a:lnTo>
                    <a:pt x="2349" y="2022"/>
                  </a:lnTo>
                  <a:lnTo>
                    <a:pt x="2021" y="1694"/>
                  </a:lnTo>
                  <a:lnTo>
                    <a:pt x="1693" y="1421"/>
                  </a:lnTo>
                  <a:lnTo>
                    <a:pt x="1693" y="1421"/>
                  </a:lnTo>
                  <a:lnTo>
                    <a:pt x="1475" y="1312"/>
                  </a:lnTo>
                  <a:lnTo>
                    <a:pt x="1256" y="1312"/>
                  </a:lnTo>
                  <a:lnTo>
                    <a:pt x="1038" y="1366"/>
                  </a:lnTo>
                  <a:lnTo>
                    <a:pt x="874" y="1530"/>
                  </a:lnTo>
                  <a:lnTo>
                    <a:pt x="874" y="1530"/>
                  </a:lnTo>
                  <a:lnTo>
                    <a:pt x="765" y="1749"/>
                  </a:lnTo>
                  <a:lnTo>
                    <a:pt x="765" y="1967"/>
                  </a:lnTo>
                  <a:lnTo>
                    <a:pt x="820" y="2185"/>
                  </a:lnTo>
                  <a:lnTo>
                    <a:pt x="983" y="2349"/>
                  </a:lnTo>
                  <a:lnTo>
                    <a:pt x="983" y="2349"/>
                  </a:lnTo>
                  <a:lnTo>
                    <a:pt x="1202" y="2513"/>
                  </a:lnTo>
                  <a:lnTo>
                    <a:pt x="1366" y="2677"/>
                  </a:lnTo>
                  <a:lnTo>
                    <a:pt x="1639" y="3114"/>
                  </a:lnTo>
                  <a:lnTo>
                    <a:pt x="1803" y="3551"/>
                  </a:lnTo>
                  <a:lnTo>
                    <a:pt x="1912" y="3988"/>
                  </a:lnTo>
                  <a:lnTo>
                    <a:pt x="0" y="3551"/>
                  </a:lnTo>
                  <a:lnTo>
                    <a:pt x="328" y="589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56"/>
            <p:cNvSpPr/>
            <p:nvPr/>
          </p:nvSpPr>
          <p:spPr>
            <a:xfrm>
              <a:off x="2082750" y="1389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56"/>
            <p:cNvSpPr/>
            <p:nvPr/>
          </p:nvSpPr>
          <p:spPr>
            <a:xfrm>
              <a:off x="1723675" y="1281825"/>
              <a:ext cx="502475" cy="390525"/>
            </a:xfrm>
            <a:custGeom>
              <a:rect b="b" l="l" r="r" t="t"/>
              <a:pathLst>
                <a:path extrusionOk="0" h="15621" w="20099">
                  <a:moveTo>
                    <a:pt x="8793" y="6937"/>
                  </a:moveTo>
                  <a:lnTo>
                    <a:pt x="9012" y="6991"/>
                  </a:lnTo>
                  <a:lnTo>
                    <a:pt x="9230" y="7101"/>
                  </a:lnTo>
                  <a:lnTo>
                    <a:pt x="9339" y="7265"/>
                  </a:lnTo>
                  <a:lnTo>
                    <a:pt x="9394" y="7538"/>
                  </a:lnTo>
                  <a:lnTo>
                    <a:pt x="9339" y="7756"/>
                  </a:lnTo>
                  <a:lnTo>
                    <a:pt x="9230" y="7920"/>
                  </a:lnTo>
                  <a:lnTo>
                    <a:pt x="8520" y="8575"/>
                  </a:lnTo>
                  <a:lnTo>
                    <a:pt x="8739" y="9012"/>
                  </a:lnTo>
                  <a:lnTo>
                    <a:pt x="9175" y="8903"/>
                  </a:lnTo>
                  <a:lnTo>
                    <a:pt x="9612" y="8848"/>
                  </a:lnTo>
                  <a:lnTo>
                    <a:pt x="10049" y="8794"/>
                  </a:lnTo>
                  <a:lnTo>
                    <a:pt x="10541" y="8848"/>
                  </a:lnTo>
                  <a:lnTo>
                    <a:pt x="10923" y="8903"/>
                  </a:lnTo>
                  <a:lnTo>
                    <a:pt x="11360" y="9012"/>
                  </a:lnTo>
                  <a:lnTo>
                    <a:pt x="11797" y="9176"/>
                  </a:lnTo>
                  <a:lnTo>
                    <a:pt x="12179" y="9340"/>
                  </a:lnTo>
                  <a:lnTo>
                    <a:pt x="12562" y="9613"/>
                  </a:lnTo>
                  <a:lnTo>
                    <a:pt x="12889" y="9831"/>
                  </a:lnTo>
                  <a:lnTo>
                    <a:pt x="13217" y="10159"/>
                  </a:lnTo>
                  <a:lnTo>
                    <a:pt x="13490" y="10487"/>
                  </a:lnTo>
                  <a:lnTo>
                    <a:pt x="13763" y="10869"/>
                  </a:lnTo>
                  <a:lnTo>
                    <a:pt x="13982" y="11251"/>
                  </a:lnTo>
                  <a:lnTo>
                    <a:pt x="14146" y="11634"/>
                  </a:lnTo>
                  <a:lnTo>
                    <a:pt x="14255" y="12071"/>
                  </a:lnTo>
                  <a:lnTo>
                    <a:pt x="15183" y="12289"/>
                  </a:lnTo>
                  <a:lnTo>
                    <a:pt x="15402" y="12344"/>
                  </a:lnTo>
                  <a:lnTo>
                    <a:pt x="15566" y="12508"/>
                  </a:lnTo>
                  <a:lnTo>
                    <a:pt x="15675" y="12726"/>
                  </a:lnTo>
                  <a:lnTo>
                    <a:pt x="15675" y="12945"/>
                  </a:lnTo>
                  <a:lnTo>
                    <a:pt x="15566" y="13163"/>
                  </a:lnTo>
                  <a:lnTo>
                    <a:pt x="15456" y="13327"/>
                  </a:lnTo>
                  <a:lnTo>
                    <a:pt x="15292" y="13382"/>
                  </a:lnTo>
                  <a:lnTo>
                    <a:pt x="15074" y="13436"/>
                  </a:lnTo>
                  <a:lnTo>
                    <a:pt x="14419" y="13327"/>
                  </a:lnTo>
                  <a:lnTo>
                    <a:pt x="14419" y="14474"/>
                  </a:lnTo>
                  <a:lnTo>
                    <a:pt x="13217" y="14474"/>
                  </a:lnTo>
                  <a:lnTo>
                    <a:pt x="13217" y="13163"/>
                  </a:lnTo>
                  <a:lnTo>
                    <a:pt x="13217" y="12835"/>
                  </a:lnTo>
                  <a:lnTo>
                    <a:pt x="13162" y="12508"/>
                  </a:lnTo>
                  <a:lnTo>
                    <a:pt x="12999" y="11907"/>
                  </a:lnTo>
                  <a:lnTo>
                    <a:pt x="12671" y="11361"/>
                  </a:lnTo>
                  <a:lnTo>
                    <a:pt x="12289" y="10924"/>
                  </a:lnTo>
                  <a:lnTo>
                    <a:pt x="11852" y="10541"/>
                  </a:lnTo>
                  <a:lnTo>
                    <a:pt x="11305" y="10214"/>
                  </a:lnTo>
                  <a:lnTo>
                    <a:pt x="10705" y="10050"/>
                  </a:lnTo>
                  <a:lnTo>
                    <a:pt x="10377" y="9995"/>
                  </a:lnTo>
                  <a:lnTo>
                    <a:pt x="9722" y="9995"/>
                  </a:lnTo>
                  <a:lnTo>
                    <a:pt x="9394" y="10050"/>
                  </a:lnTo>
                  <a:lnTo>
                    <a:pt x="8793" y="10214"/>
                  </a:lnTo>
                  <a:lnTo>
                    <a:pt x="8247" y="10541"/>
                  </a:lnTo>
                  <a:lnTo>
                    <a:pt x="7810" y="10924"/>
                  </a:lnTo>
                  <a:lnTo>
                    <a:pt x="7428" y="11361"/>
                  </a:lnTo>
                  <a:lnTo>
                    <a:pt x="7100" y="11907"/>
                  </a:lnTo>
                  <a:lnTo>
                    <a:pt x="6936" y="12508"/>
                  </a:lnTo>
                  <a:lnTo>
                    <a:pt x="6882" y="12835"/>
                  </a:lnTo>
                  <a:lnTo>
                    <a:pt x="6882" y="13163"/>
                  </a:lnTo>
                  <a:lnTo>
                    <a:pt x="6882" y="14474"/>
                  </a:lnTo>
                  <a:lnTo>
                    <a:pt x="5680" y="14474"/>
                  </a:lnTo>
                  <a:lnTo>
                    <a:pt x="5680" y="13272"/>
                  </a:lnTo>
                  <a:lnTo>
                    <a:pt x="4642" y="13709"/>
                  </a:lnTo>
                  <a:lnTo>
                    <a:pt x="4424" y="13764"/>
                  </a:lnTo>
                  <a:lnTo>
                    <a:pt x="4205" y="13709"/>
                  </a:lnTo>
                  <a:lnTo>
                    <a:pt x="3987" y="13600"/>
                  </a:lnTo>
                  <a:lnTo>
                    <a:pt x="3878" y="13382"/>
                  </a:lnTo>
                  <a:lnTo>
                    <a:pt x="3823" y="13163"/>
                  </a:lnTo>
                  <a:lnTo>
                    <a:pt x="3823" y="12945"/>
                  </a:lnTo>
                  <a:lnTo>
                    <a:pt x="3987" y="12781"/>
                  </a:lnTo>
                  <a:lnTo>
                    <a:pt x="4151" y="12617"/>
                  </a:lnTo>
                  <a:lnTo>
                    <a:pt x="5899" y="11907"/>
                  </a:lnTo>
                  <a:lnTo>
                    <a:pt x="6008" y="11525"/>
                  </a:lnTo>
                  <a:lnTo>
                    <a:pt x="6172" y="11197"/>
                  </a:lnTo>
                  <a:lnTo>
                    <a:pt x="6554" y="10541"/>
                  </a:lnTo>
                  <a:lnTo>
                    <a:pt x="7045" y="9995"/>
                  </a:lnTo>
                  <a:lnTo>
                    <a:pt x="7646" y="9504"/>
                  </a:lnTo>
                  <a:lnTo>
                    <a:pt x="7319" y="8685"/>
                  </a:lnTo>
                  <a:lnTo>
                    <a:pt x="7264" y="8521"/>
                  </a:lnTo>
                  <a:lnTo>
                    <a:pt x="7264" y="8357"/>
                  </a:lnTo>
                  <a:lnTo>
                    <a:pt x="7319" y="8193"/>
                  </a:lnTo>
                  <a:lnTo>
                    <a:pt x="7428" y="8029"/>
                  </a:lnTo>
                  <a:lnTo>
                    <a:pt x="8356" y="7101"/>
                  </a:lnTo>
                  <a:lnTo>
                    <a:pt x="8575" y="6991"/>
                  </a:lnTo>
                  <a:lnTo>
                    <a:pt x="8793" y="6937"/>
                  </a:lnTo>
                  <a:close/>
                  <a:moveTo>
                    <a:pt x="9995" y="1"/>
                  </a:moveTo>
                  <a:lnTo>
                    <a:pt x="9885" y="55"/>
                  </a:lnTo>
                  <a:lnTo>
                    <a:pt x="9722" y="110"/>
                  </a:lnTo>
                  <a:lnTo>
                    <a:pt x="6772" y="2131"/>
                  </a:lnTo>
                  <a:lnTo>
                    <a:pt x="8957" y="2950"/>
                  </a:lnTo>
                  <a:lnTo>
                    <a:pt x="9175" y="3059"/>
                  </a:lnTo>
                  <a:lnTo>
                    <a:pt x="9285" y="3278"/>
                  </a:lnTo>
                  <a:lnTo>
                    <a:pt x="9339" y="3496"/>
                  </a:lnTo>
                  <a:lnTo>
                    <a:pt x="9285" y="3715"/>
                  </a:lnTo>
                  <a:lnTo>
                    <a:pt x="9175" y="3933"/>
                  </a:lnTo>
                  <a:lnTo>
                    <a:pt x="9012" y="4042"/>
                  </a:lnTo>
                  <a:lnTo>
                    <a:pt x="8793" y="4097"/>
                  </a:lnTo>
                  <a:lnTo>
                    <a:pt x="8520" y="4042"/>
                  </a:lnTo>
                  <a:lnTo>
                    <a:pt x="6936" y="3441"/>
                  </a:lnTo>
                  <a:lnTo>
                    <a:pt x="6936" y="3441"/>
                  </a:lnTo>
                  <a:lnTo>
                    <a:pt x="7155" y="6172"/>
                  </a:lnTo>
                  <a:lnTo>
                    <a:pt x="7155" y="6336"/>
                  </a:lnTo>
                  <a:lnTo>
                    <a:pt x="7100" y="6500"/>
                  </a:lnTo>
                  <a:lnTo>
                    <a:pt x="6172" y="8411"/>
                  </a:lnTo>
                  <a:lnTo>
                    <a:pt x="6062" y="8575"/>
                  </a:lnTo>
                  <a:lnTo>
                    <a:pt x="5844" y="8685"/>
                  </a:lnTo>
                  <a:lnTo>
                    <a:pt x="3495" y="9558"/>
                  </a:lnTo>
                  <a:lnTo>
                    <a:pt x="4260" y="10378"/>
                  </a:lnTo>
                  <a:lnTo>
                    <a:pt x="4369" y="10541"/>
                  </a:lnTo>
                  <a:lnTo>
                    <a:pt x="4424" y="10760"/>
                  </a:lnTo>
                  <a:lnTo>
                    <a:pt x="4369" y="10978"/>
                  </a:lnTo>
                  <a:lnTo>
                    <a:pt x="4260" y="11197"/>
                  </a:lnTo>
                  <a:lnTo>
                    <a:pt x="4042" y="11306"/>
                  </a:lnTo>
                  <a:lnTo>
                    <a:pt x="3823" y="11361"/>
                  </a:lnTo>
                  <a:lnTo>
                    <a:pt x="3605" y="11306"/>
                  </a:lnTo>
                  <a:lnTo>
                    <a:pt x="3441" y="11197"/>
                  </a:lnTo>
                  <a:lnTo>
                    <a:pt x="2294" y="10050"/>
                  </a:lnTo>
                  <a:lnTo>
                    <a:pt x="1092" y="14474"/>
                  </a:lnTo>
                  <a:lnTo>
                    <a:pt x="601" y="14474"/>
                  </a:lnTo>
                  <a:lnTo>
                    <a:pt x="382" y="14528"/>
                  </a:lnTo>
                  <a:lnTo>
                    <a:pt x="164" y="14638"/>
                  </a:lnTo>
                  <a:lnTo>
                    <a:pt x="55" y="14802"/>
                  </a:lnTo>
                  <a:lnTo>
                    <a:pt x="0" y="15075"/>
                  </a:lnTo>
                  <a:lnTo>
                    <a:pt x="55" y="15293"/>
                  </a:lnTo>
                  <a:lnTo>
                    <a:pt x="164" y="15457"/>
                  </a:lnTo>
                  <a:lnTo>
                    <a:pt x="382" y="15566"/>
                  </a:lnTo>
                  <a:lnTo>
                    <a:pt x="601" y="15621"/>
                  </a:lnTo>
                  <a:lnTo>
                    <a:pt x="19498" y="15621"/>
                  </a:lnTo>
                  <a:lnTo>
                    <a:pt x="19716" y="15566"/>
                  </a:lnTo>
                  <a:lnTo>
                    <a:pt x="19935" y="15457"/>
                  </a:lnTo>
                  <a:lnTo>
                    <a:pt x="20044" y="15293"/>
                  </a:lnTo>
                  <a:lnTo>
                    <a:pt x="20099" y="15075"/>
                  </a:lnTo>
                  <a:lnTo>
                    <a:pt x="20044" y="14802"/>
                  </a:lnTo>
                  <a:lnTo>
                    <a:pt x="19935" y="14638"/>
                  </a:lnTo>
                  <a:lnTo>
                    <a:pt x="19716" y="14528"/>
                  </a:lnTo>
                  <a:lnTo>
                    <a:pt x="19498" y="14474"/>
                  </a:lnTo>
                  <a:lnTo>
                    <a:pt x="18897" y="14474"/>
                  </a:lnTo>
                  <a:lnTo>
                    <a:pt x="17696" y="11634"/>
                  </a:lnTo>
                  <a:lnTo>
                    <a:pt x="13162" y="8630"/>
                  </a:lnTo>
                  <a:lnTo>
                    <a:pt x="12999" y="8466"/>
                  </a:lnTo>
                  <a:lnTo>
                    <a:pt x="12944" y="8248"/>
                  </a:lnTo>
                  <a:lnTo>
                    <a:pt x="12944" y="8029"/>
                  </a:lnTo>
                  <a:lnTo>
                    <a:pt x="12999" y="7811"/>
                  </a:lnTo>
                  <a:lnTo>
                    <a:pt x="13162" y="7647"/>
                  </a:lnTo>
                  <a:lnTo>
                    <a:pt x="13381" y="7538"/>
                  </a:lnTo>
                  <a:lnTo>
                    <a:pt x="13599" y="7538"/>
                  </a:lnTo>
                  <a:lnTo>
                    <a:pt x="13818" y="7647"/>
                  </a:lnTo>
                  <a:lnTo>
                    <a:pt x="16931" y="9722"/>
                  </a:lnTo>
                  <a:lnTo>
                    <a:pt x="17149" y="7592"/>
                  </a:lnTo>
                  <a:lnTo>
                    <a:pt x="13818" y="5353"/>
                  </a:lnTo>
                  <a:lnTo>
                    <a:pt x="12562" y="6118"/>
                  </a:lnTo>
                  <a:lnTo>
                    <a:pt x="12398" y="6172"/>
                  </a:lnTo>
                  <a:lnTo>
                    <a:pt x="12234" y="6227"/>
                  </a:lnTo>
                  <a:lnTo>
                    <a:pt x="12016" y="6172"/>
                  </a:lnTo>
                  <a:lnTo>
                    <a:pt x="11415" y="5954"/>
                  </a:lnTo>
                  <a:lnTo>
                    <a:pt x="11196" y="5845"/>
                  </a:lnTo>
                  <a:lnTo>
                    <a:pt x="11087" y="5626"/>
                  </a:lnTo>
                  <a:lnTo>
                    <a:pt x="11032" y="5408"/>
                  </a:lnTo>
                  <a:lnTo>
                    <a:pt x="11087" y="5189"/>
                  </a:lnTo>
                  <a:lnTo>
                    <a:pt x="11196" y="4971"/>
                  </a:lnTo>
                  <a:lnTo>
                    <a:pt x="11360" y="4861"/>
                  </a:lnTo>
                  <a:lnTo>
                    <a:pt x="11579" y="4807"/>
                  </a:lnTo>
                  <a:lnTo>
                    <a:pt x="11852" y="4861"/>
                  </a:lnTo>
                  <a:lnTo>
                    <a:pt x="12179" y="4971"/>
                  </a:lnTo>
                  <a:lnTo>
                    <a:pt x="13162" y="4370"/>
                  </a:lnTo>
                  <a:lnTo>
                    <a:pt x="12780" y="1421"/>
                  </a:lnTo>
                  <a:lnTo>
                    <a:pt x="10322" y="110"/>
                  </a:lnTo>
                  <a:lnTo>
                    <a:pt x="101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56"/>
            <p:cNvSpPr/>
            <p:nvPr/>
          </p:nvSpPr>
          <p:spPr>
            <a:xfrm>
              <a:off x="1723675" y="1281825"/>
              <a:ext cx="502475" cy="390525"/>
            </a:xfrm>
            <a:custGeom>
              <a:rect b="b" l="l" r="r" t="t"/>
              <a:pathLst>
                <a:path extrusionOk="0" fill="none" h="15621" w="20099">
                  <a:moveTo>
                    <a:pt x="19498" y="14474"/>
                  </a:moveTo>
                  <a:lnTo>
                    <a:pt x="18897" y="14474"/>
                  </a:lnTo>
                  <a:lnTo>
                    <a:pt x="17696" y="11634"/>
                  </a:lnTo>
                  <a:lnTo>
                    <a:pt x="13162" y="8630"/>
                  </a:lnTo>
                  <a:lnTo>
                    <a:pt x="13162" y="8630"/>
                  </a:lnTo>
                  <a:lnTo>
                    <a:pt x="12999" y="8466"/>
                  </a:lnTo>
                  <a:lnTo>
                    <a:pt x="12944" y="8248"/>
                  </a:lnTo>
                  <a:lnTo>
                    <a:pt x="12944" y="8029"/>
                  </a:lnTo>
                  <a:lnTo>
                    <a:pt x="12999" y="7811"/>
                  </a:lnTo>
                  <a:lnTo>
                    <a:pt x="12999" y="7811"/>
                  </a:lnTo>
                  <a:lnTo>
                    <a:pt x="13162" y="7647"/>
                  </a:lnTo>
                  <a:lnTo>
                    <a:pt x="13381" y="7538"/>
                  </a:lnTo>
                  <a:lnTo>
                    <a:pt x="13599" y="7538"/>
                  </a:lnTo>
                  <a:lnTo>
                    <a:pt x="13818" y="7647"/>
                  </a:lnTo>
                  <a:lnTo>
                    <a:pt x="16931" y="9722"/>
                  </a:lnTo>
                  <a:lnTo>
                    <a:pt x="17149" y="7592"/>
                  </a:lnTo>
                  <a:lnTo>
                    <a:pt x="13818" y="5353"/>
                  </a:lnTo>
                  <a:lnTo>
                    <a:pt x="12562" y="6118"/>
                  </a:lnTo>
                  <a:lnTo>
                    <a:pt x="12562" y="6118"/>
                  </a:lnTo>
                  <a:lnTo>
                    <a:pt x="12398" y="6172"/>
                  </a:lnTo>
                  <a:lnTo>
                    <a:pt x="12234" y="6227"/>
                  </a:lnTo>
                  <a:lnTo>
                    <a:pt x="12234" y="6227"/>
                  </a:lnTo>
                  <a:lnTo>
                    <a:pt x="12016" y="6172"/>
                  </a:lnTo>
                  <a:lnTo>
                    <a:pt x="11415" y="5954"/>
                  </a:lnTo>
                  <a:lnTo>
                    <a:pt x="11415" y="5954"/>
                  </a:lnTo>
                  <a:lnTo>
                    <a:pt x="11196" y="5845"/>
                  </a:lnTo>
                  <a:lnTo>
                    <a:pt x="11087" y="5626"/>
                  </a:lnTo>
                  <a:lnTo>
                    <a:pt x="11032" y="5408"/>
                  </a:lnTo>
                  <a:lnTo>
                    <a:pt x="11087" y="5189"/>
                  </a:lnTo>
                  <a:lnTo>
                    <a:pt x="11087" y="5189"/>
                  </a:lnTo>
                  <a:lnTo>
                    <a:pt x="11196" y="4971"/>
                  </a:lnTo>
                  <a:lnTo>
                    <a:pt x="11360" y="4861"/>
                  </a:lnTo>
                  <a:lnTo>
                    <a:pt x="11579" y="4807"/>
                  </a:lnTo>
                  <a:lnTo>
                    <a:pt x="11852" y="4861"/>
                  </a:lnTo>
                  <a:lnTo>
                    <a:pt x="12179" y="4971"/>
                  </a:lnTo>
                  <a:lnTo>
                    <a:pt x="13162" y="4370"/>
                  </a:lnTo>
                  <a:lnTo>
                    <a:pt x="12780" y="1421"/>
                  </a:lnTo>
                  <a:lnTo>
                    <a:pt x="10322" y="110"/>
                  </a:lnTo>
                  <a:lnTo>
                    <a:pt x="10322" y="110"/>
                  </a:lnTo>
                  <a:lnTo>
                    <a:pt x="10159" y="1"/>
                  </a:lnTo>
                  <a:lnTo>
                    <a:pt x="9995" y="1"/>
                  </a:lnTo>
                  <a:lnTo>
                    <a:pt x="9885" y="55"/>
                  </a:lnTo>
                  <a:lnTo>
                    <a:pt x="9722" y="110"/>
                  </a:lnTo>
                  <a:lnTo>
                    <a:pt x="6772" y="2131"/>
                  </a:lnTo>
                  <a:lnTo>
                    <a:pt x="8957" y="2950"/>
                  </a:lnTo>
                  <a:lnTo>
                    <a:pt x="8957" y="2950"/>
                  </a:lnTo>
                  <a:lnTo>
                    <a:pt x="9175" y="3059"/>
                  </a:lnTo>
                  <a:lnTo>
                    <a:pt x="9285" y="3278"/>
                  </a:lnTo>
                  <a:lnTo>
                    <a:pt x="9339" y="3496"/>
                  </a:lnTo>
                  <a:lnTo>
                    <a:pt x="9285" y="3715"/>
                  </a:lnTo>
                  <a:lnTo>
                    <a:pt x="9285" y="3715"/>
                  </a:lnTo>
                  <a:lnTo>
                    <a:pt x="9175" y="3933"/>
                  </a:lnTo>
                  <a:lnTo>
                    <a:pt x="9012" y="4042"/>
                  </a:lnTo>
                  <a:lnTo>
                    <a:pt x="8793" y="4097"/>
                  </a:lnTo>
                  <a:lnTo>
                    <a:pt x="8520" y="4042"/>
                  </a:lnTo>
                  <a:lnTo>
                    <a:pt x="6936" y="3441"/>
                  </a:lnTo>
                  <a:lnTo>
                    <a:pt x="7155" y="6172"/>
                  </a:lnTo>
                  <a:lnTo>
                    <a:pt x="7155" y="6172"/>
                  </a:lnTo>
                  <a:lnTo>
                    <a:pt x="7155" y="6336"/>
                  </a:lnTo>
                  <a:lnTo>
                    <a:pt x="7100" y="6500"/>
                  </a:lnTo>
                  <a:lnTo>
                    <a:pt x="6172" y="8411"/>
                  </a:lnTo>
                  <a:lnTo>
                    <a:pt x="6172" y="8411"/>
                  </a:lnTo>
                  <a:lnTo>
                    <a:pt x="6062" y="8575"/>
                  </a:lnTo>
                  <a:lnTo>
                    <a:pt x="5844" y="8685"/>
                  </a:lnTo>
                  <a:lnTo>
                    <a:pt x="3495" y="9558"/>
                  </a:lnTo>
                  <a:lnTo>
                    <a:pt x="4260" y="10378"/>
                  </a:lnTo>
                  <a:lnTo>
                    <a:pt x="4260" y="10378"/>
                  </a:lnTo>
                  <a:lnTo>
                    <a:pt x="4369" y="10541"/>
                  </a:lnTo>
                  <a:lnTo>
                    <a:pt x="4424" y="10760"/>
                  </a:lnTo>
                  <a:lnTo>
                    <a:pt x="4369" y="10978"/>
                  </a:lnTo>
                  <a:lnTo>
                    <a:pt x="4260" y="11197"/>
                  </a:lnTo>
                  <a:lnTo>
                    <a:pt x="4260" y="11197"/>
                  </a:lnTo>
                  <a:lnTo>
                    <a:pt x="4042" y="11306"/>
                  </a:lnTo>
                  <a:lnTo>
                    <a:pt x="3823" y="11361"/>
                  </a:lnTo>
                  <a:lnTo>
                    <a:pt x="3605" y="11306"/>
                  </a:lnTo>
                  <a:lnTo>
                    <a:pt x="3441" y="11197"/>
                  </a:lnTo>
                  <a:lnTo>
                    <a:pt x="2294" y="10050"/>
                  </a:lnTo>
                  <a:lnTo>
                    <a:pt x="1092" y="14474"/>
                  </a:lnTo>
                  <a:lnTo>
                    <a:pt x="601" y="14474"/>
                  </a:lnTo>
                  <a:lnTo>
                    <a:pt x="601" y="14474"/>
                  </a:lnTo>
                  <a:lnTo>
                    <a:pt x="382" y="14528"/>
                  </a:lnTo>
                  <a:lnTo>
                    <a:pt x="164" y="14638"/>
                  </a:lnTo>
                  <a:lnTo>
                    <a:pt x="55" y="14802"/>
                  </a:lnTo>
                  <a:lnTo>
                    <a:pt x="0" y="15075"/>
                  </a:lnTo>
                  <a:lnTo>
                    <a:pt x="0" y="15075"/>
                  </a:lnTo>
                  <a:lnTo>
                    <a:pt x="55" y="15293"/>
                  </a:lnTo>
                  <a:lnTo>
                    <a:pt x="164" y="15457"/>
                  </a:lnTo>
                  <a:lnTo>
                    <a:pt x="382" y="15566"/>
                  </a:lnTo>
                  <a:lnTo>
                    <a:pt x="601" y="15621"/>
                  </a:lnTo>
                  <a:lnTo>
                    <a:pt x="19498" y="15621"/>
                  </a:lnTo>
                  <a:lnTo>
                    <a:pt x="19498" y="15621"/>
                  </a:lnTo>
                  <a:lnTo>
                    <a:pt x="19716" y="15566"/>
                  </a:lnTo>
                  <a:lnTo>
                    <a:pt x="19935" y="15457"/>
                  </a:lnTo>
                  <a:lnTo>
                    <a:pt x="20044" y="15293"/>
                  </a:lnTo>
                  <a:lnTo>
                    <a:pt x="20099" y="15075"/>
                  </a:lnTo>
                  <a:lnTo>
                    <a:pt x="20099" y="15075"/>
                  </a:lnTo>
                  <a:lnTo>
                    <a:pt x="20044" y="14802"/>
                  </a:lnTo>
                  <a:lnTo>
                    <a:pt x="19935" y="14638"/>
                  </a:lnTo>
                  <a:lnTo>
                    <a:pt x="19716" y="14528"/>
                  </a:lnTo>
                  <a:lnTo>
                    <a:pt x="19498" y="14474"/>
                  </a:lnTo>
                  <a:lnTo>
                    <a:pt x="19498" y="14474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56"/>
            <p:cNvSpPr/>
            <p:nvPr/>
          </p:nvSpPr>
          <p:spPr>
            <a:xfrm>
              <a:off x="1819250" y="1455225"/>
              <a:ext cx="296300" cy="188450"/>
            </a:xfrm>
            <a:custGeom>
              <a:rect b="b" l="l" r="r" t="t"/>
              <a:pathLst>
                <a:path extrusionOk="0" fill="none" h="7538" w="11852">
                  <a:moveTo>
                    <a:pt x="9394" y="7538"/>
                  </a:moveTo>
                  <a:lnTo>
                    <a:pt x="9394" y="6227"/>
                  </a:lnTo>
                  <a:lnTo>
                    <a:pt x="9394" y="6227"/>
                  </a:lnTo>
                  <a:lnTo>
                    <a:pt x="9394" y="5899"/>
                  </a:lnTo>
                  <a:lnTo>
                    <a:pt x="9339" y="5572"/>
                  </a:lnTo>
                  <a:lnTo>
                    <a:pt x="9176" y="4971"/>
                  </a:lnTo>
                  <a:lnTo>
                    <a:pt x="8848" y="4425"/>
                  </a:lnTo>
                  <a:lnTo>
                    <a:pt x="8466" y="3988"/>
                  </a:lnTo>
                  <a:lnTo>
                    <a:pt x="8029" y="3605"/>
                  </a:lnTo>
                  <a:lnTo>
                    <a:pt x="7482" y="3278"/>
                  </a:lnTo>
                  <a:lnTo>
                    <a:pt x="6882" y="3114"/>
                  </a:lnTo>
                  <a:lnTo>
                    <a:pt x="6554" y="3059"/>
                  </a:lnTo>
                  <a:lnTo>
                    <a:pt x="6226" y="3059"/>
                  </a:lnTo>
                  <a:lnTo>
                    <a:pt x="6226" y="3059"/>
                  </a:lnTo>
                  <a:lnTo>
                    <a:pt x="5899" y="3059"/>
                  </a:lnTo>
                  <a:lnTo>
                    <a:pt x="5571" y="3114"/>
                  </a:lnTo>
                  <a:lnTo>
                    <a:pt x="4970" y="3278"/>
                  </a:lnTo>
                  <a:lnTo>
                    <a:pt x="4424" y="3605"/>
                  </a:lnTo>
                  <a:lnTo>
                    <a:pt x="3987" y="3988"/>
                  </a:lnTo>
                  <a:lnTo>
                    <a:pt x="3605" y="4425"/>
                  </a:lnTo>
                  <a:lnTo>
                    <a:pt x="3277" y="4971"/>
                  </a:lnTo>
                  <a:lnTo>
                    <a:pt x="3113" y="5572"/>
                  </a:lnTo>
                  <a:lnTo>
                    <a:pt x="3059" y="5899"/>
                  </a:lnTo>
                  <a:lnTo>
                    <a:pt x="3059" y="6227"/>
                  </a:lnTo>
                  <a:lnTo>
                    <a:pt x="3059" y="7538"/>
                  </a:lnTo>
                  <a:lnTo>
                    <a:pt x="1857" y="7538"/>
                  </a:lnTo>
                  <a:lnTo>
                    <a:pt x="1857" y="6336"/>
                  </a:lnTo>
                  <a:lnTo>
                    <a:pt x="819" y="6773"/>
                  </a:lnTo>
                  <a:lnTo>
                    <a:pt x="819" y="6773"/>
                  </a:lnTo>
                  <a:lnTo>
                    <a:pt x="601" y="6828"/>
                  </a:lnTo>
                  <a:lnTo>
                    <a:pt x="382" y="6773"/>
                  </a:lnTo>
                  <a:lnTo>
                    <a:pt x="164" y="6664"/>
                  </a:lnTo>
                  <a:lnTo>
                    <a:pt x="55" y="6446"/>
                  </a:lnTo>
                  <a:lnTo>
                    <a:pt x="55" y="6446"/>
                  </a:lnTo>
                  <a:lnTo>
                    <a:pt x="0" y="6227"/>
                  </a:lnTo>
                  <a:lnTo>
                    <a:pt x="0" y="6009"/>
                  </a:lnTo>
                  <a:lnTo>
                    <a:pt x="164" y="5845"/>
                  </a:lnTo>
                  <a:lnTo>
                    <a:pt x="328" y="5681"/>
                  </a:lnTo>
                  <a:lnTo>
                    <a:pt x="2076" y="4971"/>
                  </a:lnTo>
                  <a:lnTo>
                    <a:pt x="2076" y="4971"/>
                  </a:lnTo>
                  <a:lnTo>
                    <a:pt x="2185" y="4589"/>
                  </a:lnTo>
                  <a:lnTo>
                    <a:pt x="2349" y="4261"/>
                  </a:lnTo>
                  <a:lnTo>
                    <a:pt x="2731" y="3605"/>
                  </a:lnTo>
                  <a:lnTo>
                    <a:pt x="3222" y="3059"/>
                  </a:lnTo>
                  <a:lnTo>
                    <a:pt x="3823" y="2568"/>
                  </a:lnTo>
                  <a:lnTo>
                    <a:pt x="3496" y="1749"/>
                  </a:lnTo>
                  <a:lnTo>
                    <a:pt x="3496" y="1749"/>
                  </a:lnTo>
                  <a:lnTo>
                    <a:pt x="3441" y="1585"/>
                  </a:lnTo>
                  <a:lnTo>
                    <a:pt x="3441" y="1421"/>
                  </a:lnTo>
                  <a:lnTo>
                    <a:pt x="3496" y="1257"/>
                  </a:lnTo>
                  <a:lnTo>
                    <a:pt x="3605" y="1093"/>
                  </a:lnTo>
                  <a:lnTo>
                    <a:pt x="4533" y="165"/>
                  </a:lnTo>
                  <a:lnTo>
                    <a:pt x="4533" y="165"/>
                  </a:lnTo>
                  <a:lnTo>
                    <a:pt x="4752" y="55"/>
                  </a:lnTo>
                  <a:lnTo>
                    <a:pt x="4970" y="1"/>
                  </a:lnTo>
                  <a:lnTo>
                    <a:pt x="5189" y="55"/>
                  </a:lnTo>
                  <a:lnTo>
                    <a:pt x="5407" y="165"/>
                  </a:lnTo>
                  <a:lnTo>
                    <a:pt x="5407" y="165"/>
                  </a:lnTo>
                  <a:lnTo>
                    <a:pt x="5516" y="329"/>
                  </a:lnTo>
                  <a:lnTo>
                    <a:pt x="5571" y="602"/>
                  </a:lnTo>
                  <a:lnTo>
                    <a:pt x="5516" y="820"/>
                  </a:lnTo>
                  <a:lnTo>
                    <a:pt x="5407" y="984"/>
                  </a:lnTo>
                  <a:lnTo>
                    <a:pt x="4697" y="1639"/>
                  </a:lnTo>
                  <a:lnTo>
                    <a:pt x="4916" y="2076"/>
                  </a:lnTo>
                  <a:lnTo>
                    <a:pt x="4916" y="2076"/>
                  </a:lnTo>
                  <a:lnTo>
                    <a:pt x="5352" y="1967"/>
                  </a:lnTo>
                  <a:lnTo>
                    <a:pt x="5789" y="1912"/>
                  </a:lnTo>
                  <a:lnTo>
                    <a:pt x="6226" y="1858"/>
                  </a:lnTo>
                  <a:lnTo>
                    <a:pt x="6718" y="1912"/>
                  </a:lnTo>
                  <a:lnTo>
                    <a:pt x="7100" y="1967"/>
                  </a:lnTo>
                  <a:lnTo>
                    <a:pt x="7537" y="2076"/>
                  </a:lnTo>
                  <a:lnTo>
                    <a:pt x="7974" y="2240"/>
                  </a:lnTo>
                  <a:lnTo>
                    <a:pt x="8356" y="2404"/>
                  </a:lnTo>
                  <a:lnTo>
                    <a:pt x="8739" y="2677"/>
                  </a:lnTo>
                  <a:lnTo>
                    <a:pt x="9066" y="2895"/>
                  </a:lnTo>
                  <a:lnTo>
                    <a:pt x="9394" y="3223"/>
                  </a:lnTo>
                  <a:lnTo>
                    <a:pt x="9667" y="3551"/>
                  </a:lnTo>
                  <a:lnTo>
                    <a:pt x="9940" y="3933"/>
                  </a:lnTo>
                  <a:lnTo>
                    <a:pt x="10159" y="4315"/>
                  </a:lnTo>
                  <a:lnTo>
                    <a:pt x="10323" y="4698"/>
                  </a:lnTo>
                  <a:lnTo>
                    <a:pt x="10432" y="5135"/>
                  </a:lnTo>
                  <a:lnTo>
                    <a:pt x="11360" y="5353"/>
                  </a:lnTo>
                  <a:lnTo>
                    <a:pt x="11360" y="5353"/>
                  </a:lnTo>
                  <a:lnTo>
                    <a:pt x="11579" y="5408"/>
                  </a:lnTo>
                  <a:lnTo>
                    <a:pt x="11743" y="5572"/>
                  </a:lnTo>
                  <a:lnTo>
                    <a:pt x="11852" y="5790"/>
                  </a:lnTo>
                  <a:lnTo>
                    <a:pt x="11852" y="6009"/>
                  </a:lnTo>
                  <a:lnTo>
                    <a:pt x="11852" y="6009"/>
                  </a:lnTo>
                  <a:lnTo>
                    <a:pt x="11743" y="6227"/>
                  </a:lnTo>
                  <a:lnTo>
                    <a:pt x="11633" y="6391"/>
                  </a:lnTo>
                  <a:lnTo>
                    <a:pt x="11469" y="6446"/>
                  </a:lnTo>
                  <a:lnTo>
                    <a:pt x="11251" y="6500"/>
                  </a:lnTo>
                  <a:lnTo>
                    <a:pt x="11251" y="6500"/>
                  </a:lnTo>
                  <a:lnTo>
                    <a:pt x="10596" y="6391"/>
                  </a:lnTo>
                  <a:lnTo>
                    <a:pt x="10596" y="7538"/>
                  </a:lnTo>
                  <a:lnTo>
                    <a:pt x="9394" y="7538"/>
                  </a:lnTo>
                  <a:lnTo>
                    <a:pt x="9394" y="753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56"/>
            <p:cNvSpPr/>
            <p:nvPr/>
          </p:nvSpPr>
          <p:spPr>
            <a:xfrm>
              <a:off x="2054100" y="16436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2" name="Google Shape;1202;p56"/>
          <p:cNvGrpSpPr/>
          <p:nvPr/>
        </p:nvGrpSpPr>
        <p:grpSpPr>
          <a:xfrm>
            <a:off x="6013446" y="1518377"/>
            <a:ext cx="514811" cy="514786"/>
            <a:chOff x="4667450" y="3310800"/>
            <a:chExt cx="502500" cy="502475"/>
          </a:xfrm>
        </p:grpSpPr>
        <p:sp>
          <p:nvSpPr>
            <p:cNvPr id="1203" name="Google Shape;1203;p56"/>
            <p:cNvSpPr/>
            <p:nvPr/>
          </p:nvSpPr>
          <p:spPr>
            <a:xfrm>
              <a:off x="4861350" y="3504675"/>
              <a:ext cx="114700" cy="114725"/>
            </a:xfrm>
            <a:custGeom>
              <a:rect b="b" l="l" r="r" t="t"/>
              <a:pathLst>
                <a:path extrusionOk="0" h="4589" w="4588">
                  <a:moveTo>
                    <a:pt x="2294" y="1"/>
                  </a:moveTo>
                  <a:lnTo>
                    <a:pt x="0" y="2295"/>
                  </a:lnTo>
                  <a:lnTo>
                    <a:pt x="2294" y="4588"/>
                  </a:lnTo>
                  <a:lnTo>
                    <a:pt x="4588" y="2295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6"/>
            <p:cNvSpPr/>
            <p:nvPr/>
          </p:nvSpPr>
          <p:spPr>
            <a:xfrm>
              <a:off x="4861350" y="3504675"/>
              <a:ext cx="114700" cy="114725"/>
            </a:xfrm>
            <a:custGeom>
              <a:rect b="b" l="l" r="r" t="t"/>
              <a:pathLst>
                <a:path extrusionOk="0" fill="none" h="4589" w="4588">
                  <a:moveTo>
                    <a:pt x="0" y="2295"/>
                  </a:moveTo>
                  <a:lnTo>
                    <a:pt x="2294" y="1"/>
                  </a:lnTo>
                  <a:lnTo>
                    <a:pt x="4588" y="2295"/>
                  </a:lnTo>
                  <a:lnTo>
                    <a:pt x="2294" y="4588"/>
                  </a:lnTo>
                  <a:lnTo>
                    <a:pt x="0" y="229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6"/>
            <p:cNvSpPr/>
            <p:nvPr/>
          </p:nvSpPr>
          <p:spPr>
            <a:xfrm>
              <a:off x="4861350" y="35620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6"/>
            <p:cNvSpPr/>
            <p:nvPr/>
          </p:nvSpPr>
          <p:spPr>
            <a:xfrm>
              <a:off x="4753475" y="3396825"/>
              <a:ext cx="330450" cy="330450"/>
            </a:xfrm>
            <a:custGeom>
              <a:rect b="b" l="l" r="r" t="t"/>
              <a:pathLst>
                <a:path extrusionOk="0" h="13218" w="13218">
                  <a:moveTo>
                    <a:pt x="3551" y="2895"/>
                  </a:moveTo>
                  <a:lnTo>
                    <a:pt x="3769" y="2949"/>
                  </a:lnTo>
                  <a:lnTo>
                    <a:pt x="3933" y="3168"/>
                  </a:lnTo>
                  <a:lnTo>
                    <a:pt x="4042" y="3332"/>
                  </a:lnTo>
                  <a:lnTo>
                    <a:pt x="4042" y="3496"/>
                  </a:lnTo>
                  <a:lnTo>
                    <a:pt x="4042" y="3605"/>
                  </a:lnTo>
                  <a:lnTo>
                    <a:pt x="3987" y="3769"/>
                  </a:lnTo>
                  <a:lnTo>
                    <a:pt x="3878" y="3878"/>
                  </a:lnTo>
                  <a:lnTo>
                    <a:pt x="3714" y="3987"/>
                  </a:lnTo>
                  <a:lnTo>
                    <a:pt x="3605" y="4042"/>
                  </a:lnTo>
                  <a:lnTo>
                    <a:pt x="3387" y="4042"/>
                  </a:lnTo>
                  <a:lnTo>
                    <a:pt x="3223" y="3987"/>
                  </a:lnTo>
                  <a:lnTo>
                    <a:pt x="3114" y="3932"/>
                  </a:lnTo>
                  <a:lnTo>
                    <a:pt x="3004" y="3769"/>
                  </a:lnTo>
                  <a:lnTo>
                    <a:pt x="2895" y="3659"/>
                  </a:lnTo>
                  <a:lnTo>
                    <a:pt x="2895" y="3496"/>
                  </a:lnTo>
                  <a:lnTo>
                    <a:pt x="2895" y="3332"/>
                  </a:lnTo>
                  <a:lnTo>
                    <a:pt x="2950" y="3168"/>
                  </a:lnTo>
                  <a:lnTo>
                    <a:pt x="3114" y="3004"/>
                  </a:lnTo>
                  <a:lnTo>
                    <a:pt x="3332" y="2895"/>
                  </a:lnTo>
                  <a:close/>
                  <a:moveTo>
                    <a:pt x="9886" y="2895"/>
                  </a:moveTo>
                  <a:lnTo>
                    <a:pt x="10050" y="3004"/>
                  </a:lnTo>
                  <a:lnTo>
                    <a:pt x="10214" y="3113"/>
                  </a:lnTo>
                  <a:lnTo>
                    <a:pt x="10323" y="3332"/>
                  </a:lnTo>
                  <a:lnTo>
                    <a:pt x="10323" y="3550"/>
                  </a:lnTo>
                  <a:lnTo>
                    <a:pt x="10268" y="3769"/>
                  </a:lnTo>
                  <a:lnTo>
                    <a:pt x="10104" y="3932"/>
                  </a:lnTo>
                  <a:lnTo>
                    <a:pt x="9941" y="4042"/>
                  </a:lnTo>
                  <a:lnTo>
                    <a:pt x="9668" y="4042"/>
                  </a:lnTo>
                  <a:lnTo>
                    <a:pt x="9449" y="3987"/>
                  </a:lnTo>
                  <a:lnTo>
                    <a:pt x="9285" y="3823"/>
                  </a:lnTo>
                  <a:lnTo>
                    <a:pt x="9176" y="3659"/>
                  </a:lnTo>
                  <a:lnTo>
                    <a:pt x="9176" y="3386"/>
                  </a:lnTo>
                  <a:lnTo>
                    <a:pt x="9231" y="3168"/>
                  </a:lnTo>
                  <a:lnTo>
                    <a:pt x="9394" y="3004"/>
                  </a:lnTo>
                  <a:lnTo>
                    <a:pt x="9613" y="2895"/>
                  </a:lnTo>
                  <a:close/>
                  <a:moveTo>
                    <a:pt x="3660" y="9176"/>
                  </a:moveTo>
                  <a:lnTo>
                    <a:pt x="3878" y="9339"/>
                  </a:lnTo>
                  <a:lnTo>
                    <a:pt x="3987" y="9503"/>
                  </a:lnTo>
                  <a:lnTo>
                    <a:pt x="4042" y="9667"/>
                  </a:lnTo>
                  <a:lnTo>
                    <a:pt x="4042" y="9831"/>
                  </a:lnTo>
                  <a:lnTo>
                    <a:pt x="3987" y="9995"/>
                  </a:lnTo>
                  <a:lnTo>
                    <a:pt x="3933" y="10104"/>
                  </a:lnTo>
                  <a:lnTo>
                    <a:pt x="3824" y="10213"/>
                  </a:lnTo>
                  <a:lnTo>
                    <a:pt x="3660" y="10322"/>
                  </a:lnTo>
                  <a:lnTo>
                    <a:pt x="3277" y="10322"/>
                  </a:lnTo>
                  <a:lnTo>
                    <a:pt x="3168" y="10268"/>
                  </a:lnTo>
                  <a:lnTo>
                    <a:pt x="3004" y="10159"/>
                  </a:lnTo>
                  <a:lnTo>
                    <a:pt x="2950" y="9995"/>
                  </a:lnTo>
                  <a:lnTo>
                    <a:pt x="2895" y="9831"/>
                  </a:lnTo>
                  <a:lnTo>
                    <a:pt x="2895" y="9667"/>
                  </a:lnTo>
                  <a:lnTo>
                    <a:pt x="2950" y="9503"/>
                  </a:lnTo>
                  <a:lnTo>
                    <a:pt x="3004" y="9394"/>
                  </a:lnTo>
                  <a:lnTo>
                    <a:pt x="3223" y="9230"/>
                  </a:lnTo>
                  <a:lnTo>
                    <a:pt x="3441" y="9176"/>
                  </a:lnTo>
                  <a:close/>
                  <a:moveTo>
                    <a:pt x="6609" y="2895"/>
                  </a:moveTo>
                  <a:lnTo>
                    <a:pt x="6828" y="2949"/>
                  </a:lnTo>
                  <a:lnTo>
                    <a:pt x="7046" y="3059"/>
                  </a:lnTo>
                  <a:lnTo>
                    <a:pt x="10159" y="6172"/>
                  </a:lnTo>
                  <a:lnTo>
                    <a:pt x="10268" y="6390"/>
                  </a:lnTo>
                  <a:lnTo>
                    <a:pt x="10323" y="6609"/>
                  </a:lnTo>
                  <a:lnTo>
                    <a:pt x="10268" y="6827"/>
                  </a:lnTo>
                  <a:lnTo>
                    <a:pt x="10159" y="7046"/>
                  </a:lnTo>
                  <a:lnTo>
                    <a:pt x="7046" y="10159"/>
                  </a:lnTo>
                  <a:lnTo>
                    <a:pt x="6828" y="10268"/>
                  </a:lnTo>
                  <a:lnTo>
                    <a:pt x="6609" y="10322"/>
                  </a:lnTo>
                  <a:lnTo>
                    <a:pt x="6391" y="10268"/>
                  </a:lnTo>
                  <a:lnTo>
                    <a:pt x="6172" y="10159"/>
                  </a:lnTo>
                  <a:lnTo>
                    <a:pt x="3059" y="7046"/>
                  </a:lnTo>
                  <a:lnTo>
                    <a:pt x="2950" y="6827"/>
                  </a:lnTo>
                  <a:lnTo>
                    <a:pt x="2895" y="6609"/>
                  </a:lnTo>
                  <a:lnTo>
                    <a:pt x="2950" y="6390"/>
                  </a:lnTo>
                  <a:lnTo>
                    <a:pt x="3059" y="6172"/>
                  </a:lnTo>
                  <a:lnTo>
                    <a:pt x="6172" y="3059"/>
                  </a:lnTo>
                  <a:lnTo>
                    <a:pt x="6391" y="2949"/>
                  </a:lnTo>
                  <a:lnTo>
                    <a:pt x="6609" y="2895"/>
                  </a:lnTo>
                  <a:close/>
                  <a:moveTo>
                    <a:pt x="9886" y="9176"/>
                  </a:moveTo>
                  <a:lnTo>
                    <a:pt x="10050" y="9230"/>
                  </a:lnTo>
                  <a:lnTo>
                    <a:pt x="10214" y="9394"/>
                  </a:lnTo>
                  <a:lnTo>
                    <a:pt x="10323" y="9612"/>
                  </a:lnTo>
                  <a:lnTo>
                    <a:pt x="10323" y="9831"/>
                  </a:lnTo>
                  <a:lnTo>
                    <a:pt x="10268" y="9995"/>
                  </a:lnTo>
                  <a:lnTo>
                    <a:pt x="10159" y="10213"/>
                  </a:lnTo>
                  <a:lnTo>
                    <a:pt x="9941" y="10322"/>
                  </a:lnTo>
                  <a:lnTo>
                    <a:pt x="9668" y="10322"/>
                  </a:lnTo>
                  <a:lnTo>
                    <a:pt x="9449" y="10268"/>
                  </a:lnTo>
                  <a:lnTo>
                    <a:pt x="9285" y="10104"/>
                  </a:lnTo>
                  <a:lnTo>
                    <a:pt x="9176" y="9940"/>
                  </a:lnTo>
                  <a:lnTo>
                    <a:pt x="9176" y="9667"/>
                  </a:lnTo>
                  <a:lnTo>
                    <a:pt x="9231" y="9449"/>
                  </a:lnTo>
                  <a:lnTo>
                    <a:pt x="9394" y="9285"/>
                  </a:lnTo>
                  <a:lnTo>
                    <a:pt x="9613" y="9176"/>
                  </a:lnTo>
                  <a:close/>
                  <a:moveTo>
                    <a:pt x="6008" y="0"/>
                  </a:moveTo>
                  <a:lnTo>
                    <a:pt x="5408" y="55"/>
                  </a:lnTo>
                  <a:lnTo>
                    <a:pt x="4861" y="219"/>
                  </a:lnTo>
                  <a:lnTo>
                    <a:pt x="4315" y="382"/>
                  </a:lnTo>
                  <a:lnTo>
                    <a:pt x="3769" y="601"/>
                  </a:lnTo>
                  <a:lnTo>
                    <a:pt x="3277" y="874"/>
                  </a:lnTo>
                  <a:lnTo>
                    <a:pt x="2786" y="1202"/>
                  </a:lnTo>
                  <a:lnTo>
                    <a:pt x="2349" y="1529"/>
                  </a:lnTo>
                  <a:lnTo>
                    <a:pt x="1912" y="1912"/>
                  </a:lnTo>
                  <a:lnTo>
                    <a:pt x="1530" y="2349"/>
                  </a:lnTo>
                  <a:lnTo>
                    <a:pt x="1202" y="2786"/>
                  </a:lnTo>
                  <a:lnTo>
                    <a:pt x="874" y="3277"/>
                  </a:lnTo>
                  <a:lnTo>
                    <a:pt x="601" y="3769"/>
                  </a:lnTo>
                  <a:lnTo>
                    <a:pt x="383" y="4315"/>
                  </a:lnTo>
                  <a:lnTo>
                    <a:pt x="219" y="4861"/>
                  </a:lnTo>
                  <a:lnTo>
                    <a:pt x="55" y="5407"/>
                  </a:lnTo>
                  <a:lnTo>
                    <a:pt x="1" y="6008"/>
                  </a:lnTo>
                  <a:lnTo>
                    <a:pt x="656" y="6008"/>
                  </a:lnTo>
                  <a:lnTo>
                    <a:pt x="874" y="6062"/>
                  </a:lnTo>
                  <a:lnTo>
                    <a:pt x="1038" y="6172"/>
                  </a:lnTo>
                  <a:lnTo>
                    <a:pt x="1202" y="6390"/>
                  </a:lnTo>
                  <a:lnTo>
                    <a:pt x="1257" y="6609"/>
                  </a:lnTo>
                  <a:lnTo>
                    <a:pt x="1202" y="6827"/>
                  </a:lnTo>
                  <a:lnTo>
                    <a:pt x="1038" y="7046"/>
                  </a:lnTo>
                  <a:lnTo>
                    <a:pt x="874" y="7155"/>
                  </a:lnTo>
                  <a:lnTo>
                    <a:pt x="656" y="7209"/>
                  </a:lnTo>
                  <a:lnTo>
                    <a:pt x="1" y="7209"/>
                  </a:lnTo>
                  <a:lnTo>
                    <a:pt x="55" y="7810"/>
                  </a:lnTo>
                  <a:lnTo>
                    <a:pt x="219" y="8356"/>
                  </a:lnTo>
                  <a:lnTo>
                    <a:pt x="383" y="8902"/>
                  </a:lnTo>
                  <a:lnTo>
                    <a:pt x="601" y="9449"/>
                  </a:lnTo>
                  <a:lnTo>
                    <a:pt x="874" y="9940"/>
                  </a:lnTo>
                  <a:lnTo>
                    <a:pt x="1202" y="10432"/>
                  </a:lnTo>
                  <a:lnTo>
                    <a:pt x="1530" y="10869"/>
                  </a:lnTo>
                  <a:lnTo>
                    <a:pt x="1912" y="11306"/>
                  </a:lnTo>
                  <a:lnTo>
                    <a:pt x="2349" y="11688"/>
                  </a:lnTo>
                  <a:lnTo>
                    <a:pt x="2786" y="12016"/>
                  </a:lnTo>
                  <a:lnTo>
                    <a:pt x="3277" y="12343"/>
                  </a:lnTo>
                  <a:lnTo>
                    <a:pt x="3769" y="12616"/>
                  </a:lnTo>
                  <a:lnTo>
                    <a:pt x="4315" y="12835"/>
                  </a:lnTo>
                  <a:lnTo>
                    <a:pt x="4861" y="12999"/>
                  </a:lnTo>
                  <a:lnTo>
                    <a:pt x="5408" y="13162"/>
                  </a:lnTo>
                  <a:lnTo>
                    <a:pt x="6008" y="13217"/>
                  </a:lnTo>
                  <a:lnTo>
                    <a:pt x="6008" y="12562"/>
                  </a:lnTo>
                  <a:lnTo>
                    <a:pt x="6063" y="12343"/>
                  </a:lnTo>
                  <a:lnTo>
                    <a:pt x="6172" y="12179"/>
                  </a:lnTo>
                  <a:lnTo>
                    <a:pt x="6391" y="12016"/>
                  </a:lnTo>
                  <a:lnTo>
                    <a:pt x="6609" y="11961"/>
                  </a:lnTo>
                  <a:lnTo>
                    <a:pt x="6828" y="12016"/>
                  </a:lnTo>
                  <a:lnTo>
                    <a:pt x="7046" y="12179"/>
                  </a:lnTo>
                  <a:lnTo>
                    <a:pt x="7155" y="12343"/>
                  </a:lnTo>
                  <a:lnTo>
                    <a:pt x="7210" y="12562"/>
                  </a:lnTo>
                  <a:lnTo>
                    <a:pt x="7210" y="13217"/>
                  </a:lnTo>
                  <a:lnTo>
                    <a:pt x="7811" y="13162"/>
                  </a:lnTo>
                  <a:lnTo>
                    <a:pt x="8357" y="12999"/>
                  </a:lnTo>
                  <a:lnTo>
                    <a:pt x="8903" y="12835"/>
                  </a:lnTo>
                  <a:lnTo>
                    <a:pt x="9449" y="12616"/>
                  </a:lnTo>
                  <a:lnTo>
                    <a:pt x="9941" y="12343"/>
                  </a:lnTo>
                  <a:lnTo>
                    <a:pt x="10432" y="12016"/>
                  </a:lnTo>
                  <a:lnTo>
                    <a:pt x="10869" y="11688"/>
                  </a:lnTo>
                  <a:lnTo>
                    <a:pt x="11306" y="11306"/>
                  </a:lnTo>
                  <a:lnTo>
                    <a:pt x="11688" y="10869"/>
                  </a:lnTo>
                  <a:lnTo>
                    <a:pt x="12016" y="10432"/>
                  </a:lnTo>
                  <a:lnTo>
                    <a:pt x="12344" y="9940"/>
                  </a:lnTo>
                  <a:lnTo>
                    <a:pt x="12617" y="9449"/>
                  </a:lnTo>
                  <a:lnTo>
                    <a:pt x="12835" y="8902"/>
                  </a:lnTo>
                  <a:lnTo>
                    <a:pt x="12999" y="8356"/>
                  </a:lnTo>
                  <a:lnTo>
                    <a:pt x="13163" y="7810"/>
                  </a:lnTo>
                  <a:lnTo>
                    <a:pt x="13218" y="7209"/>
                  </a:lnTo>
                  <a:lnTo>
                    <a:pt x="12562" y="7209"/>
                  </a:lnTo>
                  <a:lnTo>
                    <a:pt x="12344" y="7155"/>
                  </a:lnTo>
                  <a:lnTo>
                    <a:pt x="12180" y="7046"/>
                  </a:lnTo>
                  <a:lnTo>
                    <a:pt x="12016" y="6827"/>
                  </a:lnTo>
                  <a:lnTo>
                    <a:pt x="11961" y="6609"/>
                  </a:lnTo>
                  <a:lnTo>
                    <a:pt x="12016" y="6390"/>
                  </a:lnTo>
                  <a:lnTo>
                    <a:pt x="12180" y="6172"/>
                  </a:lnTo>
                  <a:lnTo>
                    <a:pt x="12344" y="6062"/>
                  </a:lnTo>
                  <a:lnTo>
                    <a:pt x="12562" y="6008"/>
                  </a:lnTo>
                  <a:lnTo>
                    <a:pt x="13218" y="6008"/>
                  </a:lnTo>
                  <a:lnTo>
                    <a:pt x="13163" y="5407"/>
                  </a:lnTo>
                  <a:lnTo>
                    <a:pt x="12999" y="4861"/>
                  </a:lnTo>
                  <a:lnTo>
                    <a:pt x="12835" y="4315"/>
                  </a:lnTo>
                  <a:lnTo>
                    <a:pt x="12617" y="3769"/>
                  </a:lnTo>
                  <a:lnTo>
                    <a:pt x="12344" y="3277"/>
                  </a:lnTo>
                  <a:lnTo>
                    <a:pt x="12016" y="2786"/>
                  </a:lnTo>
                  <a:lnTo>
                    <a:pt x="11688" y="2349"/>
                  </a:lnTo>
                  <a:lnTo>
                    <a:pt x="11306" y="1912"/>
                  </a:lnTo>
                  <a:lnTo>
                    <a:pt x="10869" y="1529"/>
                  </a:lnTo>
                  <a:lnTo>
                    <a:pt x="10432" y="1202"/>
                  </a:lnTo>
                  <a:lnTo>
                    <a:pt x="9941" y="874"/>
                  </a:lnTo>
                  <a:lnTo>
                    <a:pt x="9449" y="601"/>
                  </a:lnTo>
                  <a:lnTo>
                    <a:pt x="8903" y="382"/>
                  </a:lnTo>
                  <a:lnTo>
                    <a:pt x="8357" y="219"/>
                  </a:lnTo>
                  <a:lnTo>
                    <a:pt x="7811" y="55"/>
                  </a:lnTo>
                  <a:lnTo>
                    <a:pt x="7210" y="0"/>
                  </a:lnTo>
                  <a:lnTo>
                    <a:pt x="7210" y="656"/>
                  </a:lnTo>
                  <a:lnTo>
                    <a:pt x="7155" y="874"/>
                  </a:lnTo>
                  <a:lnTo>
                    <a:pt x="7046" y="1038"/>
                  </a:lnTo>
                  <a:lnTo>
                    <a:pt x="6828" y="1202"/>
                  </a:lnTo>
                  <a:lnTo>
                    <a:pt x="6609" y="1256"/>
                  </a:lnTo>
                  <a:lnTo>
                    <a:pt x="6391" y="1202"/>
                  </a:lnTo>
                  <a:lnTo>
                    <a:pt x="6172" y="1038"/>
                  </a:lnTo>
                  <a:lnTo>
                    <a:pt x="6063" y="874"/>
                  </a:lnTo>
                  <a:lnTo>
                    <a:pt x="6008" y="656"/>
                  </a:lnTo>
                  <a:lnTo>
                    <a:pt x="60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6"/>
            <p:cNvSpPr/>
            <p:nvPr/>
          </p:nvSpPr>
          <p:spPr>
            <a:xfrm>
              <a:off x="4753475" y="3396825"/>
              <a:ext cx="330450" cy="330450"/>
            </a:xfrm>
            <a:custGeom>
              <a:rect b="b" l="l" r="r" t="t"/>
              <a:pathLst>
                <a:path extrusionOk="0" fill="none" h="13218" w="13218">
                  <a:moveTo>
                    <a:pt x="12562" y="7209"/>
                  </a:moveTo>
                  <a:lnTo>
                    <a:pt x="12562" y="7209"/>
                  </a:lnTo>
                  <a:lnTo>
                    <a:pt x="12344" y="7155"/>
                  </a:lnTo>
                  <a:lnTo>
                    <a:pt x="12180" y="7046"/>
                  </a:lnTo>
                  <a:lnTo>
                    <a:pt x="12016" y="6827"/>
                  </a:lnTo>
                  <a:lnTo>
                    <a:pt x="11961" y="6609"/>
                  </a:lnTo>
                  <a:lnTo>
                    <a:pt x="11961" y="6609"/>
                  </a:lnTo>
                  <a:lnTo>
                    <a:pt x="12016" y="6390"/>
                  </a:lnTo>
                  <a:lnTo>
                    <a:pt x="12180" y="6172"/>
                  </a:lnTo>
                  <a:lnTo>
                    <a:pt x="12344" y="6062"/>
                  </a:lnTo>
                  <a:lnTo>
                    <a:pt x="12562" y="6008"/>
                  </a:lnTo>
                  <a:lnTo>
                    <a:pt x="13218" y="6008"/>
                  </a:lnTo>
                  <a:lnTo>
                    <a:pt x="13218" y="6008"/>
                  </a:lnTo>
                  <a:lnTo>
                    <a:pt x="13163" y="5407"/>
                  </a:lnTo>
                  <a:lnTo>
                    <a:pt x="12999" y="4861"/>
                  </a:lnTo>
                  <a:lnTo>
                    <a:pt x="12835" y="4315"/>
                  </a:lnTo>
                  <a:lnTo>
                    <a:pt x="12617" y="3769"/>
                  </a:lnTo>
                  <a:lnTo>
                    <a:pt x="12344" y="3277"/>
                  </a:lnTo>
                  <a:lnTo>
                    <a:pt x="12016" y="2786"/>
                  </a:lnTo>
                  <a:lnTo>
                    <a:pt x="11688" y="2349"/>
                  </a:lnTo>
                  <a:lnTo>
                    <a:pt x="11306" y="1912"/>
                  </a:lnTo>
                  <a:lnTo>
                    <a:pt x="10869" y="1529"/>
                  </a:lnTo>
                  <a:lnTo>
                    <a:pt x="10432" y="1202"/>
                  </a:lnTo>
                  <a:lnTo>
                    <a:pt x="9941" y="874"/>
                  </a:lnTo>
                  <a:lnTo>
                    <a:pt x="9449" y="601"/>
                  </a:lnTo>
                  <a:lnTo>
                    <a:pt x="8903" y="382"/>
                  </a:lnTo>
                  <a:lnTo>
                    <a:pt x="8357" y="219"/>
                  </a:lnTo>
                  <a:lnTo>
                    <a:pt x="7811" y="55"/>
                  </a:lnTo>
                  <a:lnTo>
                    <a:pt x="7210" y="0"/>
                  </a:lnTo>
                  <a:lnTo>
                    <a:pt x="7210" y="656"/>
                  </a:lnTo>
                  <a:lnTo>
                    <a:pt x="7210" y="656"/>
                  </a:lnTo>
                  <a:lnTo>
                    <a:pt x="7155" y="874"/>
                  </a:lnTo>
                  <a:lnTo>
                    <a:pt x="7046" y="1038"/>
                  </a:lnTo>
                  <a:lnTo>
                    <a:pt x="6828" y="1202"/>
                  </a:lnTo>
                  <a:lnTo>
                    <a:pt x="6609" y="1256"/>
                  </a:lnTo>
                  <a:lnTo>
                    <a:pt x="6609" y="1256"/>
                  </a:lnTo>
                  <a:lnTo>
                    <a:pt x="6391" y="1202"/>
                  </a:lnTo>
                  <a:lnTo>
                    <a:pt x="6172" y="1038"/>
                  </a:lnTo>
                  <a:lnTo>
                    <a:pt x="6063" y="874"/>
                  </a:lnTo>
                  <a:lnTo>
                    <a:pt x="6008" y="656"/>
                  </a:lnTo>
                  <a:lnTo>
                    <a:pt x="6008" y="0"/>
                  </a:lnTo>
                  <a:lnTo>
                    <a:pt x="6008" y="0"/>
                  </a:lnTo>
                  <a:lnTo>
                    <a:pt x="5408" y="55"/>
                  </a:lnTo>
                  <a:lnTo>
                    <a:pt x="4861" y="219"/>
                  </a:lnTo>
                  <a:lnTo>
                    <a:pt x="4315" y="382"/>
                  </a:lnTo>
                  <a:lnTo>
                    <a:pt x="3769" y="601"/>
                  </a:lnTo>
                  <a:lnTo>
                    <a:pt x="3277" y="874"/>
                  </a:lnTo>
                  <a:lnTo>
                    <a:pt x="2786" y="1202"/>
                  </a:lnTo>
                  <a:lnTo>
                    <a:pt x="2349" y="1529"/>
                  </a:lnTo>
                  <a:lnTo>
                    <a:pt x="1912" y="1912"/>
                  </a:lnTo>
                  <a:lnTo>
                    <a:pt x="1530" y="2349"/>
                  </a:lnTo>
                  <a:lnTo>
                    <a:pt x="1202" y="2786"/>
                  </a:lnTo>
                  <a:lnTo>
                    <a:pt x="874" y="3277"/>
                  </a:lnTo>
                  <a:lnTo>
                    <a:pt x="601" y="3769"/>
                  </a:lnTo>
                  <a:lnTo>
                    <a:pt x="383" y="4315"/>
                  </a:lnTo>
                  <a:lnTo>
                    <a:pt x="219" y="4861"/>
                  </a:lnTo>
                  <a:lnTo>
                    <a:pt x="55" y="5407"/>
                  </a:lnTo>
                  <a:lnTo>
                    <a:pt x="1" y="6008"/>
                  </a:lnTo>
                  <a:lnTo>
                    <a:pt x="656" y="6008"/>
                  </a:lnTo>
                  <a:lnTo>
                    <a:pt x="656" y="6008"/>
                  </a:lnTo>
                  <a:lnTo>
                    <a:pt x="874" y="6062"/>
                  </a:lnTo>
                  <a:lnTo>
                    <a:pt x="1038" y="6172"/>
                  </a:lnTo>
                  <a:lnTo>
                    <a:pt x="1202" y="6390"/>
                  </a:lnTo>
                  <a:lnTo>
                    <a:pt x="1257" y="6609"/>
                  </a:lnTo>
                  <a:lnTo>
                    <a:pt x="1257" y="6609"/>
                  </a:lnTo>
                  <a:lnTo>
                    <a:pt x="1202" y="6827"/>
                  </a:lnTo>
                  <a:lnTo>
                    <a:pt x="1038" y="7046"/>
                  </a:lnTo>
                  <a:lnTo>
                    <a:pt x="874" y="7155"/>
                  </a:lnTo>
                  <a:lnTo>
                    <a:pt x="656" y="7209"/>
                  </a:lnTo>
                  <a:lnTo>
                    <a:pt x="1" y="7209"/>
                  </a:lnTo>
                  <a:lnTo>
                    <a:pt x="1" y="7209"/>
                  </a:lnTo>
                  <a:lnTo>
                    <a:pt x="55" y="7810"/>
                  </a:lnTo>
                  <a:lnTo>
                    <a:pt x="219" y="8356"/>
                  </a:lnTo>
                  <a:lnTo>
                    <a:pt x="383" y="8902"/>
                  </a:lnTo>
                  <a:lnTo>
                    <a:pt x="601" y="9449"/>
                  </a:lnTo>
                  <a:lnTo>
                    <a:pt x="874" y="9940"/>
                  </a:lnTo>
                  <a:lnTo>
                    <a:pt x="1202" y="10432"/>
                  </a:lnTo>
                  <a:lnTo>
                    <a:pt x="1530" y="10869"/>
                  </a:lnTo>
                  <a:lnTo>
                    <a:pt x="1912" y="11306"/>
                  </a:lnTo>
                  <a:lnTo>
                    <a:pt x="2349" y="11688"/>
                  </a:lnTo>
                  <a:lnTo>
                    <a:pt x="2786" y="12016"/>
                  </a:lnTo>
                  <a:lnTo>
                    <a:pt x="3277" y="12343"/>
                  </a:lnTo>
                  <a:lnTo>
                    <a:pt x="3769" y="12616"/>
                  </a:lnTo>
                  <a:lnTo>
                    <a:pt x="4315" y="12835"/>
                  </a:lnTo>
                  <a:lnTo>
                    <a:pt x="4861" y="12999"/>
                  </a:lnTo>
                  <a:lnTo>
                    <a:pt x="5408" y="13162"/>
                  </a:lnTo>
                  <a:lnTo>
                    <a:pt x="6008" y="13217"/>
                  </a:lnTo>
                  <a:lnTo>
                    <a:pt x="6008" y="12562"/>
                  </a:lnTo>
                  <a:lnTo>
                    <a:pt x="6008" y="12562"/>
                  </a:lnTo>
                  <a:lnTo>
                    <a:pt x="6063" y="12343"/>
                  </a:lnTo>
                  <a:lnTo>
                    <a:pt x="6172" y="12179"/>
                  </a:lnTo>
                  <a:lnTo>
                    <a:pt x="6391" y="12016"/>
                  </a:lnTo>
                  <a:lnTo>
                    <a:pt x="6609" y="11961"/>
                  </a:lnTo>
                  <a:lnTo>
                    <a:pt x="6609" y="11961"/>
                  </a:lnTo>
                  <a:lnTo>
                    <a:pt x="6828" y="12016"/>
                  </a:lnTo>
                  <a:lnTo>
                    <a:pt x="7046" y="12179"/>
                  </a:lnTo>
                  <a:lnTo>
                    <a:pt x="7155" y="12343"/>
                  </a:lnTo>
                  <a:lnTo>
                    <a:pt x="7210" y="12562"/>
                  </a:lnTo>
                  <a:lnTo>
                    <a:pt x="7210" y="13217"/>
                  </a:lnTo>
                  <a:lnTo>
                    <a:pt x="7210" y="13217"/>
                  </a:lnTo>
                  <a:lnTo>
                    <a:pt x="7811" y="13162"/>
                  </a:lnTo>
                  <a:lnTo>
                    <a:pt x="8357" y="12999"/>
                  </a:lnTo>
                  <a:lnTo>
                    <a:pt x="8903" y="12835"/>
                  </a:lnTo>
                  <a:lnTo>
                    <a:pt x="9449" y="12616"/>
                  </a:lnTo>
                  <a:lnTo>
                    <a:pt x="9941" y="12343"/>
                  </a:lnTo>
                  <a:lnTo>
                    <a:pt x="10432" y="12016"/>
                  </a:lnTo>
                  <a:lnTo>
                    <a:pt x="10869" y="11688"/>
                  </a:lnTo>
                  <a:lnTo>
                    <a:pt x="11306" y="11306"/>
                  </a:lnTo>
                  <a:lnTo>
                    <a:pt x="11688" y="10869"/>
                  </a:lnTo>
                  <a:lnTo>
                    <a:pt x="12016" y="10432"/>
                  </a:lnTo>
                  <a:lnTo>
                    <a:pt x="12344" y="9940"/>
                  </a:lnTo>
                  <a:lnTo>
                    <a:pt x="12617" y="9449"/>
                  </a:lnTo>
                  <a:lnTo>
                    <a:pt x="12835" y="8902"/>
                  </a:lnTo>
                  <a:lnTo>
                    <a:pt x="12999" y="8356"/>
                  </a:lnTo>
                  <a:lnTo>
                    <a:pt x="13163" y="7810"/>
                  </a:lnTo>
                  <a:lnTo>
                    <a:pt x="13218" y="7209"/>
                  </a:lnTo>
                  <a:lnTo>
                    <a:pt x="12562" y="720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6"/>
            <p:cNvSpPr/>
            <p:nvPr/>
          </p:nvSpPr>
          <p:spPr>
            <a:xfrm>
              <a:off x="4825850" y="3469175"/>
              <a:ext cx="28700" cy="28700"/>
            </a:xfrm>
            <a:custGeom>
              <a:rect b="b" l="l" r="r" t="t"/>
              <a:pathLst>
                <a:path extrusionOk="0" fill="none" h="1148" w="1148">
                  <a:moveTo>
                    <a:pt x="219" y="110"/>
                  </a:moveTo>
                  <a:lnTo>
                    <a:pt x="219" y="110"/>
                  </a:lnTo>
                  <a:lnTo>
                    <a:pt x="437" y="1"/>
                  </a:lnTo>
                  <a:lnTo>
                    <a:pt x="656" y="1"/>
                  </a:lnTo>
                  <a:lnTo>
                    <a:pt x="874" y="55"/>
                  </a:lnTo>
                  <a:lnTo>
                    <a:pt x="1038" y="274"/>
                  </a:lnTo>
                  <a:lnTo>
                    <a:pt x="1038" y="274"/>
                  </a:lnTo>
                  <a:lnTo>
                    <a:pt x="1147" y="438"/>
                  </a:lnTo>
                  <a:lnTo>
                    <a:pt x="1147" y="602"/>
                  </a:lnTo>
                  <a:lnTo>
                    <a:pt x="1147" y="711"/>
                  </a:lnTo>
                  <a:lnTo>
                    <a:pt x="1092" y="875"/>
                  </a:lnTo>
                  <a:lnTo>
                    <a:pt x="983" y="984"/>
                  </a:lnTo>
                  <a:lnTo>
                    <a:pt x="819" y="1093"/>
                  </a:lnTo>
                  <a:lnTo>
                    <a:pt x="710" y="1148"/>
                  </a:lnTo>
                  <a:lnTo>
                    <a:pt x="492" y="1148"/>
                  </a:lnTo>
                  <a:lnTo>
                    <a:pt x="492" y="1148"/>
                  </a:lnTo>
                  <a:lnTo>
                    <a:pt x="328" y="1093"/>
                  </a:lnTo>
                  <a:lnTo>
                    <a:pt x="219" y="1038"/>
                  </a:lnTo>
                  <a:lnTo>
                    <a:pt x="109" y="875"/>
                  </a:lnTo>
                  <a:lnTo>
                    <a:pt x="0" y="765"/>
                  </a:lnTo>
                  <a:lnTo>
                    <a:pt x="0" y="602"/>
                  </a:lnTo>
                  <a:lnTo>
                    <a:pt x="0" y="438"/>
                  </a:lnTo>
                  <a:lnTo>
                    <a:pt x="55" y="274"/>
                  </a:lnTo>
                  <a:lnTo>
                    <a:pt x="219" y="110"/>
                  </a:lnTo>
                  <a:lnTo>
                    <a:pt x="219" y="11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6"/>
            <p:cNvSpPr/>
            <p:nvPr/>
          </p:nvSpPr>
          <p:spPr>
            <a:xfrm>
              <a:off x="4825850" y="3626200"/>
              <a:ext cx="28700" cy="28700"/>
            </a:xfrm>
            <a:custGeom>
              <a:rect b="b" l="l" r="r" t="t"/>
              <a:pathLst>
                <a:path extrusionOk="0" fill="none" h="1148" w="1148">
                  <a:moveTo>
                    <a:pt x="601" y="1147"/>
                  </a:moveTo>
                  <a:lnTo>
                    <a:pt x="601" y="1147"/>
                  </a:lnTo>
                  <a:lnTo>
                    <a:pt x="382" y="1147"/>
                  </a:lnTo>
                  <a:lnTo>
                    <a:pt x="273" y="1093"/>
                  </a:lnTo>
                  <a:lnTo>
                    <a:pt x="109" y="984"/>
                  </a:lnTo>
                  <a:lnTo>
                    <a:pt x="55" y="820"/>
                  </a:lnTo>
                  <a:lnTo>
                    <a:pt x="0" y="656"/>
                  </a:lnTo>
                  <a:lnTo>
                    <a:pt x="0" y="492"/>
                  </a:lnTo>
                  <a:lnTo>
                    <a:pt x="55" y="328"/>
                  </a:lnTo>
                  <a:lnTo>
                    <a:pt x="109" y="219"/>
                  </a:lnTo>
                  <a:lnTo>
                    <a:pt x="109" y="219"/>
                  </a:lnTo>
                  <a:lnTo>
                    <a:pt x="328" y="55"/>
                  </a:lnTo>
                  <a:lnTo>
                    <a:pt x="546" y="1"/>
                  </a:lnTo>
                  <a:lnTo>
                    <a:pt x="765" y="1"/>
                  </a:lnTo>
                  <a:lnTo>
                    <a:pt x="983" y="164"/>
                  </a:lnTo>
                  <a:lnTo>
                    <a:pt x="983" y="164"/>
                  </a:lnTo>
                  <a:lnTo>
                    <a:pt x="1092" y="328"/>
                  </a:lnTo>
                  <a:lnTo>
                    <a:pt x="1147" y="492"/>
                  </a:lnTo>
                  <a:lnTo>
                    <a:pt x="1147" y="656"/>
                  </a:lnTo>
                  <a:lnTo>
                    <a:pt x="1092" y="820"/>
                  </a:lnTo>
                  <a:lnTo>
                    <a:pt x="1038" y="929"/>
                  </a:lnTo>
                  <a:lnTo>
                    <a:pt x="929" y="1038"/>
                  </a:lnTo>
                  <a:lnTo>
                    <a:pt x="765" y="1147"/>
                  </a:lnTo>
                  <a:lnTo>
                    <a:pt x="601" y="1147"/>
                  </a:lnTo>
                  <a:lnTo>
                    <a:pt x="601" y="1147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6"/>
            <p:cNvSpPr/>
            <p:nvPr/>
          </p:nvSpPr>
          <p:spPr>
            <a:xfrm>
              <a:off x="4825850" y="3469175"/>
              <a:ext cx="185700" cy="185725"/>
            </a:xfrm>
            <a:custGeom>
              <a:rect b="b" l="l" r="r" t="t"/>
              <a:pathLst>
                <a:path extrusionOk="0" fill="none" h="7429" w="7428">
                  <a:moveTo>
                    <a:pt x="4151" y="7265"/>
                  </a:moveTo>
                  <a:lnTo>
                    <a:pt x="4151" y="7265"/>
                  </a:lnTo>
                  <a:lnTo>
                    <a:pt x="3933" y="7374"/>
                  </a:lnTo>
                  <a:lnTo>
                    <a:pt x="3714" y="7428"/>
                  </a:lnTo>
                  <a:lnTo>
                    <a:pt x="3496" y="7374"/>
                  </a:lnTo>
                  <a:lnTo>
                    <a:pt x="3277" y="7265"/>
                  </a:lnTo>
                  <a:lnTo>
                    <a:pt x="164" y="4152"/>
                  </a:lnTo>
                  <a:lnTo>
                    <a:pt x="164" y="4152"/>
                  </a:lnTo>
                  <a:lnTo>
                    <a:pt x="55" y="3933"/>
                  </a:lnTo>
                  <a:lnTo>
                    <a:pt x="0" y="3715"/>
                  </a:lnTo>
                  <a:lnTo>
                    <a:pt x="55" y="3496"/>
                  </a:lnTo>
                  <a:lnTo>
                    <a:pt x="164" y="3278"/>
                  </a:lnTo>
                  <a:lnTo>
                    <a:pt x="3277" y="165"/>
                  </a:lnTo>
                  <a:lnTo>
                    <a:pt x="3277" y="165"/>
                  </a:lnTo>
                  <a:lnTo>
                    <a:pt x="3496" y="55"/>
                  </a:lnTo>
                  <a:lnTo>
                    <a:pt x="3714" y="1"/>
                  </a:lnTo>
                  <a:lnTo>
                    <a:pt x="3933" y="55"/>
                  </a:lnTo>
                  <a:lnTo>
                    <a:pt x="4151" y="165"/>
                  </a:lnTo>
                  <a:lnTo>
                    <a:pt x="7264" y="3278"/>
                  </a:lnTo>
                  <a:lnTo>
                    <a:pt x="7264" y="3278"/>
                  </a:lnTo>
                  <a:lnTo>
                    <a:pt x="7373" y="3496"/>
                  </a:lnTo>
                  <a:lnTo>
                    <a:pt x="7428" y="3715"/>
                  </a:lnTo>
                  <a:lnTo>
                    <a:pt x="7373" y="3933"/>
                  </a:lnTo>
                  <a:lnTo>
                    <a:pt x="7264" y="4152"/>
                  </a:lnTo>
                  <a:lnTo>
                    <a:pt x="4151" y="726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6"/>
            <p:cNvSpPr/>
            <p:nvPr/>
          </p:nvSpPr>
          <p:spPr>
            <a:xfrm>
              <a:off x="4982875" y="3626200"/>
              <a:ext cx="28675" cy="28700"/>
            </a:xfrm>
            <a:custGeom>
              <a:rect b="b" l="l" r="r" t="t"/>
              <a:pathLst>
                <a:path extrusionOk="0" fill="none" h="1148" w="1147">
                  <a:moveTo>
                    <a:pt x="1147" y="656"/>
                  </a:moveTo>
                  <a:lnTo>
                    <a:pt x="1147" y="656"/>
                  </a:lnTo>
                  <a:lnTo>
                    <a:pt x="1092" y="820"/>
                  </a:lnTo>
                  <a:lnTo>
                    <a:pt x="983" y="1038"/>
                  </a:lnTo>
                  <a:lnTo>
                    <a:pt x="765" y="1147"/>
                  </a:lnTo>
                  <a:lnTo>
                    <a:pt x="492" y="1147"/>
                  </a:lnTo>
                  <a:lnTo>
                    <a:pt x="492" y="1147"/>
                  </a:lnTo>
                  <a:lnTo>
                    <a:pt x="273" y="1093"/>
                  </a:lnTo>
                  <a:lnTo>
                    <a:pt x="109" y="929"/>
                  </a:lnTo>
                  <a:lnTo>
                    <a:pt x="0" y="765"/>
                  </a:lnTo>
                  <a:lnTo>
                    <a:pt x="0" y="492"/>
                  </a:lnTo>
                  <a:lnTo>
                    <a:pt x="0" y="492"/>
                  </a:lnTo>
                  <a:lnTo>
                    <a:pt x="55" y="274"/>
                  </a:lnTo>
                  <a:lnTo>
                    <a:pt x="218" y="110"/>
                  </a:lnTo>
                  <a:lnTo>
                    <a:pt x="437" y="1"/>
                  </a:lnTo>
                  <a:lnTo>
                    <a:pt x="710" y="1"/>
                  </a:lnTo>
                  <a:lnTo>
                    <a:pt x="710" y="1"/>
                  </a:lnTo>
                  <a:lnTo>
                    <a:pt x="874" y="55"/>
                  </a:lnTo>
                  <a:lnTo>
                    <a:pt x="1038" y="219"/>
                  </a:lnTo>
                  <a:lnTo>
                    <a:pt x="1147" y="437"/>
                  </a:lnTo>
                  <a:lnTo>
                    <a:pt x="1147" y="656"/>
                  </a:lnTo>
                  <a:lnTo>
                    <a:pt x="1147" y="6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6"/>
            <p:cNvSpPr/>
            <p:nvPr/>
          </p:nvSpPr>
          <p:spPr>
            <a:xfrm>
              <a:off x="4982875" y="3469175"/>
              <a:ext cx="28675" cy="28700"/>
            </a:xfrm>
            <a:custGeom>
              <a:rect b="b" l="l" r="r" t="t"/>
              <a:pathLst>
                <a:path extrusionOk="0" fill="none" h="1148" w="1147">
                  <a:moveTo>
                    <a:pt x="1147" y="656"/>
                  </a:moveTo>
                  <a:lnTo>
                    <a:pt x="1147" y="656"/>
                  </a:lnTo>
                  <a:lnTo>
                    <a:pt x="1092" y="875"/>
                  </a:lnTo>
                  <a:lnTo>
                    <a:pt x="928" y="1038"/>
                  </a:lnTo>
                  <a:lnTo>
                    <a:pt x="765" y="1148"/>
                  </a:lnTo>
                  <a:lnTo>
                    <a:pt x="492" y="1148"/>
                  </a:lnTo>
                  <a:lnTo>
                    <a:pt x="492" y="1148"/>
                  </a:lnTo>
                  <a:lnTo>
                    <a:pt x="273" y="1093"/>
                  </a:lnTo>
                  <a:lnTo>
                    <a:pt x="109" y="929"/>
                  </a:lnTo>
                  <a:lnTo>
                    <a:pt x="0" y="765"/>
                  </a:lnTo>
                  <a:lnTo>
                    <a:pt x="0" y="492"/>
                  </a:lnTo>
                  <a:lnTo>
                    <a:pt x="0" y="492"/>
                  </a:lnTo>
                  <a:lnTo>
                    <a:pt x="55" y="274"/>
                  </a:lnTo>
                  <a:lnTo>
                    <a:pt x="218" y="110"/>
                  </a:lnTo>
                  <a:lnTo>
                    <a:pt x="437" y="1"/>
                  </a:lnTo>
                  <a:lnTo>
                    <a:pt x="710" y="1"/>
                  </a:lnTo>
                  <a:lnTo>
                    <a:pt x="710" y="1"/>
                  </a:lnTo>
                  <a:lnTo>
                    <a:pt x="874" y="110"/>
                  </a:lnTo>
                  <a:lnTo>
                    <a:pt x="1038" y="219"/>
                  </a:lnTo>
                  <a:lnTo>
                    <a:pt x="1147" y="438"/>
                  </a:lnTo>
                  <a:lnTo>
                    <a:pt x="1147" y="656"/>
                  </a:lnTo>
                  <a:lnTo>
                    <a:pt x="1147" y="6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6"/>
            <p:cNvSpPr/>
            <p:nvPr/>
          </p:nvSpPr>
          <p:spPr>
            <a:xfrm>
              <a:off x="5011525" y="3485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6"/>
            <p:cNvSpPr/>
            <p:nvPr/>
          </p:nvSpPr>
          <p:spPr>
            <a:xfrm>
              <a:off x="4667450" y="3310800"/>
              <a:ext cx="502500" cy="502475"/>
            </a:xfrm>
            <a:custGeom>
              <a:rect b="b" l="l" r="r" t="t"/>
              <a:pathLst>
                <a:path extrusionOk="0" h="20099" w="20100">
                  <a:moveTo>
                    <a:pt x="10050" y="2240"/>
                  </a:moveTo>
                  <a:lnTo>
                    <a:pt x="10705" y="2294"/>
                  </a:lnTo>
                  <a:lnTo>
                    <a:pt x="11415" y="2349"/>
                  </a:lnTo>
                  <a:lnTo>
                    <a:pt x="12071" y="2513"/>
                  </a:lnTo>
                  <a:lnTo>
                    <a:pt x="12726" y="2731"/>
                  </a:lnTo>
                  <a:lnTo>
                    <a:pt x="13382" y="3004"/>
                  </a:lnTo>
                  <a:lnTo>
                    <a:pt x="13982" y="3277"/>
                  </a:lnTo>
                  <a:lnTo>
                    <a:pt x="14583" y="3660"/>
                  </a:lnTo>
                  <a:lnTo>
                    <a:pt x="15129" y="4151"/>
                  </a:lnTo>
                  <a:lnTo>
                    <a:pt x="15512" y="3769"/>
                  </a:lnTo>
                  <a:lnTo>
                    <a:pt x="15675" y="3660"/>
                  </a:lnTo>
                  <a:lnTo>
                    <a:pt x="15894" y="3605"/>
                  </a:lnTo>
                  <a:lnTo>
                    <a:pt x="16112" y="3660"/>
                  </a:lnTo>
                  <a:lnTo>
                    <a:pt x="16331" y="3769"/>
                  </a:lnTo>
                  <a:lnTo>
                    <a:pt x="16440" y="3987"/>
                  </a:lnTo>
                  <a:lnTo>
                    <a:pt x="16495" y="4206"/>
                  </a:lnTo>
                  <a:lnTo>
                    <a:pt x="16440" y="4424"/>
                  </a:lnTo>
                  <a:lnTo>
                    <a:pt x="16331" y="4588"/>
                  </a:lnTo>
                  <a:lnTo>
                    <a:pt x="15949" y="4970"/>
                  </a:lnTo>
                  <a:lnTo>
                    <a:pt x="16440" y="5517"/>
                  </a:lnTo>
                  <a:lnTo>
                    <a:pt x="16822" y="6117"/>
                  </a:lnTo>
                  <a:lnTo>
                    <a:pt x="17095" y="6718"/>
                  </a:lnTo>
                  <a:lnTo>
                    <a:pt x="17369" y="7373"/>
                  </a:lnTo>
                  <a:lnTo>
                    <a:pt x="17587" y="8029"/>
                  </a:lnTo>
                  <a:lnTo>
                    <a:pt x="17751" y="8684"/>
                  </a:lnTo>
                  <a:lnTo>
                    <a:pt x="17806" y="9394"/>
                  </a:lnTo>
                  <a:lnTo>
                    <a:pt x="17860" y="10050"/>
                  </a:lnTo>
                  <a:lnTo>
                    <a:pt x="17806" y="10705"/>
                  </a:lnTo>
                  <a:lnTo>
                    <a:pt x="17751" y="11415"/>
                  </a:lnTo>
                  <a:lnTo>
                    <a:pt x="17587" y="12070"/>
                  </a:lnTo>
                  <a:lnTo>
                    <a:pt x="17369" y="12726"/>
                  </a:lnTo>
                  <a:lnTo>
                    <a:pt x="17095" y="13381"/>
                  </a:lnTo>
                  <a:lnTo>
                    <a:pt x="16822" y="13982"/>
                  </a:lnTo>
                  <a:lnTo>
                    <a:pt x="16440" y="14583"/>
                  </a:lnTo>
                  <a:lnTo>
                    <a:pt x="15949" y="15129"/>
                  </a:lnTo>
                  <a:lnTo>
                    <a:pt x="16331" y="15511"/>
                  </a:lnTo>
                  <a:lnTo>
                    <a:pt x="16440" y="15675"/>
                  </a:lnTo>
                  <a:lnTo>
                    <a:pt x="16495" y="15893"/>
                  </a:lnTo>
                  <a:lnTo>
                    <a:pt x="16440" y="16112"/>
                  </a:lnTo>
                  <a:lnTo>
                    <a:pt x="16331" y="16330"/>
                  </a:lnTo>
                  <a:lnTo>
                    <a:pt x="16112" y="16440"/>
                  </a:lnTo>
                  <a:lnTo>
                    <a:pt x="15894" y="16494"/>
                  </a:lnTo>
                  <a:lnTo>
                    <a:pt x="15675" y="16440"/>
                  </a:lnTo>
                  <a:lnTo>
                    <a:pt x="15512" y="16330"/>
                  </a:lnTo>
                  <a:lnTo>
                    <a:pt x="15129" y="15948"/>
                  </a:lnTo>
                  <a:lnTo>
                    <a:pt x="14583" y="16440"/>
                  </a:lnTo>
                  <a:lnTo>
                    <a:pt x="13982" y="16822"/>
                  </a:lnTo>
                  <a:lnTo>
                    <a:pt x="13382" y="17095"/>
                  </a:lnTo>
                  <a:lnTo>
                    <a:pt x="12726" y="17368"/>
                  </a:lnTo>
                  <a:lnTo>
                    <a:pt x="12071" y="17587"/>
                  </a:lnTo>
                  <a:lnTo>
                    <a:pt x="11415" y="17750"/>
                  </a:lnTo>
                  <a:lnTo>
                    <a:pt x="10705" y="17805"/>
                  </a:lnTo>
                  <a:lnTo>
                    <a:pt x="10050" y="17860"/>
                  </a:lnTo>
                  <a:lnTo>
                    <a:pt x="9395" y="17805"/>
                  </a:lnTo>
                  <a:lnTo>
                    <a:pt x="8685" y="17750"/>
                  </a:lnTo>
                  <a:lnTo>
                    <a:pt x="8029" y="17587"/>
                  </a:lnTo>
                  <a:lnTo>
                    <a:pt x="7374" y="17368"/>
                  </a:lnTo>
                  <a:lnTo>
                    <a:pt x="6718" y="17095"/>
                  </a:lnTo>
                  <a:lnTo>
                    <a:pt x="6118" y="16822"/>
                  </a:lnTo>
                  <a:lnTo>
                    <a:pt x="5517" y="16440"/>
                  </a:lnTo>
                  <a:lnTo>
                    <a:pt x="4971" y="15948"/>
                  </a:lnTo>
                  <a:lnTo>
                    <a:pt x="4588" y="16330"/>
                  </a:lnTo>
                  <a:lnTo>
                    <a:pt x="4425" y="16440"/>
                  </a:lnTo>
                  <a:lnTo>
                    <a:pt x="4206" y="16494"/>
                  </a:lnTo>
                  <a:lnTo>
                    <a:pt x="3988" y="16440"/>
                  </a:lnTo>
                  <a:lnTo>
                    <a:pt x="3769" y="16330"/>
                  </a:lnTo>
                  <a:lnTo>
                    <a:pt x="3660" y="16112"/>
                  </a:lnTo>
                  <a:lnTo>
                    <a:pt x="3605" y="15893"/>
                  </a:lnTo>
                  <a:lnTo>
                    <a:pt x="3660" y="15675"/>
                  </a:lnTo>
                  <a:lnTo>
                    <a:pt x="3769" y="15511"/>
                  </a:lnTo>
                  <a:lnTo>
                    <a:pt x="4152" y="15129"/>
                  </a:lnTo>
                  <a:lnTo>
                    <a:pt x="3660" y="14583"/>
                  </a:lnTo>
                  <a:lnTo>
                    <a:pt x="3278" y="13982"/>
                  </a:lnTo>
                  <a:lnTo>
                    <a:pt x="3005" y="13381"/>
                  </a:lnTo>
                  <a:lnTo>
                    <a:pt x="2732" y="12726"/>
                  </a:lnTo>
                  <a:lnTo>
                    <a:pt x="2513" y="12070"/>
                  </a:lnTo>
                  <a:lnTo>
                    <a:pt x="2349" y="11415"/>
                  </a:lnTo>
                  <a:lnTo>
                    <a:pt x="2295" y="10705"/>
                  </a:lnTo>
                  <a:lnTo>
                    <a:pt x="2240" y="10050"/>
                  </a:lnTo>
                  <a:lnTo>
                    <a:pt x="2295" y="9394"/>
                  </a:lnTo>
                  <a:lnTo>
                    <a:pt x="2349" y="8684"/>
                  </a:lnTo>
                  <a:lnTo>
                    <a:pt x="2513" y="8029"/>
                  </a:lnTo>
                  <a:lnTo>
                    <a:pt x="2732" y="7373"/>
                  </a:lnTo>
                  <a:lnTo>
                    <a:pt x="3005" y="6718"/>
                  </a:lnTo>
                  <a:lnTo>
                    <a:pt x="3278" y="6117"/>
                  </a:lnTo>
                  <a:lnTo>
                    <a:pt x="3660" y="5517"/>
                  </a:lnTo>
                  <a:lnTo>
                    <a:pt x="4152" y="4970"/>
                  </a:lnTo>
                  <a:lnTo>
                    <a:pt x="3769" y="4588"/>
                  </a:lnTo>
                  <a:lnTo>
                    <a:pt x="3660" y="4424"/>
                  </a:lnTo>
                  <a:lnTo>
                    <a:pt x="3605" y="4206"/>
                  </a:lnTo>
                  <a:lnTo>
                    <a:pt x="3660" y="3987"/>
                  </a:lnTo>
                  <a:lnTo>
                    <a:pt x="3769" y="3769"/>
                  </a:lnTo>
                  <a:lnTo>
                    <a:pt x="3988" y="3660"/>
                  </a:lnTo>
                  <a:lnTo>
                    <a:pt x="4206" y="3605"/>
                  </a:lnTo>
                  <a:lnTo>
                    <a:pt x="4425" y="3660"/>
                  </a:lnTo>
                  <a:lnTo>
                    <a:pt x="4588" y="3769"/>
                  </a:lnTo>
                  <a:lnTo>
                    <a:pt x="4971" y="4151"/>
                  </a:lnTo>
                  <a:lnTo>
                    <a:pt x="5517" y="3660"/>
                  </a:lnTo>
                  <a:lnTo>
                    <a:pt x="6118" y="3277"/>
                  </a:lnTo>
                  <a:lnTo>
                    <a:pt x="6718" y="3004"/>
                  </a:lnTo>
                  <a:lnTo>
                    <a:pt x="7374" y="2731"/>
                  </a:lnTo>
                  <a:lnTo>
                    <a:pt x="8029" y="2513"/>
                  </a:lnTo>
                  <a:lnTo>
                    <a:pt x="8685" y="2349"/>
                  </a:lnTo>
                  <a:lnTo>
                    <a:pt x="9395" y="2294"/>
                  </a:lnTo>
                  <a:lnTo>
                    <a:pt x="10050" y="2240"/>
                  </a:lnTo>
                  <a:close/>
                  <a:moveTo>
                    <a:pt x="10050" y="0"/>
                  </a:moveTo>
                  <a:lnTo>
                    <a:pt x="9067" y="55"/>
                  </a:lnTo>
                  <a:lnTo>
                    <a:pt x="8139" y="164"/>
                  </a:lnTo>
                  <a:lnTo>
                    <a:pt x="7210" y="437"/>
                  </a:lnTo>
                  <a:lnTo>
                    <a:pt x="6282" y="710"/>
                  </a:lnTo>
                  <a:lnTo>
                    <a:pt x="5353" y="1147"/>
                  </a:lnTo>
                  <a:lnTo>
                    <a:pt x="4534" y="1639"/>
                  </a:lnTo>
                  <a:lnTo>
                    <a:pt x="3715" y="2240"/>
                  </a:lnTo>
                  <a:lnTo>
                    <a:pt x="2950" y="2950"/>
                  </a:lnTo>
                  <a:lnTo>
                    <a:pt x="2240" y="3714"/>
                  </a:lnTo>
                  <a:lnTo>
                    <a:pt x="1639" y="4533"/>
                  </a:lnTo>
                  <a:lnTo>
                    <a:pt x="1148" y="5353"/>
                  </a:lnTo>
                  <a:lnTo>
                    <a:pt x="711" y="6281"/>
                  </a:lnTo>
                  <a:lnTo>
                    <a:pt x="438" y="7210"/>
                  </a:lnTo>
                  <a:lnTo>
                    <a:pt x="165" y="8138"/>
                  </a:lnTo>
                  <a:lnTo>
                    <a:pt x="55" y="9067"/>
                  </a:lnTo>
                  <a:lnTo>
                    <a:pt x="1" y="10050"/>
                  </a:lnTo>
                  <a:lnTo>
                    <a:pt x="55" y="11033"/>
                  </a:lnTo>
                  <a:lnTo>
                    <a:pt x="165" y="11961"/>
                  </a:lnTo>
                  <a:lnTo>
                    <a:pt x="438" y="12890"/>
                  </a:lnTo>
                  <a:lnTo>
                    <a:pt x="711" y="13818"/>
                  </a:lnTo>
                  <a:lnTo>
                    <a:pt x="1148" y="14747"/>
                  </a:lnTo>
                  <a:lnTo>
                    <a:pt x="1639" y="15566"/>
                  </a:lnTo>
                  <a:lnTo>
                    <a:pt x="2240" y="16385"/>
                  </a:lnTo>
                  <a:lnTo>
                    <a:pt x="2950" y="17150"/>
                  </a:lnTo>
                  <a:lnTo>
                    <a:pt x="3715" y="17860"/>
                  </a:lnTo>
                  <a:lnTo>
                    <a:pt x="4534" y="18460"/>
                  </a:lnTo>
                  <a:lnTo>
                    <a:pt x="5353" y="18952"/>
                  </a:lnTo>
                  <a:lnTo>
                    <a:pt x="6282" y="19389"/>
                  </a:lnTo>
                  <a:lnTo>
                    <a:pt x="7210" y="19662"/>
                  </a:lnTo>
                  <a:lnTo>
                    <a:pt x="8139" y="19935"/>
                  </a:lnTo>
                  <a:lnTo>
                    <a:pt x="9067" y="20044"/>
                  </a:lnTo>
                  <a:lnTo>
                    <a:pt x="10050" y="20099"/>
                  </a:lnTo>
                  <a:lnTo>
                    <a:pt x="11033" y="20044"/>
                  </a:lnTo>
                  <a:lnTo>
                    <a:pt x="11962" y="19935"/>
                  </a:lnTo>
                  <a:lnTo>
                    <a:pt x="12890" y="19662"/>
                  </a:lnTo>
                  <a:lnTo>
                    <a:pt x="13819" y="19389"/>
                  </a:lnTo>
                  <a:lnTo>
                    <a:pt x="14747" y="18952"/>
                  </a:lnTo>
                  <a:lnTo>
                    <a:pt x="15566" y="18460"/>
                  </a:lnTo>
                  <a:lnTo>
                    <a:pt x="16385" y="17860"/>
                  </a:lnTo>
                  <a:lnTo>
                    <a:pt x="17150" y="17150"/>
                  </a:lnTo>
                  <a:lnTo>
                    <a:pt x="17860" y="16385"/>
                  </a:lnTo>
                  <a:lnTo>
                    <a:pt x="18461" y="15566"/>
                  </a:lnTo>
                  <a:lnTo>
                    <a:pt x="18952" y="14747"/>
                  </a:lnTo>
                  <a:lnTo>
                    <a:pt x="19389" y="13818"/>
                  </a:lnTo>
                  <a:lnTo>
                    <a:pt x="19662" y="12890"/>
                  </a:lnTo>
                  <a:lnTo>
                    <a:pt x="19936" y="11961"/>
                  </a:lnTo>
                  <a:lnTo>
                    <a:pt x="20045" y="11033"/>
                  </a:lnTo>
                  <a:lnTo>
                    <a:pt x="20099" y="10050"/>
                  </a:lnTo>
                  <a:lnTo>
                    <a:pt x="20045" y="9067"/>
                  </a:lnTo>
                  <a:lnTo>
                    <a:pt x="19936" y="8138"/>
                  </a:lnTo>
                  <a:lnTo>
                    <a:pt x="19662" y="7210"/>
                  </a:lnTo>
                  <a:lnTo>
                    <a:pt x="19389" y="6281"/>
                  </a:lnTo>
                  <a:lnTo>
                    <a:pt x="18952" y="5353"/>
                  </a:lnTo>
                  <a:lnTo>
                    <a:pt x="18461" y="4533"/>
                  </a:lnTo>
                  <a:lnTo>
                    <a:pt x="17860" y="3714"/>
                  </a:lnTo>
                  <a:lnTo>
                    <a:pt x="17150" y="2950"/>
                  </a:lnTo>
                  <a:lnTo>
                    <a:pt x="16385" y="2240"/>
                  </a:lnTo>
                  <a:lnTo>
                    <a:pt x="15566" y="1639"/>
                  </a:lnTo>
                  <a:lnTo>
                    <a:pt x="14747" y="1147"/>
                  </a:lnTo>
                  <a:lnTo>
                    <a:pt x="13819" y="710"/>
                  </a:lnTo>
                  <a:lnTo>
                    <a:pt x="12890" y="437"/>
                  </a:lnTo>
                  <a:lnTo>
                    <a:pt x="11962" y="164"/>
                  </a:lnTo>
                  <a:lnTo>
                    <a:pt x="11033" y="55"/>
                  </a:lnTo>
                  <a:lnTo>
                    <a:pt x="100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6"/>
            <p:cNvSpPr/>
            <p:nvPr/>
          </p:nvSpPr>
          <p:spPr>
            <a:xfrm>
              <a:off x="4667450" y="3310800"/>
              <a:ext cx="502500" cy="502475"/>
            </a:xfrm>
            <a:custGeom>
              <a:rect b="b" l="l" r="r" t="t"/>
              <a:pathLst>
                <a:path extrusionOk="0" fill="none" h="20099" w="20100">
                  <a:moveTo>
                    <a:pt x="17150" y="2950"/>
                  </a:moveTo>
                  <a:lnTo>
                    <a:pt x="17150" y="2950"/>
                  </a:lnTo>
                  <a:lnTo>
                    <a:pt x="16385" y="2240"/>
                  </a:lnTo>
                  <a:lnTo>
                    <a:pt x="15566" y="1639"/>
                  </a:lnTo>
                  <a:lnTo>
                    <a:pt x="14747" y="1147"/>
                  </a:lnTo>
                  <a:lnTo>
                    <a:pt x="13819" y="710"/>
                  </a:lnTo>
                  <a:lnTo>
                    <a:pt x="12890" y="437"/>
                  </a:lnTo>
                  <a:lnTo>
                    <a:pt x="11962" y="164"/>
                  </a:lnTo>
                  <a:lnTo>
                    <a:pt x="11033" y="55"/>
                  </a:lnTo>
                  <a:lnTo>
                    <a:pt x="10050" y="0"/>
                  </a:lnTo>
                  <a:lnTo>
                    <a:pt x="9067" y="55"/>
                  </a:lnTo>
                  <a:lnTo>
                    <a:pt x="8139" y="164"/>
                  </a:lnTo>
                  <a:lnTo>
                    <a:pt x="7210" y="437"/>
                  </a:lnTo>
                  <a:lnTo>
                    <a:pt x="6282" y="710"/>
                  </a:lnTo>
                  <a:lnTo>
                    <a:pt x="5353" y="1147"/>
                  </a:lnTo>
                  <a:lnTo>
                    <a:pt x="4534" y="1639"/>
                  </a:lnTo>
                  <a:lnTo>
                    <a:pt x="3715" y="2240"/>
                  </a:lnTo>
                  <a:lnTo>
                    <a:pt x="2950" y="2950"/>
                  </a:lnTo>
                  <a:lnTo>
                    <a:pt x="2950" y="2950"/>
                  </a:lnTo>
                  <a:lnTo>
                    <a:pt x="2240" y="3714"/>
                  </a:lnTo>
                  <a:lnTo>
                    <a:pt x="1639" y="4533"/>
                  </a:lnTo>
                  <a:lnTo>
                    <a:pt x="1148" y="5353"/>
                  </a:lnTo>
                  <a:lnTo>
                    <a:pt x="711" y="6281"/>
                  </a:lnTo>
                  <a:lnTo>
                    <a:pt x="438" y="7210"/>
                  </a:lnTo>
                  <a:lnTo>
                    <a:pt x="165" y="8138"/>
                  </a:lnTo>
                  <a:lnTo>
                    <a:pt x="55" y="9067"/>
                  </a:lnTo>
                  <a:lnTo>
                    <a:pt x="1" y="10050"/>
                  </a:lnTo>
                  <a:lnTo>
                    <a:pt x="55" y="11033"/>
                  </a:lnTo>
                  <a:lnTo>
                    <a:pt x="165" y="11961"/>
                  </a:lnTo>
                  <a:lnTo>
                    <a:pt x="438" y="12890"/>
                  </a:lnTo>
                  <a:lnTo>
                    <a:pt x="711" y="13818"/>
                  </a:lnTo>
                  <a:lnTo>
                    <a:pt x="1148" y="14747"/>
                  </a:lnTo>
                  <a:lnTo>
                    <a:pt x="1639" y="15566"/>
                  </a:lnTo>
                  <a:lnTo>
                    <a:pt x="2240" y="16385"/>
                  </a:lnTo>
                  <a:lnTo>
                    <a:pt x="2950" y="17150"/>
                  </a:lnTo>
                  <a:lnTo>
                    <a:pt x="2950" y="17150"/>
                  </a:lnTo>
                  <a:lnTo>
                    <a:pt x="3715" y="17860"/>
                  </a:lnTo>
                  <a:lnTo>
                    <a:pt x="4534" y="18460"/>
                  </a:lnTo>
                  <a:lnTo>
                    <a:pt x="5353" y="18952"/>
                  </a:lnTo>
                  <a:lnTo>
                    <a:pt x="6282" y="19389"/>
                  </a:lnTo>
                  <a:lnTo>
                    <a:pt x="7210" y="19662"/>
                  </a:lnTo>
                  <a:lnTo>
                    <a:pt x="8139" y="19935"/>
                  </a:lnTo>
                  <a:lnTo>
                    <a:pt x="9067" y="20044"/>
                  </a:lnTo>
                  <a:lnTo>
                    <a:pt x="10050" y="20099"/>
                  </a:lnTo>
                  <a:lnTo>
                    <a:pt x="11033" y="20044"/>
                  </a:lnTo>
                  <a:lnTo>
                    <a:pt x="11962" y="19935"/>
                  </a:lnTo>
                  <a:lnTo>
                    <a:pt x="12890" y="19662"/>
                  </a:lnTo>
                  <a:lnTo>
                    <a:pt x="13819" y="19389"/>
                  </a:lnTo>
                  <a:lnTo>
                    <a:pt x="14747" y="18952"/>
                  </a:lnTo>
                  <a:lnTo>
                    <a:pt x="15566" y="18460"/>
                  </a:lnTo>
                  <a:lnTo>
                    <a:pt x="16385" y="17860"/>
                  </a:lnTo>
                  <a:lnTo>
                    <a:pt x="17150" y="17150"/>
                  </a:lnTo>
                  <a:lnTo>
                    <a:pt x="17150" y="17150"/>
                  </a:lnTo>
                  <a:lnTo>
                    <a:pt x="17860" y="16385"/>
                  </a:lnTo>
                  <a:lnTo>
                    <a:pt x="18461" y="15566"/>
                  </a:lnTo>
                  <a:lnTo>
                    <a:pt x="18952" y="14747"/>
                  </a:lnTo>
                  <a:lnTo>
                    <a:pt x="19389" y="13818"/>
                  </a:lnTo>
                  <a:lnTo>
                    <a:pt x="19662" y="12890"/>
                  </a:lnTo>
                  <a:lnTo>
                    <a:pt x="19936" y="11961"/>
                  </a:lnTo>
                  <a:lnTo>
                    <a:pt x="20045" y="11033"/>
                  </a:lnTo>
                  <a:lnTo>
                    <a:pt x="20099" y="10050"/>
                  </a:lnTo>
                  <a:lnTo>
                    <a:pt x="20045" y="9067"/>
                  </a:lnTo>
                  <a:lnTo>
                    <a:pt x="19936" y="8138"/>
                  </a:lnTo>
                  <a:lnTo>
                    <a:pt x="19662" y="7210"/>
                  </a:lnTo>
                  <a:lnTo>
                    <a:pt x="19389" y="6281"/>
                  </a:lnTo>
                  <a:lnTo>
                    <a:pt x="18952" y="5353"/>
                  </a:lnTo>
                  <a:lnTo>
                    <a:pt x="18461" y="4533"/>
                  </a:lnTo>
                  <a:lnTo>
                    <a:pt x="17860" y="3714"/>
                  </a:lnTo>
                  <a:lnTo>
                    <a:pt x="17150" y="2950"/>
                  </a:lnTo>
                  <a:lnTo>
                    <a:pt x="17150" y="295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6"/>
            <p:cNvSpPr/>
            <p:nvPr/>
          </p:nvSpPr>
          <p:spPr>
            <a:xfrm>
              <a:off x="4723425" y="3366775"/>
              <a:ext cx="390550" cy="390525"/>
            </a:xfrm>
            <a:custGeom>
              <a:rect b="b" l="l" r="r" t="t"/>
              <a:pathLst>
                <a:path extrusionOk="0" fill="none" h="15621" w="15622">
                  <a:moveTo>
                    <a:pt x="13273" y="14091"/>
                  </a:moveTo>
                  <a:lnTo>
                    <a:pt x="12890" y="13709"/>
                  </a:lnTo>
                  <a:lnTo>
                    <a:pt x="12890" y="13709"/>
                  </a:lnTo>
                  <a:lnTo>
                    <a:pt x="12344" y="14201"/>
                  </a:lnTo>
                  <a:lnTo>
                    <a:pt x="11743" y="14583"/>
                  </a:lnTo>
                  <a:lnTo>
                    <a:pt x="11143" y="14856"/>
                  </a:lnTo>
                  <a:lnTo>
                    <a:pt x="10487" y="15129"/>
                  </a:lnTo>
                  <a:lnTo>
                    <a:pt x="9832" y="15348"/>
                  </a:lnTo>
                  <a:lnTo>
                    <a:pt x="9176" y="15511"/>
                  </a:lnTo>
                  <a:lnTo>
                    <a:pt x="8466" y="15566"/>
                  </a:lnTo>
                  <a:lnTo>
                    <a:pt x="7811" y="15621"/>
                  </a:lnTo>
                  <a:lnTo>
                    <a:pt x="7156" y="15566"/>
                  </a:lnTo>
                  <a:lnTo>
                    <a:pt x="6446" y="15511"/>
                  </a:lnTo>
                  <a:lnTo>
                    <a:pt x="5790" y="15348"/>
                  </a:lnTo>
                  <a:lnTo>
                    <a:pt x="5135" y="15129"/>
                  </a:lnTo>
                  <a:lnTo>
                    <a:pt x="4479" y="14856"/>
                  </a:lnTo>
                  <a:lnTo>
                    <a:pt x="3879" y="14583"/>
                  </a:lnTo>
                  <a:lnTo>
                    <a:pt x="3278" y="14201"/>
                  </a:lnTo>
                  <a:lnTo>
                    <a:pt x="2732" y="13709"/>
                  </a:lnTo>
                  <a:lnTo>
                    <a:pt x="2349" y="14091"/>
                  </a:lnTo>
                  <a:lnTo>
                    <a:pt x="2349" y="14091"/>
                  </a:lnTo>
                  <a:lnTo>
                    <a:pt x="2186" y="14201"/>
                  </a:lnTo>
                  <a:lnTo>
                    <a:pt x="1967" y="14255"/>
                  </a:lnTo>
                  <a:lnTo>
                    <a:pt x="1749" y="14201"/>
                  </a:lnTo>
                  <a:lnTo>
                    <a:pt x="1530" y="14091"/>
                  </a:lnTo>
                  <a:lnTo>
                    <a:pt x="1530" y="14091"/>
                  </a:lnTo>
                  <a:lnTo>
                    <a:pt x="1421" y="13873"/>
                  </a:lnTo>
                  <a:lnTo>
                    <a:pt x="1366" y="13654"/>
                  </a:lnTo>
                  <a:lnTo>
                    <a:pt x="1421" y="13436"/>
                  </a:lnTo>
                  <a:lnTo>
                    <a:pt x="1530" y="13272"/>
                  </a:lnTo>
                  <a:lnTo>
                    <a:pt x="1913" y="12890"/>
                  </a:lnTo>
                  <a:lnTo>
                    <a:pt x="1913" y="12890"/>
                  </a:lnTo>
                  <a:lnTo>
                    <a:pt x="1421" y="12344"/>
                  </a:lnTo>
                  <a:lnTo>
                    <a:pt x="1039" y="11743"/>
                  </a:lnTo>
                  <a:lnTo>
                    <a:pt x="766" y="11142"/>
                  </a:lnTo>
                  <a:lnTo>
                    <a:pt x="493" y="10487"/>
                  </a:lnTo>
                  <a:lnTo>
                    <a:pt x="274" y="9831"/>
                  </a:lnTo>
                  <a:lnTo>
                    <a:pt x="110" y="9176"/>
                  </a:lnTo>
                  <a:lnTo>
                    <a:pt x="56" y="8466"/>
                  </a:lnTo>
                  <a:lnTo>
                    <a:pt x="1" y="7811"/>
                  </a:lnTo>
                  <a:lnTo>
                    <a:pt x="56" y="7155"/>
                  </a:lnTo>
                  <a:lnTo>
                    <a:pt x="110" y="6445"/>
                  </a:lnTo>
                  <a:lnTo>
                    <a:pt x="274" y="5790"/>
                  </a:lnTo>
                  <a:lnTo>
                    <a:pt x="493" y="5134"/>
                  </a:lnTo>
                  <a:lnTo>
                    <a:pt x="766" y="4479"/>
                  </a:lnTo>
                  <a:lnTo>
                    <a:pt x="1039" y="3878"/>
                  </a:lnTo>
                  <a:lnTo>
                    <a:pt x="1421" y="3278"/>
                  </a:lnTo>
                  <a:lnTo>
                    <a:pt x="1913" y="2731"/>
                  </a:lnTo>
                  <a:lnTo>
                    <a:pt x="1530" y="2349"/>
                  </a:lnTo>
                  <a:lnTo>
                    <a:pt x="1530" y="2349"/>
                  </a:lnTo>
                  <a:lnTo>
                    <a:pt x="1421" y="2185"/>
                  </a:lnTo>
                  <a:lnTo>
                    <a:pt x="1366" y="1967"/>
                  </a:lnTo>
                  <a:lnTo>
                    <a:pt x="1421" y="1748"/>
                  </a:lnTo>
                  <a:lnTo>
                    <a:pt x="1530" y="1530"/>
                  </a:lnTo>
                  <a:lnTo>
                    <a:pt x="1530" y="1530"/>
                  </a:lnTo>
                  <a:lnTo>
                    <a:pt x="1749" y="1421"/>
                  </a:lnTo>
                  <a:lnTo>
                    <a:pt x="1967" y="1366"/>
                  </a:lnTo>
                  <a:lnTo>
                    <a:pt x="2186" y="1421"/>
                  </a:lnTo>
                  <a:lnTo>
                    <a:pt x="2349" y="1530"/>
                  </a:lnTo>
                  <a:lnTo>
                    <a:pt x="2732" y="1912"/>
                  </a:lnTo>
                  <a:lnTo>
                    <a:pt x="2732" y="1912"/>
                  </a:lnTo>
                  <a:lnTo>
                    <a:pt x="3278" y="1421"/>
                  </a:lnTo>
                  <a:lnTo>
                    <a:pt x="3879" y="1038"/>
                  </a:lnTo>
                  <a:lnTo>
                    <a:pt x="4479" y="765"/>
                  </a:lnTo>
                  <a:lnTo>
                    <a:pt x="5135" y="492"/>
                  </a:lnTo>
                  <a:lnTo>
                    <a:pt x="5790" y="274"/>
                  </a:lnTo>
                  <a:lnTo>
                    <a:pt x="6446" y="110"/>
                  </a:lnTo>
                  <a:lnTo>
                    <a:pt x="7156" y="55"/>
                  </a:lnTo>
                  <a:lnTo>
                    <a:pt x="7811" y="1"/>
                  </a:lnTo>
                  <a:lnTo>
                    <a:pt x="8466" y="55"/>
                  </a:lnTo>
                  <a:lnTo>
                    <a:pt x="9176" y="110"/>
                  </a:lnTo>
                  <a:lnTo>
                    <a:pt x="9832" y="274"/>
                  </a:lnTo>
                  <a:lnTo>
                    <a:pt x="10487" y="492"/>
                  </a:lnTo>
                  <a:lnTo>
                    <a:pt x="11143" y="765"/>
                  </a:lnTo>
                  <a:lnTo>
                    <a:pt x="11743" y="1038"/>
                  </a:lnTo>
                  <a:lnTo>
                    <a:pt x="12344" y="1421"/>
                  </a:lnTo>
                  <a:lnTo>
                    <a:pt x="12890" y="1912"/>
                  </a:lnTo>
                  <a:lnTo>
                    <a:pt x="13273" y="1530"/>
                  </a:lnTo>
                  <a:lnTo>
                    <a:pt x="13273" y="1530"/>
                  </a:lnTo>
                  <a:lnTo>
                    <a:pt x="13436" y="1421"/>
                  </a:lnTo>
                  <a:lnTo>
                    <a:pt x="13655" y="1366"/>
                  </a:lnTo>
                  <a:lnTo>
                    <a:pt x="13873" y="1421"/>
                  </a:lnTo>
                  <a:lnTo>
                    <a:pt x="14092" y="1530"/>
                  </a:lnTo>
                  <a:lnTo>
                    <a:pt x="14092" y="1530"/>
                  </a:lnTo>
                  <a:lnTo>
                    <a:pt x="14201" y="1748"/>
                  </a:lnTo>
                  <a:lnTo>
                    <a:pt x="14256" y="1967"/>
                  </a:lnTo>
                  <a:lnTo>
                    <a:pt x="14201" y="2185"/>
                  </a:lnTo>
                  <a:lnTo>
                    <a:pt x="14092" y="2349"/>
                  </a:lnTo>
                  <a:lnTo>
                    <a:pt x="13710" y="2731"/>
                  </a:lnTo>
                  <a:lnTo>
                    <a:pt x="13710" y="2731"/>
                  </a:lnTo>
                  <a:lnTo>
                    <a:pt x="14201" y="3278"/>
                  </a:lnTo>
                  <a:lnTo>
                    <a:pt x="14583" y="3878"/>
                  </a:lnTo>
                  <a:lnTo>
                    <a:pt x="14856" y="4479"/>
                  </a:lnTo>
                  <a:lnTo>
                    <a:pt x="15130" y="5134"/>
                  </a:lnTo>
                  <a:lnTo>
                    <a:pt x="15348" y="5790"/>
                  </a:lnTo>
                  <a:lnTo>
                    <a:pt x="15512" y="6445"/>
                  </a:lnTo>
                  <a:lnTo>
                    <a:pt x="15567" y="7155"/>
                  </a:lnTo>
                  <a:lnTo>
                    <a:pt x="15621" y="7811"/>
                  </a:lnTo>
                  <a:lnTo>
                    <a:pt x="15567" y="8466"/>
                  </a:lnTo>
                  <a:lnTo>
                    <a:pt x="15512" y="9176"/>
                  </a:lnTo>
                  <a:lnTo>
                    <a:pt x="15348" y="9831"/>
                  </a:lnTo>
                  <a:lnTo>
                    <a:pt x="15130" y="10487"/>
                  </a:lnTo>
                  <a:lnTo>
                    <a:pt x="14856" y="11142"/>
                  </a:lnTo>
                  <a:lnTo>
                    <a:pt x="14583" y="11743"/>
                  </a:lnTo>
                  <a:lnTo>
                    <a:pt x="14201" y="12344"/>
                  </a:lnTo>
                  <a:lnTo>
                    <a:pt x="13710" y="12890"/>
                  </a:lnTo>
                  <a:lnTo>
                    <a:pt x="14092" y="13272"/>
                  </a:lnTo>
                  <a:lnTo>
                    <a:pt x="14092" y="13272"/>
                  </a:lnTo>
                  <a:lnTo>
                    <a:pt x="14201" y="13436"/>
                  </a:lnTo>
                  <a:lnTo>
                    <a:pt x="14256" y="13654"/>
                  </a:lnTo>
                  <a:lnTo>
                    <a:pt x="14201" y="13873"/>
                  </a:lnTo>
                  <a:lnTo>
                    <a:pt x="14092" y="14091"/>
                  </a:lnTo>
                  <a:lnTo>
                    <a:pt x="14092" y="14091"/>
                  </a:lnTo>
                  <a:lnTo>
                    <a:pt x="13873" y="14201"/>
                  </a:lnTo>
                  <a:lnTo>
                    <a:pt x="13655" y="14255"/>
                  </a:lnTo>
                  <a:lnTo>
                    <a:pt x="13436" y="14201"/>
                  </a:lnTo>
                  <a:lnTo>
                    <a:pt x="13273" y="14091"/>
                  </a:lnTo>
                  <a:lnTo>
                    <a:pt x="13273" y="1409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6"/>
            <p:cNvSpPr/>
            <p:nvPr/>
          </p:nvSpPr>
          <p:spPr>
            <a:xfrm>
              <a:off x="5055225" y="37190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18" name="Google Shape;1218;p56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874335">
            <a:off x="6848973" y="-2363527"/>
            <a:ext cx="6700174" cy="434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57"/>
          <p:cNvSpPr txBox="1"/>
          <p:nvPr>
            <p:ph type="title"/>
          </p:nvPr>
        </p:nvSpPr>
        <p:spPr>
          <a:xfrm>
            <a:off x="2391900" y="3640013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— Program Vloei</a:t>
            </a:r>
            <a:endParaRPr/>
          </a:p>
        </p:txBody>
      </p:sp>
      <p:sp>
        <p:nvSpPr>
          <p:cNvPr id="1224" name="Google Shape;1224;p57"/>
          <p:cNvSpPr txBox="1"/>
          <p:nvPr>
            <p:ph idx="1" type="subTitle"/>
          </p:nvPr>
        </p:nvSpPr>
        <p:spPr>
          <a:xfrm>
            <a:off x="1571900" y="1453575"/>
            <a:ext cx="60003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Student kies kampus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Studente voer huidige ligging in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Optionele invoer van gewenste studietyd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Stelsel gebruik huidige tyd, indien geen tyd ingevoer word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Databasis bepaal beskikbare lokale volgens rooster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Resultate kan gesorteer en gefiltreer word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Kortste roete word bereken, en vertoon</a:t>
            </a:r>
            <a:endParaRPr sz="1400"/>
          </a:p>
        </p:txBody>
      </p:sp>
      <p:cxnSp>
        <p:nvCxnSpPr>
          <p:cNvPr id="1225" name="Google Shape;1225;p57"/>
          <p:cNvCxnSpPr/>
          <p:nvPr/>
        </p:nvCxnSpPr>
        <p:spPr>
          <a:xfrm>
            <a:off x="3421800" y="3487625"/>
            <a:ext cx="230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8"/>
          <p:cNvSpPr txBox="1"/>
          <p:nvPr>
            <p:ph type="title"/>
          </p:nvPr>
        </p:nvSpPr>
        <p:spPr>
          <a:xfrm>
            <a:off x="3842675" y="2428325"/>
            <a:ext cx="45300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ADT</a:t>
            </a:r>
            <a:endParaRPr/>
          </a:p>
        </p:txBody>
      </p:sp>
      <p:sp>
        <p:nvSpPr>
          <p:cNvPr id="1231" name="Google Shape;1231;p58"/>
          <p:cNvSpPr txBox="1"/>
          <p:nvPr>
            <p:ph idx="2" type="title"/>
          </p:nvPr>
        </p:nvSpPr>
        <p:spPr>
          <a:xfrm>
            <a:off x="5342188" y="1291200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32" name="Google Shape;1232;p58"/>
          <p:cNvSpPr txBox="1"/>
          <p:nvPr>
            <p:ph idx="1" type="subTitle"/>
          </p:nvPr>
        </p:nvSpPr>
        <p:spPr>
          <a:xfrm>
            <a:off x="4567138" y="33703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Beskrywing en motivering vir abstrakte data tipes wat gebruik word</a:t>
            </a:r>
            <a:endParaRPr/>
          </a:p>
        </p:txBody>
      </p:sp>
      <p:cxnSp>
        <p:nvCxnSpPr>
          <p:cNvPr id="1233" name="Google Shape;1233;p58"/>
          <p:cNvCxnSpPr/>
          <p:nvPr/>
        </p:nvCxnSpPr>
        <p:spPr>
          <a:xfrm>
            <a:off x="5425288" y="2260978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4" name="Google Shape;1234;p58"/>
          <p:cNvGrpSpPr/>
          <p:nvPr/>
        </p:nvGrpSpPr>
        <p:grpSpPr>
          <a:xfrm>
            <a:off x="1805872" y="734091"/>
            <a:ext cx="2287695" cy="2289334"/>
            <a:chOff x="1192500" y="238125"/>
            <a:chExt cx="5235000" cy="5238750"/>
          </a:xfrm>
        </p:grpSpPr>
        <p:sp>
          <p:nvSpPr>
            <p:cNvPr id="1235" name="Google Shape;1235;p58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8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8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58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8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58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58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58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58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58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58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58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58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58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58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58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58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58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58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58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58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8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58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58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58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58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58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58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58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58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58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58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58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58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58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58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58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58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58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58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58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58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58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58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58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58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58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58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58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58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58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58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58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58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58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58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58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58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58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58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58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58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58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58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58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58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58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58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58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58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58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58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58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58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58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8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58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58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58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58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58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58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58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58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58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58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58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58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58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58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58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58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58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58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58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58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58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58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58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58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58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58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58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58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58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58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58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58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58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58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58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58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58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58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58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58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58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58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58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58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58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58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58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58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58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58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58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58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58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58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58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58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58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58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58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58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58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58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58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58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58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58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58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58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58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58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58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58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58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58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58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58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58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58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58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58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58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58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58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58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58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58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58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58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58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58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58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58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58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04" name="Google Shape;1404;p5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1076215">
            <a:off x="-1616015" y="2704203"/>
            <a:ext cx="6266355" cy="4059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59"/>
          <p:cNvSpPr txBox="1"/>
          <p:nvPr>
            <p:ph type="title"/>
          </p:nvPr>
        </p:nvSpPr>
        <p:spPr>
          <a:xfrm>
            <a:off x="720000" y="445025"/>
            <a:ext cx="47391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Geweegde Grafiek</a:t>
            </a:r>
            <a:endParaRPr/>
          </a:p>
        </p:txBody>
      </p:sp>
      <p:sp>
        <p:nvSpPr>
          <p:cNvPr id="1410" name="Google Shape;1410;p59"/>
          <p:cNvSpPr txBox="1"/>
          <p:nvPr>
            <p:ph idx="1" type="body"/>
          </p:nvPr>
        </p:nvSpPr>
        <p:spPr>
          <a:xfrm>
            <a:off x="759800" y="1423725"/>
            <a:ext cx="3571500" cy="21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accent1"/>
                </a:solidFill>
              </a:rPr>
              <a:t>‘n Geweegde Grafiek is vir ons oplossing die mees praktiese ADT om te gebruik:</a:t>
            </a:r>
            <a:endParaRPr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accent1"/>
                </a:solidFill>
              </a:rPr>
              <a:t>Nodusse -&gt; geboue, lokale en ander areas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accent1"/>
                </a:solidFill>
              </a:rPr>
              <a:t>Rande -&gt; paaie en verbindings</a:t>
            </a:r>
            <a:endParaRPr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accent1"/>
                </a:solidFill>
              </a:rPr>
              <a:t>Ongerigte grafiek, paaie werk albei kante toe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accent1"/>
                </a:solidFill>
              </a:rPr>
              <a:t>Positiewe gewigte stel afstande voor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411" name="Google Shape;1411;p59"/>
          <p:cNvPicPr preferRelativeResize="0"/>
          <p:nvPr/>
        </p:nvPicPr>
        <p:blipFill rotWithShape="1">
          <a:blip r:embed="rId3">
            <a:alphaModFix/>
          </a:blip>
          <a:srcRect b="0" l="4189" r="4189" t="0"/>
          <a:stretch/>
        </p:blipFill>
        <p:spPr>
          <a:xfrm>
            <a:off x="5028660" y="910590"/>
            <a:ext cx="3395340" cy="3322319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Motivering</a:t>
            </a:r>
            <a:endParaRPr/>
          </a:p>
        </p:txBody>
      </p:sp>
      <p:sp>
        <p:nvSpPr>
          <p:cNvPr id="1417" name="Google Shape;1417;p60"/>
          <p:cNvSpPr txBox="1"/>
          <p:nvPr>
            <p:ph idx="1" type="body"/>
          </p:nvPr>
        </p:nvSpPr>
        <p:spPr>
          <a:xfrm>
            <a:off x="878650" y="1424100"/>
            <a:ext cx="4462200" cy="3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‘n Paar redes wat die keuse sal ondersteun: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Modulleer die kampusuitleg natuurlik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Verteenwoordig afstande tussen punte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Maak kortste roete berekening moontlik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Ideaal vir die dijkstra algoritme, a.g.v. die positiewe gewigte</a:t>
            </a:r>
            <a:endParaRPr/>
          </a:p>
        </p:txBody>
      </p:sp>
      <p:grpSp>
        <p:nvGrpSpPr>
          <p:cNvPr id="1418" name="Google Shape;1418;p60"/>
          <p:cNvGrpSpPr/>
          <p:nvPr/>
        </p:nvGrpSpPr>
        <p:grpSpPr>
          <a:xfrm>
            <a:off x="5192772" y="3542516"/>
            <a:ext cx="2287695" cy="2289334"/>
            <a:chOff x="1192500" y="238125"/>
            <a:chExt cx="5235000" cy="5238750"/>
          </a:xfrm>
        </p:grpSpPr>
        <p:sp>
          <p:nvSpPr>
            <p:cNvPr id="1419" name="Google Shape;1419;p60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60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60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60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60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60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60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60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60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60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60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60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60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60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60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60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60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60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60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60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60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60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60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60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60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60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60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60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60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60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60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60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60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60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60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60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60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60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60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60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60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60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60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60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60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60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60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60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60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60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60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60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60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60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60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60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60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60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60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60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60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60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60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60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60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60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60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60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60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60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60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60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60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60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60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60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60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60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60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60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60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60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60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60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60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60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60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60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60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60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60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60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60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60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60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60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60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60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60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60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60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60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60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60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60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60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60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60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60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60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60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60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60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60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60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60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60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60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60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60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60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60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60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60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60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60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60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60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60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60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60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60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60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60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60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60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60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60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60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60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60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60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60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60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60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60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60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60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60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60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60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60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60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60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60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60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60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60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60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60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60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60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60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60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60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60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60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60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60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88" name="Google Shape;1588;p60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85896">
            <a:off x="6121022" y="954127"/>
            <a:ext cx="6266355" cy="4059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4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61"/>
          <p:cNvSpPr txBox="1"/>
          <p:nvPr>
            <p:ph type="title"/>
          </p:nvPr>
        </p:nvSpPr>
        <p:spPr>
          <a:xfrm>
            <a:off x="2391900" y="3640013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— Dijkstra Algoritme</a:t>
            </a:r>
            <a:endParaRPr/>
          </a:p>
        </p:txBody>
      </p:sp>
      <p:sp>
        <p:nvSpPr>
          <p:cNvPr id="1594" name="Google Shape;1594;p61"/>
          <p:cNvSpPr txBox="1"/>
          <p:nvPr>
            <p:ph idx="1" type="subTitle"/>
          </p:nvPr>
        </p:nvSpPr>
        <p:spPr>
          <a:xfrm>
            <a:off x="1571900" y="1453574"/>
            <a:ext cx="6383380" cy="2034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Begin by student se huidige ligging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Bereken die korste afstand na die ander nodusse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Kies telkens die onbesoekde node met die kortste afstand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Werk afstande op waar ‘n korter roete gevind word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↪ Bepaal uiteindelik die kortste roete na die bestemming</a:t>
            </a:r>
            <a:endParaRPr sz="1400"/>
          </a:p>
        </p:txBody>
      </p:sp>
      <p:cxnSp>
        <p:nvCxnSpPr>
          <p:cNvPr id="1595" name="Google Shape;1595;p61"/>
          <p:cNvCxnSpPr/>
          <p:nvPr/>
        </p:nvCxnSpPr>
        <p:spPr>
          <a:xfrm>
            <a:off x="3421800" y="3487625"/>
            <a:ext cx="230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62"/>
          <p:cNvSpPr txBox="1"/>
          <p:nvPr>
            <p:ph idx="13" type="subTitle"/>
          </p:nvPr>
        </p:nvSpPr>
        <p:spPr>
          <a:xfrm>
            <a:off x="6083079" y="2309310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Probleem is die van die kortste pad, nie ‘n boom nie</a:t>
            </a:r>
            <a:endParaRPr/>
          </a:p>
        </p:txBody>
      </p:sp>
      <p:pic>
        <p:nvPicPr>
          <p:cNvPr id="1601" name="Google Shape;1601;p6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703988">
            <a:off x="7013343" y="-2380227"/>
            <a:ext cx="6907361" cy="4474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6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2700008">
            <a:off x="-3258506" y="4291647"/>
            <a:ext cx="6907361" cy="4474230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62"/>
          <p:cNvSpPr txBox="1"/>
          <p:nvPr>
            <p:ph idx="15" type="subTitle"/>
          </p:nvPr>
        </p:nvSpPr>
        <p:spPr>
          <a:xfrm>
            <a:off x="6056776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Geweegde Grafieke ondersteun reeds Dijkstra</a:t>
            </a:r>
            <a:endParaRPr/>
          </a:p>
        </p:txBody>
      </p:sp>
      <p:sp>
        <p:nvSpPr>
          <p:cNvPr id="1604" name="Google Shape;1604;p62"/>
          <p:cNvSpPr txBox="1"/>
          <p:nvPr>
            <p:ph idx="9" type="title"/>
          </p:nvPr>
        </p:nvSpPr>
        <p:spPr>
          <a:xfrm>
            <a:off x="5867253" y="1910944"/>
            <a:ext cx="2454764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Kortste Roete</a:t>
            </a:r>
            <a:endParaRPr/>
          </a:p>
        </p:txBody>
      </p:sp>
      <p:sp>
        <p:nvSpPr>
          <p:cNvPr id="1605" name="Google Shape;1605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Waarom nie ‘n boom nie?</a:t>
            </a:r>
            <a:endParaRPr/>
          </a:p>
        </p:txBody>
      </p:sp>
      <p:sp>
        <p:nvSpPr>
          <p:cNvPr id="1606" name="Google Shape;1606;p62"/>
          <p:cNvSpPr txBox="1"/>
          <p:nvPr>
            <p:ph idx="2" type="title"/>
          </p:nvPr>
        </p:nvSpPr>
        <p:spPr>
          <a:xfrm>
            <a:off x="1101175" y="1908092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Hiërargie</a:t>
            </a:r>
            <a:endParaRPr/>
          </a:p>
        </p:txBody>
      </p:sp>
      <p:sp>
        <p:nvSpPr>
          <p:cNvPr id="1607" name="Google Shape;1607;p62"/>
          <p:cNvSpPr txBox="1"/>
          <p:nvPr>
            <p:ph idx="1" type="subTitle"/>
          </p:nvPr>
        </p:nvSpPr>
        <p:spPr>
          <a:xfrm>
            <a:off x="1101175" y="232001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Word reeds deur die databasis hanteer</a:t>
            </a:r>
            <a:endParaRPr/>
          </a:p>
        </p:txBody>
      </p:sp>
      <p:sp>
        <p:nvSpPr>
          <p:cNvPr id="1608" name="Google Shape;1608;p62"/>
          <p:cNvSpPr txBox="1"/>
          <p:nvPr>
            <p:ph idx="3" type="title"/>
          </p:nvPr>
        </p:nvSpPr>
        <p:spPr>
          <a:xfrm>
            <a:off x="3578946" y="1908092"/>
            <a:ext cx="2070013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Verhoudings</a:t>
            </a:r>
            <a:endParaRPr/>
          </a:p>
        </p:txBody>
      </p:sp>
      <p:sp>
        <p:nvSpPr>
          <p:cNvPr id="1609" name="Google Shape;1609;p62"/>
          <p:cNvSpPr txBox="1"/>
          <p:nvPr>
            <p:ph idx="4" type="subTitle"/>
          </p:nvPr>
        </p:nvSpPr>
        <p:spPr>
          <a:xfrm>
            <a:off x="3578947" y="232001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‘n Boom is nie nodig om verhoudings voor te stel nie</a:t>
            </a:r>
            <a:endParaRPr/>
          </a:p>
        </p:txBody>
      </p:sp>
      <p:sp>
        <p:nvSpPr>
          <p:cNvPr id="1610" name="Google Shape;1610;p62"/>
          <p:cNvSpPr txBox="1"/>
          <p:nvPr>
            <p:ph idx="6" type="subTitle"/>
          </p:nvPr>
        </p:nvSpPr>
        <p:spPr>
          <a:xfrm>
            <a:off x="1101175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Slegs een pad word tussen nodusse toegelaat </a:t>
            </a:r>
            <a:endParaRPr/>
          </a:p>
        </p:txBody>
      </p:sp>
      <p:sp>
        <p:nvSpPr>
          <p:cNvPr id="1611" name="Google Shape;1611;p62"/>
          <p:cNvSpPr txBox="1"/>
          <p:nvPr>
            <p:ph idx="8" type="subTitle"/>
          </p:nvPr>
        </p:nvSpPr>
        <p:spPr>
          <a:xfrm>
            <a:off x="3578947" y="4104812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Daar is verskeie moontlike paaie tussen lokale</a:t>
            </a:r>
            <a:endParaRPr/>
          </a:p>
        </p:txBody>
      </p:sp>
      <p:sp>
        <p:nvSpPr>
          <p:cNvPr id="1612" name="Google Shape;1612;p62"/>
          <p:cNvSpPr txBox="1"/>
          <p:nvPr>
            <p:ph idx="14" type="title"/>
          </p:nvPr>
        </p:nvSpPr>
        <p:spPr>
          <a:xfrm>
            <a:off x="6056776" y="3692889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Dijkstra</a:t>
            </a:r>
            <a:endParaRPr/>
          </a:p>
        </p:txBody>
      </p:sp>
      <p:sp>
        <p:nvSpPr>
          <p:cNvPr id="1613" name="Google Shape;1613;p62"/>
          <p:cNvSpPr txBox="1"/>
          <p:nvPr>
            <p:ph idx="5" type="title"/>
          </p:nvPr>
        </p:nvSpPr>
        <p:spPr>
          <a:xfrm>
            <a:off x="1101175" y="3692889"/>
            <a:ext cx="1986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Een Pad</a:t>
            </a:r>
            <a:endParaRPr/>
          </a:p>
        </p:txBody>
      </p:sp>
      <p:sp>
        <p:nvSpPr>
          <p:cNvPr id="1614" name="Google Shape;1614;p62"/>
          <p:cNvSpPr txBox="1"/>
          <p:nvPr>
            <p:ph idx="7" type="title"/>
          </p:nvPr>
        </p:nvSpPr>
        <p:spPr>
          <a:xfrm>
            <a:off x="3458924" y="3692889"/>
            <a:ext cx="2293533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Moontlikhede</a:t>
            </a:r>
            <a:endParaRPr/>
          </a:p>
        </p:txBody>
      </p:sp>
      <p:grpSp>
        <p:nvGrpSpPr>
          <p:cNvPr id="1615" name="Google Shape;1615;p62"/>
          <p:cNvGrpSpPr/>
          <p:nvPr/>
        </p:nvGrpSpPr>
        <p:grpSpPr>
          <a:xfrm>
            <a:off x="1958161" y="1328250"/>
            <a:ext cx="277339" cy="272482"/>
            <a:chOff x="-40748275" y="3238700"/>
            <a:chExt cx="322600" cy="316950"/>
          </a:xfrm>
        </p:grpSpPr>
        <p:sp>
          <p:nvSpPr>
            <p:cNvPr id="1616" name="Google Shape;1616;p62"/>
            <p:cNvSpPr/>
            <p:nvPr/>
          </p:nvSpPr>
          <p:spPr>
            <a:xfrm>
              <a:off x="-40709675" y="3273750"/>
              <a:ext cx="84300" cy="84300"/>
            </a:xfrm>
            <a:custGeom>
              <a:rect b="b" l="l" r="r" t="t"/>
              <a:pathLst>
                <a:path extrusionOk="0" h="3372" w="3372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62"/>
            <p:cNvSpPr/>
            <p:nvPr/>
          </p:nvSpPr>
          <p:spPr>
            <a:xfrm>
              <a:off x="-40578925" y="3247175"/>
              <a:ext cx="151250" cy="149475"/>
            </a:xfrm>
            <a:custGeom>
              <a:rect b="b" l="l" r="r" t="t"/>
              <a:pathLst>
                <a:path extrusionOk="0" h="5979" w="605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62"/>
            <p:cNvSpPr/>
            <p:nvPr/>
          </p:nvSpPr>
          <p:spPr>
            <a:xfrm>
              <a:off x="-40678175" y="3305250"/>
              <a:ext cx="213475" cy="213475"/>
            </a:xfrm>
            <a:custGeom>
              <a:rect b="b" l="l" r="r" t="t"/>
              <a:pathLst>
                <a:path extrusionOk="0" h="8539" w="8539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62"/>
            <p:cNvSpPr/>
            <p:nvPr/>
          </p:nvSpPr>
          <p:spPr>
            <a:xfrm>
              <a:off x="-40513550" y="3469850"/>
              <a:ext cx="87875" cy="85800"/>
            </a:xfrm>
            <a:custGeom>
              <a:rect b="b" l="l" r="r" t="t"/>
              <a:pathLst>
                <a:path extrusionOk="0" h="3432" w="3515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62"/>
            <p:cNvSpPr/>
            <p:nvPr/>
          </p:nvSpPr>
          <p:spPr>
            <a:xfrm>
              <a:off x="-40738025" y="3404500"/>
              <a:ext cx="150450" cy="149475"/>
            </a:xfrm>
            <a:custGeom>
              <a:rect b="b" l="l" r="r" t="t"/>
              <a:pathLst>
                <a:path extrusionOk="0" h="5979" w="6018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62"/>
            <p:cNvSpPr/>
            <p:nvPr/>
          </p:nvSpPr>
          <p:spPr>
            <a:xfrm>
              <a:off x="-40748275" y="3238700"/>
              <a:ext cx="92175" cy="87850"/>
            </a:xfrm>
            <a:custGeom>
              <a:rect b="b" l="l" r="r" t="t"/>
              <a:pathLst>
                <a:path extrusionOk="0" h="3514" w="3687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2" name="Google Shape;1622;p62"/>
          <p:cNvGrpSpPr/>
          <p:nvPr/>
        </p:nvGrpSpPr>
        <p:grpSpPr>
          <a:xfrm>
            <a:off x="4437835" y="1339866"/>
            <a:ext cx="273578" cy="249206"/>
            <a:chOff x="-40745125" y="3632900"/>
            <a:chExt cx="318225" cy="289875"/>
          </a:xfrm>
        </p:grpSpPr>
        <p:sp>
          <p:nvSpPr>
            <p:cNvPr id="1623" name="Google Shape;1623;p62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62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62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62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62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62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62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0" name="Google Shape;1630;p62"/>
          <p:cNvSpPr/>
          <p:nvPr/>
        </p:nvSpPr>
        <p:spPr>
          <a:xfrm>
            <a:off x="1955430" y="3093412"/>
            <a:ext cx="277366" cy="276689"/>
          </a:xfrm>
          <a:custGeom>
            <a:rect b="b" l="l" r="r" t="t"/>
            <a:pathLst>
              <a:path extrusionOk="0" h="12666" w="12697">
                <a:moveTo>
                  <a:pt x="6301" y="1356"/>
                </a:moveTo>
                <a:cubicBezTo>
                  <a:pt x="6522" y="1356"/>
                  <a:pt x="6711" y="1576"/>
                  <a:pt x="6711" y="1797"/>
                </a:cubicBezTo>
                <a:lnTo>
                  <a:pt x="6711" y="2269"/>
                </a:lnTo>
                <a:cubicBezTo>
                  <a:pt x="7656" y="2458"/>
                  <a:pt x="8349" y="3309"/>
                  <a:pt x="8349" y="4285"/>
                </a:cubicBezTo>
                <a:cubicBezTo>
                  <a:pt x="8349" y="4538"/>
                  <a:pt x="8160" y="4727"/>
                  <a:pt x="7971" y="4727"/>
                </a:cubicBezTo>
                <a:cubicBezTo>
                  <a:pt x="7719" y="4727"/>
                  <a:pt x="7530" y="4538"/>
                  <a:pt x="7530" y="4285"/>
                </a:cubicBezTo>
                <a:cubicBezTo>
                  <a:pt x="7530" y="3624"/>
                  <a:pt x="6994" y="3057"/>
                  <a:pt x="6301" y="3057"/>
                </a:cubicBezTo>
                <a:cubicBezTo>
                  <a:pt x="5640" y="3057"/>
                  <a:pt x="5073" y="3624"/>
                  <a:pt x="5073" y="4285"/>
                </a:cubicBezTo>
                <a:cubicBezTo>
                  <a:pt x="5073" y="4947"/>
                  <a:pt x="5829" y="5483"/>
                  <a:pt x="6585" y="6018"/>
                </a:cubicBezTo>
                <a:cubicBezTo>
                  <a:pt x="7435" y="6648"/>
                  <a:pt x="8412" y="7310"/>
                  <a:pt x="8412" y="8413"/>
                </a:cubicBezTo>
                <a:cubicBezTo>
                  <a:pt x="8412" y="9421"/>
                  <a:pt x="7687" y="10271"/>
                  <a:pt x="6742" y="10429"/>
                </a:cubicBezTo>
                <a:lnTo>
                  <a:pt x="6742" y="10901"/>
                </a:lnTo>
                <a:cubicBezTo>
                  <a:pt x="6742" y="11154"/>
                  <a:pt x="6553" y="11311"/>
                  <a:pt x="6364" y="11311"/>
                </a:cubicBezTo>
                <a:cubicBezTo>
                  <a:pt x="6144" y="11311"/>
                  <a:pt x="5955" y="11091"/>
                  <a:pt x="5955" y="10901"/>
                </a:cubicBezTo>
                <a:lnTo>
                  <a:pt x="5955" y="10429"/>
                </a:lnTo>
                <a:cubicBezTo>
                  <a:pt x="5010" y="10240"/>
                  <a:pt x="4316" y="9421"/>
                  <a:pt x="4316" y="8413"/>
                </a:cubicBezTo>
                <a:cubicBezTo>
                  <a:pt x="4316" y="8192"/>
                  <a:pt x="4505" y="8035"/>
                  <a:pt x="4694" y="8035"/>
                </a:cubicBezTo>
                <a:cubicBezTo>
                  <a:pt x="4884" y="8035"/>
                  <a:pt x="5136" y="8224"/>
                  <a:pt x="5136" y="8413"/>
                </a:cubicBezTo>
                <a:cubicBezTo>
                  <a:pt x="5136" y="9106"/>
                  <a:pt x="5671" y="9641"/>
                  <a:pt x="6364" y="9641"/>
                </a:cubicBezTo>
                <a:cubicBezTo>
                  <a:pt x="7026" y="9641"/>
                  <a:pt x="7561" y="9106"/>
                  <a:pt x="7561" y="8413"/>
                </a:cubicBezTo>
                <a:cubicBezTo>
                  <a:pt x="7561" y="7751"/>
                  <a:pt x="6868" y="7247"/>
                  <a:pt x="6081" y="6680"/>
                </a:cubicBezTo>
                <a:cubicBezTo>
                  <a:pt x="5199" y="6050"/>
                  <a:pt x="4253" y="5388"/>
                  <a:pt x="4253" y="4285"/>
                </a:cubicBezTo>
                <a:cubicBezTo>
                  <a:pt x="4253" y="3309"/>
                  <a:pt x="4978" y="2427"/>
                  <a:pt x="5923" y="2269"/>
                </a:cubicBezTo>
                <a:lnTo>
                  <a:pt x="5923" y="1797"/>
                </a:lnTo>
                <a:cubicBezTo>
                  <a:pt x="5923" y="1576"/>
                  <a:pt x="6112" y="1356"/>
                  <a:pt x="6301" y="1356"/>
                </a:cubicBezTo>
                <a:close/>
                <a:moveTo>
                  <a:pt x="6333" y="1"/>
                </a:moveTo>
                <a:cubicBezTo>
                  <a:pt x="2836" y="1"/>
                  <a:pt x="0" y="2836"/>
                  <a:pt x="0" y="6333"/>
                </a:cubicBezTo>
                <a:cubicBezTo>
                  <a:pt x="0" y="9830"/>
                  <a:pt x="2836" y="12666"/>
                  <a:pt x="6333" y="12666"/>
                </a:cubicBezTo>
                <a:cubicBezTo>
                  <a:pt x="9861" y="12666"/>
                  <a:pt x="12697" y="9830"/>
                  <a:pt x="12697" y="6333"/>
                </a:cubicBezTo>
                <a:cubicBezTo>
                  <a:pt x="12697" y="2836"/>
                  <a:pt x="9861" y="1"/>
                  <a:pt x="63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1" name="Google Shape;1631;p62"/>
          <p:cNvGrpSpPr/>
          <p:nvPr/>
        </p:nvGrpSpPr>
        <p:grpSpPr>
          <a:xfrm>
            <a:off x="6916550" y="1339693"/>
            <a:ext cx="269571" cy="250049"/>
            <a:chOff x="-62511900" y="4129100"/>
            <a:chExt cx="304050" cy="282000"/>
          </a:xfrm>
        </p:grpSpPr>
        <p:sp>
          <p:nvSpPr>
            <p:cNvPr id="1632" name="Google Shape;1632;p62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62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62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62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62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7" name="Google Shape;1637;p62"/>
          <p:cNvSpPr/>
          <p:nvPr/>
        </p:nvSpPr>
        <p:spPr>
          <a:xfrm>
            <a:off x="6911047" y="3092702"/>
            <a:ext cx="277363" cy="278086"/>
          </a:xfrm>
          <a:custGeom>
            <a:rect b="b" l="l" r="r" t="t"/>
            <a:pathLst>
              <a:path extrusionOk="0" h="12698" w="12665">
                <a:moveTo>
                  <a:pt x="9200" y="883"/>
                </a:moveTo>
                <a:lnTo>
                  <a:pt x="9200" y="1702"/>
                </a:lnTo>
                <a:lnTo>
                  <a:pt x="3403" y="1702"/>
                </a:lnTo>
                <a:lnTo>
                  <a:pt x="3403" y="883"/>
                </a:lnTo>
                <a:close/>
                <a:moveTo>
                  <a:pt x="4222" y="3340"/>
                </a:moveTo>
                <a:lnTo>
                  <a:pt x="4222" y="4191"/>
                </a:lnTo>
                <a:lnTo>
                  <a:pt x="3403" y="4191"/>
                </a:lnTo>
                <a:lnTo>
                  <a:pt x="3403" y="3340"/>
                </a:lnTo>
                <a:close/>
                <a:moveTo>
                  <a:pt x="6711" y="3340"/>
                </a:moveTo>
                <a:lnTo>
                  <a:pt x="6711" y="4191"/>
                </a:lnTo>
                <a:lnTo>
                  <a:pt x="5892" y="4191"/>
                </a:lnTo>
                <a:lnTo>
                  <a:pt x="5892" y="3340"/>
                </a:lnTo>
                <a:close/>
                <a:moveTo>
                  <a:pt x="9200" y="3340"/>
                </a:moveTo>
                <a:lnTo>
                  <a:pt x="9200" y="4191"/>
                </a:lnTo>
                <a:lnTo>
                  <a:pt x="8349" y="4191"/>
                </a:lnTo>
                <a:lnTo>
                  <a:pt x="8349" y="3340"/>
                </a:lnTo>
                <a:close/>
                <a:moveTo>
                  <a:pt x="4222" y="5010"/>
                </a:moveTo>
                <a:lnTo>
                  <a:pt x="4222" y="5829"/>
                </a:lnTo>
                <a:lnTo>
                  <a:pt x="3403" y="5829"/>
                </a:lnTo>
                <a:lnTo>
                  <a:pt x="3403" y="5010"/>
                </a:lnTo>
                <a:close/>
                <a:moveTo>
                  <a:pt x="6711" y="5010"/>
                </a:moveTo>
                <a:lnTo>
                  <a:pt x="6711" y="5829"/>
                </a:lnTo>
                <a:lnTo>
                  <a:pt x="5892" y="5829"/>
                </a:lnTo>
                <a:lnTo>
                  <a:pt x="5892" y="5010"/>
                </a:lnTo>
                <a:close/>
                <a:moveTo>
                  <a:pt x="9200" y="5010"/>
                </a:moveTo>
                <a:lnTo>
                  <a:pt x="9200" y="5829"/>
                </a:lnTo>
                <a:lnTo>
                  <a:pt x="8349" y="5829"/>
                </a:lnTo>
                <a:lnTo>
                  <a:pt x="8349" y="5010"/>
                </a:lnTo>
                <a:close/>
                <a:moveTo>
                  <a:pt x="4222" y="6648"/>
                </a:moveTo>
                <a:lnTo>
                  <a:pt x="4222" y="7499"/>
                </a:lnTo>
                <a:lnTo>
                  <a:pt x="3403" y="7499"/>
                </a:lnTo>
                <a:lnTo>
                  <a:pt x="3403" y="6648"/>
                </a:lnTo>
                <a:close/>
                <a:moveTo>
                  <a:pt x="6711" y="6648"/>
                </a:moveTo>
                <a:lnTo>
                  <a:pt x="6711" y="7499"/>
                </a:lnTo>
                <a:lnTo>
                  <a:pt x="5892" y="7499"/>
                </a:lnTo>
                <a:lnTo>
                  <a:pt x="5892" y="6648"/>
                </a:lnTo>
                <a:close/>
                <a:moveTo>
                  <a:pt x="9200" y="6648"/>
                </a:moveTo>
                <a:lnTo>
                  <a:pt x="9200" y="7499"/>
                </a:lnTo>
                <a:lnTo>
                  <a:pt x="8349" y="7499"/>
                </a:lnTo>
                <a:lnTo>
                  <a:pt x="8349" y="6648"/>
                </a:lnTo>
                <a:close/>
                <a:moveTo>
                  <a:pt x="1733" y="9137"/>
                </a:moveTo>
                <a:lnTo>
                  <a:pt x="1733" y="11909"/>
                </a:lnTo>
                <a:lnTo>
                  <a:pt x="819" y="11909"/>
                </a:lnTo>
                <a:lnTo>
                  <a:pt x="819" y="9137"/>
                </a:lnTo>
                <a:close/>
                <a:moveTo>
                  <a:pt x="5892" y="9137"/>
                </a:moveTo>
                <a:lnTo>
                  <a:pt x="5892" y="11909"/>
                </a:lnTo>
                <a:lnTo>
                  <a:pt x="4222" y="11909"/>
                </a:lnTo>
                <a:lnTo>
                  <a:pt x="4222" y="9137"/>
                </a:lnTo>
                <a:close/>
                <a:moveTo>
                  <a:pt x="8349" y="9137"/>
                </a:moveTo>
                <a:lnTo>
                  <a:pt x="8349" y="11909"/>
                </a:lnTo>
                <a:lnTo>
                  <a:pt x="6711" y="11909"/>
                </a:lnTo>
                <a:lnTo>
                  <a:pt x="6711" y="9137"/>
                </a:lnTo>
                <a:close/>
                <a:moveTo>
                  <a:pt x="11783" y="9137"/>
                </a:moveTo>
                <a:lnTo>
                  <a:pt x="11783" y="11909"/>
                </a:lnTo>
                <a:lnTo>
                  <a:pt x="10806" y="11909"/>
                </a:lnTo>
                <a:lnTo>
                  <a:pt x="10806" y="9137"/>
                </a:lnTo>
                <a:close/>
                <a:moveTo>
                  <a:pt x="2993" y="1"/>
                </a:moveTo>
                <a:cubicBezTo>
                  <a:pt x="2773" y="1"/>
                  <a:pt x="2615" y="190"/>
                  <a:pt x="2615" y="410"/>
                </a:cubicBezTo>
                <a:lnTo>
                  <a:pt x="2615" y="1670"/>
                </a:lnTo>
                <a:lnTo>
                  <a:pt x="2206" y="1670"/>
                </a:lnTo>
                <a:cubicBezTo>
                  <a:pt x="1985" y="1670"/>
                  <a:pt x="1796" y="1859"/>
                  <a:pt x="1796" y="2080"/>
                </a:cubicBezTo>
                <a:lnTo>
                  <a:pt x="1796" y="8318"/>
                </a:lnTo>
                <a:lnTo>
                  <a:pt x="410" y="8318"/>
                </a:lnTo>
                <a:cubicBezTo>
                  <a:pt x="158" y="8318"/>
                  <a:pt x="0" y="8507"/>
                  <a:pt x="0" y="8696"/>
                </a:cubicBezTo>
                <a:lnTo>
                  <a:pt x="0" y="12287"/>
                </a:lnTo>
                <a:cubicBezTo>
                  <a:pt x="0" y="12540"/>
                  <a:pt x="221" y="12697"/>
                  <a:pt x="410" y="12697"/>
                </a:cubicBezTo>
                <a:lnTo>
                  <a:pt x="12256" y="12697"/>
                </a:lnTo>
                <a:cubicBezTo>
                  <a:pt x="12508" y="12697"/>
                  <a:pt x="12665" y="12477"/>
                  <a:pt x="12665" y="12287"/>
                </a:cubicBezTo>
                <a:lnTo>
                  <a:pt x="12665" y="8696"/>
                </a:lnTo>
                <a:cubicBezTo>
                  <a:pt x="12602" y="8475"/>
                  <a:pt x="12445" y="8318"/>
                  <a:pt x="12224" y="8318"/>
                </a:cubicBezTo>
                <a:lnTo>
                  <a:pt x="10838" y="8318"/>
                </a:lnTo>
                <a:lnTo>
                  <a:pt x="10838" y="2080"/>
                </a:lnTo>
                <a:cubicBezTo>
                  <a:pt x="10838" y="1859"/>
                  <a:pt x="10649" y="1670"/>
                  <a:pt x="10460" y="1670"/>
                </a:cubicBezTo>
                <a:lnTo>
                  <a:pt x="10019" y="1670"/>
                </a:lnTo>
                <a:lnTo>
                  <a:pt x="10019" y="410"/>
                </a:lnTo>
                <a:cubicBezTo>
                  <a:pt x="10019" y="158"/>
                  <a:pt x="9830" y="1"/>
                  <a:pt x="960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8" name="Google Shape;1638;p62"/>
          <p:cNvGrpSpPr/>
          <p:nvPr/>
        </p:nvGrpSpPr>
        <p:grpSpPr>
          <a:xfrm>
            <a:off x="4436664" y="3092537"/>
            <a:ext cx="277354" cy="278054"/>
            <a:chOff x="-61784125" y="3377700"/>
            <a:chExt cx="316650" cy="317450"/>
          </a:xfrm>
        </p:grpSpPr>
        <p:sp>
          <p:nvSpPr>
            <p:cNvPr id="1639" name="Google Shape;1639;p62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62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62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62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62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62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62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46" name="Google Shape;1646;p62"/>
          <p:cNvCxnSpPr/>
          <p:nvPr/>
        </p:nvCxnSpPr>
        <p:spPr>
          <a:xfrm>
            <a:off x="1616825" y="1818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7" name="Google Shape;1647;p62"/>
          <p:cNvCxnSpPr/>
          <p:nvPr/>
        </p:nvCxnSpPr>
        <p:spPr>
          <a:xfrm>
            <a:off x="1616825" y="3603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8" name="Google Shape;1648;p62"/>
          <p:cNvCxnSpPr/>
          <p:nvPr/>
        </p:nvCxnSpPr>
        <p:spPr>
          <a:xfrm>
            <a:off x="4091975" y="1818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9" name="Google Shape;1649;p62"/>
          <p:cNvCxnSpPr/>
          <p:nvPr/>
        </p:nvCxnSpPr>
        <p:spPr>
          <a:xfrm>
            <a:off x="4091975" y="3603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0" name="Google Shape;1650;p62"/>
          <p:cNvCxnSpPr/>
          <p:nvPr/>
        </p:nvCxnSpPr>
        <p:spPr>
          <a:xfrm>
            <a:off x="6567125" y="1818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1" name="Google Shape;1651;p62"/>
          <p:cNvCxnSpPr/>
          <p:nvPr/>
        </p:nvCxnSpPr>
        <p:spPr>
          <a:xfrm>
            <a:off x="6567125" y="3603825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63"/>
          <p:cNvSpPr txBox="1"/>
          <p:nvPr>
            <p:ph type="title"/>
          </p:nvPr>
        </p:nvSpPr>
        <p:spPr>
          <a:xfrm>
            <a:off x="720000" y="2302100"/>
            <a:ext cx="37392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Databasis</a:t>
            </a:r>
            <a:endParaRPr/>
          </a:p>
        </p:txBody>
      </p:sp>
      <p:sp>
        <p:nvSpPr>
          <p:cNvPr id="1657" name="Google Shape;1657;p63"/>
          <p:cNvSpPr txBox="1"/>
          <p:nvPr>
            <p:ph idx="2" type="title"/>
          </p:nvPr>
        </p:nvSpPr>
        <p:spPr>
          <a:xfrm>
            <a:off x="720000" y="1164975"/>
            <a:ext cx="153095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658" name="Google Shape;1658;p63"/>
          <p:cNvSpPr txBox="1"/>
          <p:nvPr>
            <p:ph idx="1" type="subTitle"/>
          </p:nvPr>
        </p:nvSpPr>
        <p:spPr>
          <a:xfrm>
            <a:off x="720000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Databasis ontwerp wat gebruik gaan word</a:t>
            </a:r>
            <a:endParaRPr/>
          </a:p>
        </p:txBody>
      </p:sp>
      <p:cxnSp>
        <p:nvCxnSpPr>
          <p:cNvPr id="1659" name="Google Shape;1659;p63"/>
          <p:cNvCxnSpPr/>
          <p:nvPr/>
        </p:nvCxnSpPr>
        <p:spPr>
          <a:xfrm>
            <a:off x="886250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0" name="Google Shape;1660;p63"/>
          <p:cNvGrpSpPr/>
          <p:nvPr/>
        </p:nvGrpSpPr>
        <p:grpSpPr>
          <a:xfrm>
            <a:off x="4712859" y="2535991"/>
            <a:ext cx="2287695" cy="2289334"/>
            <a:chOff x="1192500" y="238125"/>
            <a:chExt cx="5235000" cy="5238750"/>
          </a:xfrm>
        </p:grpSpPr>
        <p:sp>
          <p:nvSpPr>
            <p:cNvPr id="1661" name="Google Shape;1661;p63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63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63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63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63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63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63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63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63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63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63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63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63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63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63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63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63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63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63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63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63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63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63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63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63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63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63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63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63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63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63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63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63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63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63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63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63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63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63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63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63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63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63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63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63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63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63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63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63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63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63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63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63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63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63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63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63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63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63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63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63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63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63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63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63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63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63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63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63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63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63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63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63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63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63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63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63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63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63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63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63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63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63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63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63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63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63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63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63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63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63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63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63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63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63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63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63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63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63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63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63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63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63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63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63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63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63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63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63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63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63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63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63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63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63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63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63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63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63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63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63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63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63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63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63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63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63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63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63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63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63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63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63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63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63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63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63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63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63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63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63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63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63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63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63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63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63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63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63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63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63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63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63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63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63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63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63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63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63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63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63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63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63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63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63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63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63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63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63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64"/>
          <p:cNvSpPr txBox="1"/>
          <p:nvPr>
            <p:ph idx="4294967295" type="title"/>
          </p:nvPr>
        </p:nvSpPr>
        <p:spPr>
          <a:xfrm>
            <a:off x="5006340" y="1985210"/>
            <a:ext cx="385188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solidFill>
                  <a:schemeClr val="lt2"/>
                </a:solidFill>
              </a:rPr>
              <a:t>ERD van Databasis Ontwerp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65"/>
          <p:cNvSpPr txBox="1"/>
          <p:nvPr>
            <p:ph type="title"/>
          </p:nvPr>
        </p:nvSpPr>
        <p:spPr>
          <a:xfrm>
            <a:off x="2919552" y="1169063"/>
            <a:ext cx="5050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Kampus en Geboue:</a:t>
            </a:r>
            <a:endParaRPr/>
          </a:p>
        </p:txBody>
      </p:sp>
      <p:sp>
        <p:nvSpPr>
          <p:cNvPr id="1840" name="Google Shape;1840;p65"/>
          <p:cNvSpPr txBox="1"/>
          <p:nvPr>
            <p:ph idx="2" type="title"/>
          </p:nvPr>
        </p:nvSpPr>
        <p:spPr>
          <a:xfrm>
            <a:off x="2919628" y="3255838"/>
            <a:ext cx="5050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Lokale:</a:t>
            </a:r>
            <a:endParaRPr/>
          </a:p>
        </p:txBody>
      </p:sp>
      <p:sp>
        <p:nvSpPr>
          <p:cNvPr id="1841" name="Google Shape;1841;p65"/>
          <p:cNvSpPr txBox="1"/>
          <p:nvPr>
            <p:ph idx="1" type="subTitle"/>
          </p:nvPr>
        </p:nvSpPr>
        <p:spPr>
          <a:xfrm>
            <a:off x="2919775" y="3686763"/>
            <a:ext cx="42510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 startAt="5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lokaal behoort aan presies een gebou.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 startAt="5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lokaal is aan 'n spesifieke verdieping van sy gebou gekoppel.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 startAt="5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Lokaal se kapasiteit is opsioneel.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 startAt="5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Toerusting is aan 'n spesifieke lokaal gekoppel.</a:t>
            </a:r>
            <a:endParaRPr/>
          </a:p>
        </p:txBody>
      </p:sp>
      <p:sp>
        <p:nvSpPr>
          <p:cNvPr id="1842" name="Google Shape;1842;p65"/>
          <p:cNvSpPr txBox="1"/>
          <p:nvPr>
            <p:ph idx="3" type="subTitle"/>
          </p:nvPr>
        </p:nvSpPr>
        <p:spPr>
          <a:xfrm>
            <a:off x="2919774" y="1598838"/>
            <a:ext cx="47841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Kampus kan een of meer geboue hê, maar elke gebou hoort aan presies een kampus.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Gebou moet aan 'n geldige kampus gekoppel wees.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kampus het tenminste een kampuskaart gekoppel.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Gebou kan vir een of meer van sy verdiepings 'n eie vloerplan-kaart hê; elke vloerplan-kaart hoort aan presies een verdieping van ‘n gebou.</a:t>
            </a:r>
            <a:endParaRPr/>
          </a:p>
        </p:txBody>
      </p:sp>
      <p:sp>
        <p:nvSpPr>
          <p:cNvPr id="1843" name="Google Shape;1843;p65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Besigheids Reëls</a:t>
            </a:r>
            <a:endParaRPr/>
          </a:p>
        </p:txBody>
      </p:sp>
      <p:grpSp>
        <p:nvGrpSpPr>
          <p:cNvPr id="1844" name="Google Shape;1844;p65"/>
          <p:cNvGrpSpPr/>
          <p:nvPr/>
        </p:nvGrpSpPr>
        <p:grpSpPr>
          <a:xfrm>
            <a:off x="2008511" y="1478451"/>
            <a:ext cx="357303" cy="396117"/>
            <a:chOff x="3300325" y="249875"/>
            <a:chExt cx="433725" cy="480900"/>
          </a:xfrm>
        </p:grpSpPr>
        <p:sp>
          <p:nvSpPr>
            <p:cNvPr id="1845" name="Google Shape;1845;p65"/>
            <p:cNvSpPr/>
            <p:nvPr/>
          </p:nvSpPr>
          <p:spPr>
            <a:xfrm>
              <a:off x="3610875" y="334550"/>
              <a:ext cx="56475" cy="28250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65"/>
            <p:cNvSpPr/>
            <p:nvPr/>
          </p:nvSpPr>
          <p:spPr>
            <a:xfrm>
              <a:off x="346767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65"/>
            <p:cNvSpPr/>
            <p:nvPr/>
          </p:nvSpPr>
          <p:spPr>
            <a:xfrm>
              <a:off x="356652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65"/>
            <p:cNvSpPr/>
            <p:nvPr/>
          </p:nvSpPr>
          <p:spPr>
            <a:xfrm>
              <a:off x="3413250" y="334550"/>
              <a:ext cx="56500" cy="28250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65"/>
            <p:cNvSpPr/>
            <p:nvPr/>
          </p:nvSpPr>
          <p:spPr>
            <a:xfrm>
              <a:off x="3300325" y="476675"/>
              <a:ext cx="84725" cy="254100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65"/>
            <p:cNvSpPr/>
            <p:nvPr/>
          </p:nvSpPr>
          <p:spPr>
            <a:xfrm>
              <a:off x="3413250" y="335525"/>
              <a:ext cx="320800" cy="395250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1" name="Google Shape;1851;p65"/>
          <p:cNvSpPr/>
          <p:nvPr/>
        </p:nvSpPr>
        <p:spPr>
          <a:xfrm>
            <a:off x="1970038" y="3582662"/>
            <a:ext cx="434260" cy="403132"/>
          </a:xfrm>
          <a:custGeom>
            <a:rect b="b" l="l" r="r" t="t"/>
            <a:pathLst>
              <a:path extrusionOk="0" h="18196" w="19601">
                <a:moveTo>
                  <a:pt x="9798" y="0"/>
                </a:moveTo>
                <a:cubicBezTo>
                  <a:pt x="9597" y="0"/>
                  <a:pt x="9397" y="104"/>
                  <a:pt x="9293" y="312"/>
                </a:cubicBezTo>
                <a:lnTo>
                  <a:pt x="6619" y="5666"/>
                </a:lnTo>
                <a:lnTo>
                  <a:pt x="648" y="6524"/>
                </a:lnTo>
                <a:cubicBezTo>
                  <a:pt x="184" y="6590"/>
                  <a:pt x="1" y="7163"/>
                  <a:pt x="338" y="7488"/>
                </a:cubicBezTo>
                <a:lnTo>
                  <a:pt x="4659" y="11652"/>
                </a:lnTo>
                <a:lnTo>
                  <a:pt x="3638" y="17530"/>
                </a:lnTo>
                <a:cubicBezTo>
                  <a:pt x="3574" y="17898"/>
                  <a:pt x="3865" y="18195"/>
                  <a:pt x="4195" y="18195"/>
                </a:cubicBezTo>
                <a:cubicBezTo>
                  <a:pt x="4281" y="18195"/>
                  <a:pt x="4371" y="18175"/>
                  <a:pt x="4457" y="18129"/>
                </a:cubicBezTo>
                <a:lnTo>
                  <a:pt x="9802" y="15350"/>
                </a:lnTo>
                <a:lnTo>
                  <a:pt x="15147" y="18129"/>
                </a:lnTo>
                <a:cubicBezTo>
                  <a:pt x="15233" y="18175"/>
                  <a:pt x="15322" y="18195"/>
                  <a:pt x="15408" y="18195"/>
                </a:cubicBezTo>
                <a:cubicBezTo>
                  <a:pt x="15736" y="18195"/>
                  <a:pt x="16025" y="17898"/>
                  <a:pt x="15963" y="17533"/>
                </a:cubicBezTo>
                <a:lnTo>
                  <a:pt x="14942" y="11652"/>
                </a:lnTo>
                <a:lnTo>
                  <a:pt x="19263" y="7491"/>
                </a:lnTo>
                <a:cubicBezTo>
                  <a:pt x="19601" y="7163"/>
                  <a:pt x="19417" y="6590"/>
                  <a:pt x="18950" y="6524"/>
                </a:cubicBezTo>
                <a:lnTo>
                  <a:pt x="12976" y="5666"/>
                </a:lnTo>
                <a:lnTo>
                  <a:pt x="10302" y="312"/>
                </a:lnTo>
                <a:cubicBezTo>
                  <a:pt x="10198" y="104"/>
                  <a:pt x="9998" y="0"/>
                  <a:pt x="97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2" name="Google Shape;1852;p65"/>
          <p:cNvCxnSpPr/>
          <p:nvPr/>
        </p:nvCxnSpPr>
        <p:spPr>
          <a:xfrm>
            <a:off x="1707163" y="2262701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3" name="Google Shape;1853;p65"/>
          <p:cNvCxnSpPr/>
          <p:nvPr/>
        </p:nvCxnSpPr>
        <p:spPr>
          <a:xfrm>
            <a:off x="1707163" y="434343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66"/>
          <p:cNvSpPr txBox="1"/>
          <p:nvPr>
            <p:ph type="title"/>
          </p:nvPr>
        </p:nvSpPr>
        <p:spPr>
          <a:xfrm>
            <a:off x="720000" y="445025"/>
            <a:ext cx="49032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Besigheids Reëls</a:t>
            </a:r>
            <a:endParaRPr b="1"/>
          </a:p>
        </p:txBody>
      </p:sp>
      <p:sp>
        <p:nvSpPr>
          <p:cNvPr id="1859" name="Google Shape;1859;p66"/>
          <p:cNvSpPr txBox="1"/>
          <p:nvPr>
            <p:ph idx="2" type="title"/>
          </p:nvPr>
        </p:nvSpPr>
        <p:spPr>
          <a:xfrm>
            <a:off x="2644226" y="1615504"/>
            <a:ext cx="4585405" cy="5116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Gebruikers en Verifikasie:</a:t>
            </a:r>
            <a:endParaRPr/>
          </a:p>
        </p:txBody>
      </p:sp>
      <p:sp>
        <p:nvSpPr>
          <p:cNvPr id="1860" name="Google Shape;1860;p66"/>
          <p:cNvSpPr txBox="1"/>
          <p:nvPr>
            <p:ph idx="3" type="title"/>
          </p:nvPr>
        </p:nvSpPr>
        <p:spPr>
          <a:xfrm>
            <a:off x="2644226" y="3044350"/>
            <a:ext cx="2813400" cy="4420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Grafiek:</a:t>
            </a:r>
            <a:endParaRPr/>
          </a:p>
        </p:txBody>
      </p:sp>
      <p:sp>
        <p:nvSpPr>
          <p:cNvPr id="1861" name="Google Shape;1861;p66"/>
          <p:cNvSpPr txBox="1"/>
          <p:nvPr>
            <p:ph idx="1" type="subTitle"/>
          </p:nvPr>
        </p:nvSpPr>
        <p:spPr>
          <a:xfrm>
            <a:off x="2644226" y="3404056"/>
            <a:ext cx="6408334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2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Klasrooster inskrywing is aan presies een vertrek gekoppel en geld slegs op een spesifieke dag van die week.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2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Rooster inskrywing se eindtyd moet na sy begintyd wees.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2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Bespreking is aan presies een vertrek en presies een gebruiker gekoppel.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2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Bespreking se eindtyd moet na sy begintyd wees.</a:t>
            </a:r>
            <a:endParaRPr sz="1200"/>
          </a:p>
        </p:txBody>
      </p:sp>
      <p:sp>
        <p:nvSpPr>
          <p:cNvPr id="1862" name="Google Shape;1862;p66"/>
          <p:cNvSpPr txBox="1"/>
          <p:nvPr>
            <p:ph idx="4" type="subTitle"/>
          </p:nvPr>
        </p:nvSpPr>
        <p:spPr>
          <a:xfrm>
            <a:off x="2644226" y="1979448"/>
            <a:ext cx="5089699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9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gebruiker het presies een verifikasie rekord.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9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 e-posse tussen gebruikers en hulle verifikasie rekord moet ooreenstem.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9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Wagwoorde word altyd geënkripteerd gestoor.</a:t>
            </a:r>
            <a:endParaRPr sz="1200"/>
          </a:p>
        </p:txBody>
      </p:sp>
      <p:cxnSp>
        <p:nvCxnSpPr>
          <p:cNvPr id="1863" name="Google Shape;1863;p66"/>
          <p:cNvCxnSpPr/>
          <p:nvPr/>
        </p:nvCxnSpPr>
        <p:spPr>
          <a:xfrm>
            <a:off x="1311600" y="2721362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4" name="Google Shape;1864;p66"/>
          <p:cNvCxnSpPr/>
          <p:nvPr/>
        </p:nvCxnSpPr>
        <p:spPr>
          <a:xfrm>
            <a:off x="1311600" y="4204437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5" name="Google Shape;1865;p66"/>
          <p:cNvGrpSpPr/>
          <p:nvPr/>
        </p:nvGrpSpPr>
        <p:grpSpPr>
          <a:xfrm>
            <a:off x="1524579" y="3237837"/>
            <a:ext cx="533961" cy="531068"/>
            <a:chOff x="1535000" y="3223325"/>
            <a:chExt cx="484450" cy="481825"/>
          </a:xfrm>
        </p:grpSpPr>
        <p:sp>
          <p:nvSpPr>
            <p:cNvPr id="1866" name="Google Shape;1866;p66"/>
            <p:cNvSpPr/>
            <p:nvPr/>
          </p:nvSpPr>
          <p:spPr>
            <a:xfrm>
              <a:off x="1760150" y="3308225"/>
              <a:ext cx="143825" cy="140600"/>
            </a:xfrm>
            <a:custGeom>
              <a:rect b="b" l="l" r="r" t="t"/>
              <a:pathLst>
                <a:path extrusionOk="0" h="5624" w="5753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4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629" y="3208"/>
                    <a:pt x="5752" y="3012"/>
                    <a:pt x="5752" y="2798"/>
                  </a:cubicBezTo>
                  <a:cubicBezTo>
                    <a:pt x="5752" y="2585"/>
                    <a:pt x="5632" y="2389"/>
                    <a:pt x="5439" y="2295"/>
                  </a:cubicBezTo>
                  <a:lnTo>
                    <a:pt x="4102" y="1627"/>
                  </a:lnTo>
                  <a:lnTo>
                    <a:pt x="3434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66"/>
            <p:cNvSpPr/>
            <p:nvPr/>
          </p:nvSpPr>
          <p:spPr>
            <a:xfrm>
              <a:off x="1873075" y="3421150"/>
              <a:ext cx="146375" cy="140600"/>
            </a:xfrm>
            <a:custGeom>
              <a:rect b="b" l="l" r="r" t="t"/>
              <a:pathLst>
                <a:path extrusionOk="0" h="5624" w="5855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3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854" y="3096"/>
                    <a:pt x="5854" y="2503"/>
                    <a:pt x="5439" y="2295"/>
                  </a:cubicBezTo>
                  <a:lnTo>
                    <a:pt x="4102" y="1627"/>
                  </a:lnTo>
                  <a:lnTo>
                    <a:pt x="3433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66"/>
            <p:cNvSpPr/>
            <p:nvPr/>
          </p:nvSpPr>
          <p:spPr>
            <a:xfrm>
              <a:off x="1535000" y="3223325"/>
              <a:ext cx="406450" cy="481825"/>
            </a:xfrm>
            <a:custGeom>
              <a:rect b="b" l="l" r="r" t="t"/>
              <a:pathLst>
                <a:path extrusionOk="0" h="19273" w="16258">
                  <a:moveTo>
                    <a:pt x="9660" y="0"/>
                  </a:moveTo>
                  <a:cubicBezTo>
                    <a:pt x="4399" y="0"/>
                    <a:pt x="0" y="4351"/>
                    <a:pt x="0" y="9636"/>
                  </a:cubicBezTo>
                  <a:cubicBezTo>
                    <a:pt x="0" y="14927"/>
                    <a:pt x="4381" y="19272"/>
                    <a:pt x="9675" y="19272"/>
                  </a:cubicBezTo>
                  <a:cubicBezTo>
                    <a:pt x="12012" y="19269"/>
                    <a:pt x="14270" y="18411"/>
                    <a:pt x="16023" y="16860"/>
                  </a:cubicBezTo>
                  <a:cubicBezTo>
                    <a:pt x="16195" y="16707"/>
                    <a:pt x="16258" y="16463"/>
                    <a:pt x="16176" y="16243"/>
                  </a:cubicBezTo>
                  <a:cubicBezTo>
                    <a:pt x="16098" y="16026"/>
                    <a:pt x="15893" y="15879"/>
                    <a:pt x="15662" y="15872"/>
                  </a:cubicBezTo>
                  <a:cubicBezTo>
                    <a:pt x="11352" y="15752"/>
                    <a:pt x="7980" y="12250"/>
                    <a:pt x="7980" y="7941"/>
                  </a:cubicBezTo>
                  <a:cubicBezTo>
                    <a:pt x="7974" y="5207"/>
                    <a:pt x="9380" y="2662"/>
                    <a:pt x="11696" y="1211"/>
                  </a:cubicBezTo>
                  <a:cubicBezTo>
                    <a:pt x="12129" y="937"/>
                    <a:pt x="12006" y="274"/>
                    <a:pt x="11503" y="178"/>
                  </a:cubicBezTo>
                  <a:cubicBezTo>
                    <a:pt x="10881" y="58"/>
                    <a:pt x="10265" y="0"/>
                    <a:pt x="96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9" name="Google Shape;1869;p66"/>
          <p:cNvSpPr/>
          <p:nvPr/>
        </p:nvSpPr>
        <p:spPr>
          <a:xfrm>
            <a:off x="1554499" y="1871325"/>
            <a:ext cx="433141" cy="511642"/>
          </a:xfrm>
          <a:custGeom>
            <a:rect b="b" l="l" r="r" t="t"/>
            <a:pathLst>
              <a:path extrusionOk="0" h="12729" w="10776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67"/>
          <p:cNvSpPr txBox="1"/>
          <p:nvPr>
            <p:ph type="title"/>
          </p:nvPr>
        </p:nvSpPr>
        <p:spPr>
          <a:xfrm>
            <a:off x="720000" y="445025"/>
            <a:ext cx="4903200" cy="11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Besigheids Reëls</a:t>
            </a:r>
            <a:endParaRPr/>
          </a:p>
        </p:txBody>
      </p:sp>
      <p:sp>
        <p:nvSpPr>
          <p:cNvPr id="1875" name="Google Shape;1875;p67"/>
          <p:cNvSpPr txBox="1"/>
          <p:nvPr>
            <p:ph idx="2" type="title"/>
          </p:nvPr>
        </p:nvSpPr>
        <p:spPr>
          <a:xfrm>
            <a:off x="2644226" y="1615504"/>
            <a:ext cx="45855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Grafiek:</a:t>
            </a:r>
            <a:endParaRPr/>
          </a:p>
        </p:txBody>
      </p:sp>
      <p:cxnSp>
        <p:nvCxnSpPr>
          <p:cNvPr id="1876" name="Google Shape;1876;p67"/>
          <p:cNvCxnSpPr/>
          <p:nvPr/>
        </p:nvCxnSpPr>
        <p:spPr>
          <a:xfrm>
            <a:off x="1311600" y="2721362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7" name="Google Shape;1877;p67"/>
          <p:cNvSpPr txBox="1"/>
          <p:nvPr>
            <p:ph idx="4" type="subTitle"/>
          </p:nvPr>
        </p:nvSpPr>
        <p:spPr>
          <a:xfrm>
            <a:off x="2644226" y="1979448"/>
            <a:ext cx="508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node kan op een van twee vlakke gestoor word: kampus vlak of gebou vlak.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Kampus-node moet aan 'n Kampus gekoppel wees en het geen verdieping nie.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Gebou-node moet aan 'n Gebou gekoppel wees en moet 'n verdieping spesifiseer.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Elke rand tussen twee nodes word slegs een keer gestoor.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Geen duplikaat rande tussen dieselfde twee hoekpunte word toegelaat nie.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16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'n Node kan nie aan homself gekoppel word nie.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8" name="Google Shape;1878;p67"/>
          <p:cNvGrpSpPr/>
          <p:nvPr/>
        </p:nvGrpSpPr>
        <p:grpSpPr>
          <a:xfrm>
            <a:off x="1575028" y="1944020"/>
            <a:ext cx="433146" cy="434240"/>
            <a:chOff x="-61784125" y="3377700"/>
            <a:chExt cx="316650" cy="317450"/>
          </a:xfrm>
        </p:grpSpPr>
        <p:sp>
          <p:nvSpPr>
            <p:cNvPr id="1879" name="Google Shape;1879;p67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67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67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67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67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67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67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2775" lIns="142775" spcFirstLastPara="1" rIns="142775" wrap="square" tIns="142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86"/>
                <a:buFont typeface="Arial"/>
                <a:buNone/>
              </a:pPr>
              <a:r>
                <a:t/>
              </a:r>
              <a:endParaRPr b="0" i="0" sz="218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68"/>
          <p:cNvSpPr txBox="1"/>
          <p:nvPr>
            <p:ph type="title"/>
          </p:nvPr>
        </p:nvSpPr>
        <p:spPr>
          <a:xfrm>
            <a:off x="4084320" y="2302100"/>
            <a:ext cx="4241205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Stelsel Argitektuur</a:t>
            </a:r>
            <a:endParaRPr/>
          </a:p>
        </p:txBody>
      </p:sp>
      <p:sp>
        <p:nvSpPr>
          <p:cNvPr id="1891" name="Google Shape;1891;p68"/>
          <p:cNvSpPr txBox="1"/>
          <p:nvPr>
            <p:ph idx="2" type="title"/>
          </p:nvPr>
        </p:nvSpPr>
        <p:spPr>
          <a:xfrm>
            <a:off x="6562700" y="1241175"/>
            <a:ext cx="17628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892" name="Google Shape;1892;p68"/>
          <p:cNvSpPr txBox="1"/>
          <p:nvPr>
            <p:ph idx="1" type="subTitle"/>
          </p:nvPr>
        </p:nvSpPr>
        <p:spPr>
          <a:xfrm>
            <a:off x="5244525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Stelsel ontwerp en Argitektuur</a:t>
            </a:r>
            <a:endParaRPr/>
          </a:p>
        </p:txBody>
      </p:sp>
      <p:grpSp>
        <p:nvGrpSpPr>
          <p:cNvPr id="1893" name="Google Shape;1893;p68"/>
          <p:cNvGrpSpPr/>
          <p:nvPr/>
        </p:nvGrpSpPr>
        <p:grpSpPr>
          <a:xfrm>
            <a:off x="1969472" y="529416"/>
            <a:ext cx="2287695" cy="2289334"/>
            <a:chOff x="1192500" y="238125"/>
            <a:chExt cx="5235000" cy="5238750"/>
          </a:xfrm>
        </p:grpSpPr>
        <p:sp>
          <p:nvSpPr>
            <p:cNvPr id="1894" name="Google Shape;1894;p68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68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68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68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68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68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68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68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68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68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68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68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68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68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68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68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68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68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68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68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68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68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68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68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68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68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68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68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68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68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68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68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68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68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68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68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68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68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68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68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68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68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68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68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68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68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68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68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68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68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68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68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68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68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68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68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68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68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68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68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68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68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68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68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68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68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68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68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68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68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68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68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68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68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68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68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68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68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68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68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68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68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68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68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68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68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68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68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68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68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68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68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68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68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68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68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68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68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68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68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68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68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68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68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68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68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68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68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68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68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68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68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68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68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68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68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68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68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68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68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68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68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68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68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68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68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68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68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68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68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68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68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68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68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68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68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68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68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68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68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68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68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68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68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68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68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68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68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68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68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68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68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68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68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68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68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68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68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68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68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68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68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68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68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68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68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68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68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68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63" name="Google Shape;2063;p68"/>
          <p:cNvCxnSpPr/>
          <p:nvPr/>
        </p:nvCxnSpPr>
        <p:spPr>
          <a:xfrm>
            <a:off x="6849150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64" name="Google Shape;2064;p68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-703988">
            <a:off x="-1540757" y="2530473"/>
            <a:ext cx="6907361" cy="4474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18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Stelsel Ontwerp</a:t>
            </a:r>
            <a:endParaRPr/>
          </a:p>
        </p:txBody>
      </p:sp>
      <p:sp>
        <p:nvSpPr>
          <p:cNvPr id="2070" name="Google Shape;2070;p69"/>
          <p:cNvSpPr txBox="1"/>
          <p:nvPr>
            <p:ph idx="1" type="body"/>
          </p:nvPr>
        </p:nvSpPr>
        <p:spPr>
          <a:xfrm>
            <a:off x="878650" y="1424100"/>
            <a:ext cx="5308790" cy="3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Gebruiker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│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▼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Gebruikerskoppelvlak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│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   ├ React/CSS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   ├ JavaScript/TypeScript</a:t>
            </a:r>
            <a:endParaRPr sz="1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   ├ Lokale data sortering*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▼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Toepassingslaag (API)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│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   ├ Python</a:t>
            </a:r>
            <a:endParaRPr sz="1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   ├ SQLite</a:t>
            </a:r>
            <a:endParaRPr sz="1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├ Grafiek Verwerking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├ Kortste-roete-algoritme (Dijkstra se algoritme)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└─ Soek- en filterfunksies</a:t>
            </a:r>
            <a:endParaRPr sz="1100"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│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   ▼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Relasionele Databasis</a:t>
            </a:r>
            <a:endParaRPr sz="1100"/>
          </a:p>
        </p:txBody>
      </p:sp>
      <p:grpSp>
        <p:nvGrpSpPr>
          <p:cNvPr id="2071" name="Google Shape;2071;p69"/>
          <p:cNvGrpSpPr/>
          <p:nvPr/>
        </p:nvGrpSpPr>
        <p:grpSpPr>
          <a:xfrm>
            <a:off x="5192772" y="3542516"/>
            <a:ext cx="2287695" cy="2289334"/>
            <a:chOff x="1192500" y="238125"/>
            <a:chExt cx="5235000" cy="5238750"/>
          </a:xfrm>
        </p:grpSpPr>
        <p:sp>
          <p:nvSpPr>
            <p:cNvPr id="2072" name="Google Shape;2072;p69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69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69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69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69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69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69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69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69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69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69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69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69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69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69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69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69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69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69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69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69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69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69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69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69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69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69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69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69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69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69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69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69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69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69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69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69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69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69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69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69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69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69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69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69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69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69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69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69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69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69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69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69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69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69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69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69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69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69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69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69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69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69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69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69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69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69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69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69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69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69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69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69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69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69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69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69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69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69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69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69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69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69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69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69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69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69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69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69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69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69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69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69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69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69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69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69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69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69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69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69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69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69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69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69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69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69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69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69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69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69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69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69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69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69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69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69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69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69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69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69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69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69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69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69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69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69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69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69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69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69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69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69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69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69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69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69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69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69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69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69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69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69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69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69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69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69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69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69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69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69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69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69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69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69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69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69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69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69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69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69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69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69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69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69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69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69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69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69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41" name="Google Shape;2241;p69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385896">
            <a:off x="6121022" y="954127"/>
            <a:ext cx="6266355" cy="4059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0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70"/>
          <p:cNvSpPr txBox="1"/>
          <p:nvPr>
            <p:ph type="title"/>
          </p:nvPr>
        </p:nvSpPr>
        <p:spPr>
          <a:xfrm>
            <a:off x="541020" y="2302100"/>
            <a:ext cx="4983893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Toepaslikheid</a:t>
            </a:r>
            <a:endParaRPr/>
          </a:p>
        </p:txBody>
      </p:sp>
      <p:sp>
        <p:nvSpPr>
          <p:cNvPr id="2247" name="Google Shape;2247;p70"/>
          <p:cNvSpPr txBox="1"/>
          <p:nvPr>
            <p:ph idx="2" type="title"/>
          </p:nvPr>
        </p:nvSpPr>
        <p:spPr>
          <a:xfrm>
            <a:off x="2494438" y="1164975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2248" name="Google Shape;2248;p70"/>
          <p:cNvSpPr txBox="1"/>
          <p:nvPr>
            <p:ph idx="1" type="subTitle"/>
          </p:nvPr>
        </p:nvSpPr>
        <p:spPr>
          <a:xfrm>
            <a:off x="1719388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Toepaslikheid van die oplossing op die voorgestelde probleem</a:t>
            </a:r>
            <a:endParaRPr/>
          </a:p>
        </p:txBody>
      </p:sp>
      <p:cxnSp>
        <p:nvCxnSpPr>
          <p:cNvPr id="2249" name="Google Shape;2249;p70"/>
          <p:cNvCxnSpPr/>
          <p:nvPr/>
        </p:nvCxnSpPr>
        <p:spPr>
          <a:xfrm>
            <a:off x="2577538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50" name="Google Shape;2250;p70"/>
          <p:cNvGrpSpPr/>
          <p:nvPr/>
        </p:nvGrpSpPr>
        <p:grpSpPr>
          <a:xfrm>
            <a:off x="5861384" y="1427078"/>
            <a:ext cx="2287695" cy="2289334"/>
            <a:chOff x="1192500" y="238125"/>
            <a:chExt cx="5235000" cy="5238750"/>
          </a:xfrm>
        </p:grpSpPr>
        <p:sp>
          <p:nvSpPr>
            <p:cNvPr id="2251" name="Google Shape;2251;p70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70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70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70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70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70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70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70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70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70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70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70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70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70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70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70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70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70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70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70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70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70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70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70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70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70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70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70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70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70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70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70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70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70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70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70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70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70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70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70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70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70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70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70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70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70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70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70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70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70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70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70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70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70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70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70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70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70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70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70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70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70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70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70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70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70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70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70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70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70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70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70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70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70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70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70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70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70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70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70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70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70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70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70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70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70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70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70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70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70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70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70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70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70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70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70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70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70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70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70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70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70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70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70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70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70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70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70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70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70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70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70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70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70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70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70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70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70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70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70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70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70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70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70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70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70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70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70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70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70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70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70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70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70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70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70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70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70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70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70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70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70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70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70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70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70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70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70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70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70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70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70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70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70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70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70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70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70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70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70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70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70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70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70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70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70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70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70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70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100" fill="hold"/>
                                        <p:tgtEl>
                                          <p:spTgt spid="2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71"/>
          <p:cNvSpPr txBox="1"/>
          <p:nvPr>
            <p:ph idx="1" type="body"/>
          </p:nvPr>
        </p:nvSpPr>
        <p:spPr>
          <a:xfrm>
            <a:off x="704666" y="2723479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Kombineer: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Lokaal roosters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Databasis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Roete berekeninge</a:t>
            </a:r>
            <a:endParaRPr/>
          </a:p>
        </p:txBody>
      </p:sp>
      <p:sp>
        <p:nvSpPr>
          <p:cNvPr id="2425" name="Google Shape;2425;p71"/>
          <p:cNvSpPr txBox="1"/>
          <p:nvPr>
            <p:ph idx="2" type="body"/>
          </p:nvPr>
        </p:nvSpPr>
        <p:spPr>
          <a:xfrm>
            <a:off x="3296709" y="2723479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Los ‘n werklike kampus probleem doeltreffend op, en is aanpasbaar</a:t>
            </a:r>
            <a:endParaRPr/>
          </a:p>
        </p:txBody>
      </p:sp>
      <p:sp>
        <p:nvSpPr>
          <p:cNvPr id="2426" name="Google Shape;2426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Toepaslikheid Op Probleem</a:t>
            </a:r>
            <a:endParaRPr/>
          </a:p>
        </p:txBody>
      </p:sp>
      <p:sp>
        <p:nvSpPr>
          <p:cNvPr id="2427" name="Google Shape;2427;p71"/>
          <p:cNvSpPr txBox="1"/>
          <p:nvPr>
            <p:ph idx="5" type="body"/>
          </p:nvPr>
        </p:nvSpPr>
        <p:spPr>
          <a:xfrm>
            <a:off x="5888915" y="2723479"/>
            <a:ext cx="2519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Demonstreer gebruik van: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Datastrukture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Algoritmes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Databasis bestuur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Gebruikers koppelvlakte</a:t>
            </a:r>
            <a:endParaRPr/>
          </a:p>
        </p:txBody>
      </p:sp>
      <p:cxnSp>
        <p:nvCxnSpPr>
          <p:cNvPr id="2428" name="Google Shape;2428;p71"/>
          <p:cNvCxnSpPr/>
          <p:nvPr/>
        </p:nvCxnSpPr>
        <p:spPr>
          <a:xfrm>
            <a:off x="1499850" y="242303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9" name="Google Shape;2429;p71"/>
          <p:cNvCxnSpPr/>
          <p:nvPr/>
        </p:nvCxnSpPr>
        <p:spPr>
          <a:xfrm>
            <a:off x="4091900" y="242303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0" name="Google Shape;2430;p71"/>
          <p:cNvCxnSpPr/>
          <p:nvPr/>
        </p:nvCxnSpPr>
        <p:spPr>
          <a:xfrm>
            <a:off x="6683950" y="2423038"/>
            <a:ext cx="9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31" name="Google Shape;2431;p71"/>
          <p:cNvGrpSpPr/>
          <p:nvPr/>
        </p:nvGrpSpPr>
        <p:grpSpPr>
          <a:xfrm>
            <a:off x="6920018" y="1638676"/>
            <a:ext cx="488211" cy="456724"/>
            <a:chOff x="3253900" y="1982275"/>
            <a:chExt cx="447325" cy="418475"/>
          </a:xfrm>
        </p:grpSpPr>
        <p:sp>
          <p:nvSpPr>
            <p:cNvPr id="2432" name="Google Shape;2432;p71"/>
            <p:cNvSpPr/>
            <p:nvPr/>
          </p:nvSpPr>
          <p:spPr>
            <a:xfrm>
              <a:off x="3253900" y="2269750"/>
              <a:ext cx="447325" cy="131000"/>
            </a:xfrm>
            <a:custGeom>
              <a:rect b="b" l="l" r="r" t="t"/>
              <a:pathLst>
                <a:path extrusionOk="0" h="5240" w="17893">
                  <a:moveTo>
                    <a:pt x="1066" y="0"/>
                  </a:moveTo>
                  <a:lnTo>
                    <a:pt x="1066" y="4218"/>
                  </a:lnTo>
                  <a:lnTo>
                    <a:pt x="0" y="4218"/>
                  </a:lnTo>
                  <a:lnTo>
                    <a:pt x="0" y="5239"/>
                  </a:lnTo>
                  <a:lnTo>
                    <a:pt x="3197" y="5239"/>
                  </a:lnTo>
                  <a:lnTo>
                    <a:pt x="3197" y="2087"/>
                  </a:lnTo>
                  <a:lnTo>
                    <a:pt x="4218" y="2087"/>
                  </a:lnTo>
                  <a:lnTo>
                    <a:pt x="4218" y="5239"/>
                  </a:lnTo>
                  <a:lnTo>
                    <a:pt x="5284" y="5239"/>
                  </a:lnTo>
                  <a:lnTo>
                    <a:pt x="5284" y="2087"/>
                  </a:lnTo>
                  <a:lnTo>
                    <a:pt x="6305" y="2087"/>
                  </a:lnTo>
                  <a:lnTo>
                    <a:pt x="6305" y="5239"/>
                  </a:lnTo>
                  <a:lnTo>
                    <a:pt x="7370" y="5239"/>
                  </a:lnTo>
                  <a:lnTo>
                    <a:pt x="7370" y="2087"/>
                  </a:lnTo>
                  <a:lnTo>
                    <a:pt x="8436" y="2087"/>
                  </a:lnTo>
                  <a:lnTo>
                    <a:pt x="8436" y="5239"/>
                  </a:lnTo>
                  <a:lnTo>
                    <a:pt x="9457" y="5239"/>
                  </a:lnTo>
                  <a:lnTo>
                    <a:pt x="9457" y="2087"/>
                  </a:lnTo>
                  <a:lnTo>
                    <a:pt x="10523" y="2087"/>
                  </a:lnTo>
                  <a:lnTo>
                    <a:pt x="10523" y="5239"/>
                  </a:lnTo>
                  <a:lnTo>
                    <a:pt x="11544" y="5239"/>
                  </a:lnTo>
                  <a:lnTo>
                    <a:pt x="11544" y="2087"/>
                  </a:lnTo>
                  <a:lnTo>
                    <a:pt x="12609" y="2087"/>
                  </a:lnTo>
                  <a:lnTo>
                    <a:pt x="12609" y="5239"/>
                  </a:lnTo>
                  <a:lnTo>
                    <a:pt x="13675" y="5239"/>
                  </a:lnTo>
                  <a:lnTo>
                    <a:pt x="13675" y="2087"/>
                  </a:lnTo>
                  <a:lnTo>
                    <a:pt x="14696" y="2087"/>
                  </a:lnTo>
                  <a:lnTo>
                    <a:pt x="14696" y="5239"/>
                  </a:lnTo>
                  <a:lnTo>
                    <a:pt x="17893" y="5239"/>
                  </a:lnTo>
                  <a:lnTo>
                    <a:pt x="17893" y="4218"/>
                  </a:lnTo>
                  <a:lnTo>
                    <a:pt x="16783" y="4218"/>
                  </a:lnTo>
                  <a:lnTo>
                    <a:pt x="16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71"/>
            <p:cNvSpPr/>
            <p:nvPr/>
          </p:nvSpPr>
          <p:spPr>
            <a:xfrm>
              <a:off x="3253900" y="2269750"/>
              <a:ext cx="447325" cy="131000"/>
            </a:xfrm>
            <a:custGeom>
              <a:rect b="b" l="l" r="r" t="t"/>
              <a:pathLst>
                <a:path extrusionOk="0" fill="none" h="5240" w="17893">
                  <a:moveTo>
                    <a:pt x="16783" y="0"/>
                  </a:moveTo>
                  <a:lnTo>
                    <a:pt x="1066" y="0"/>
                  </a:lnTo>
                  <a:lnTo>
                    <a:pt x="1066" y="4218"/>
                  </a:lnTo>
                  <a:lnTo>
                    <a:pt x="0" y="4218"/>
                  </a:lnTo>
                  <a:lnTo>
                    <a:pt x="0" y="5239"/>
                  </a:lnTo>
                  <a:lnTo>
                    <a:pt x="0" y="5239"/>
                  </a:lnTo>
                  <a:lnTo>
                    <a:pt x="3197" y="5239"/>
                  </a:lnTo>
                  <a:lnTo>
                    <a:pt x="3197" y="2087"/>
                  </a:lnTo>
                  <a:lnTo>
                    <a:pt x="4218" y="2087"/>
                  </a:lnTo>
                  <a:lnTo>
                    <a:pt x="4218" y="5239"/>
                  </a:lnTo>
                  <a:lnTo>
                    <a:pt x="5284" y="5239"/>
                  </a:lnTo>
                  <a:lnTo>
                    <a:pt x="5284" y="2087"/>
                  </a:lnTo>
                  <a:lnTo>
                    <a:pt x="6305" y="2087"/>
                  </a:lnTo>
                  <a:lnTo>
                    <a:pt x="6305" y="5239"/>
                  </a:lnTo>
                  <a:lnTo>
                    <a:pt x="7370" y="5239"/>
                  </a:lnTo>
                  <a:lnTo>
                    <a:pt x="7370" y="2087"/>
                  </a:lnTo>
                  <a:lnTo>
                    <a:pt x="8436" y="2087"/>
                  </a:lnTo>
                  <a:lnTo>
                    <a:pt x="8436" y="5239"/>
                  </a:lnTo>
                  <a:lnTo>
                    <a:pt x="9457" y="5239"/>
                  </a:lnTo>
                  <a:lnTo>
                    <a:pt x="9457" y="2087"/>
                  </a:lnTo>
                  <a:lnTo>
                    <a:pt x="10523" y="2087"/>
                  </a:lnTo>
                  <a:lnTo>
                    <a:pt x="10523" y="5239"/>
                  </a:lnTo>
                  <a:lnTo>
                    <a:pt x="11544" y="5239"/>
                  </a:lnTo>
                  <a:lnTo>
                    <a:pt x="11544" y="2087"/>
                  </a:lnTo>
                  <a:lnTo>
                    <a:pt x="12609" y="2087"/>
                  </a:lnTo>
                  <a:lnTo>
                    <a:pt x="12609" y="5239"/>
                  </a:lnTo>
                  <a:lnTo>
                    <a:pt x="13675" y="5239"/>
                  </a:lnTo>
                  <a:lnTo>
                    <a:pt x="13675" y="2087"/>
                  </a:lnTo>
                  <a:lnTo>
                    <a:pt x="14696" y="2087"/>
                  </a:lnTo>
                  <a:lnTo>
                    <a:pt x="14696" y="5239"/>
                  </a:lnTo>
                  <a:lnTo>
                    <a:pt x="14696" y="5239"/>
                  </a:lnTo>
                  <a:lnTo>
                    <a:pt x="17893" y="5239"/>
                  </a:lnTo>
                  <a:lnTo>
                    <a:pt x="17893" y="4218"/>
                  </a:lnTo>
                  <a:lnTo>
                    <a:pt x="16783" y="4218"/>
                  </a:lnTo>
                  <a:lnTo>
                    <a:pt x="16783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71"/>
            <p:cNvSpPr/>
            <p:nvPr/>
          </p:nvSpPr>
          <p:spPr>
            <a:xfrm>
              <a:off x="3673450" y="22697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71"/>
            <p:cNvSpPr/>
            <p:nvPr/>
          </p:nvSpPr>
          <p:spPr>
            <a:xfrm>
              <a:off x="3253900" y="1982275"/>
              <a:ext cx="294150" cy="131000"/>
            </a:xfrm>
            <a:custGeom>
              <a:rect b="b" l="l" r="r" t="t"/>
              <a:pathLst>
                <a:path extrusionOk="0" h="5240" w="11766">
                  <a:moveTo>
                    <a:pt x="1066" y="0"/>
                  </a:moveTo>
                  <a:lnTo>
                    <a:pt x="1066" y="4174"/>
                  </a:lnTo>
                  <a:lnTo>
                    <a:pt x="0" y="4174"/>
                  </a:lnTo>
                  <a:lnTo>
                    <a:pt x="0" y="5239"/>
                  </a:lnTo>
                  <a:lnTo>
                    <a:pt x="3197" y="5239"/>
                  </a:lnTo>
                  <a:lnTo>
                    <a:pt x="3197" y="3108"/>
                  </a:lnTo>
                  <a:lnTo>
                    <a:pt x="4218" y="3108"/>
                  </a:lnTo>
                  <a:lnTo>
                    <a:pt x="4218" y="5239"/>
                  </a:lnTo>
                  <a:lnTo>
                    <a:pt x="5284" y="5239"/>
                  </a:lnTo>
                  <a:lnTo>
                    <a:pt x="5284" y="3108"/>
                  </a:lnTo>
                  <a:lnTo>
                    <a:pt x="6305" y="3108"/>
                  </a:lnTo>
                  <a:lnTo>
                    <a:pt x="6305" y="5239"/>
                  </a:lnTo>
                  <a:lnTo>
                    <a:pt x="7370" y="5239"/>
                  </a:lnTo>
                  <a:lnTo>
                    <a:pt x="7370" y="3108"/>
                  </a:lnTo>
                  <a:lnTo>
                    <a:pt x="8436" y="3108"/>
                  </a:lnTo>
                  <a:lnTo>
                    <a:pt x="8436" y="5239"/>
                  </a:lnTo>
                  <a:lnTo>
                    <a:pt x="11766" y="5239"/>
                  </a:lnTo>
                  <a:lnTo>
                    <a:pt x="10345" y="1021"/>
                  </a:lnTo>
                  <a:lnTo>
                    <a:pt x="6038" y="1021"/>
                  </a:lnTo>
                  <a:lnTo>
                    <a:pt x="49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71"/>
            <p:cNvSpPr/>
            <p:nvPr/>
          </p:nvSpPr>
          <p:spPr>
            <a:xfrm>
              <a:off x="3253900" y="1982275"/>
              <a:ext cx="294150" cy="131000"/>
            </a:xfrm>
            <a:custGeom>
              <a:rect b="b" l="l" r="r" t="t"/>
              <a:pathLst>
                <a:path extrusionOk="0" fill="none" h="5240" w="11766">
                  <a:moveTo>
                    <a:pt x="3197" y="5239"/>
                  </a:moveTo>
                  <a:lnTo>
                    <a:pt x="3197" y="3108"/>
                  </a:lnTo>
                  <a:lnTo>
                    <a:pt x="4218" y="3108"/>
                  </a:lnTo>
                  <a:lnTo>
                    <a:pt x="4218" y="5239"/>
                  </a:lnTo>
                  <a:lnTo>
                    <a:pt x="5284" y="5239"/>
                  </a:lnTo>
                  <a:lnTo>
                    <a:pt x="5284" y="3108"/>
                  </a:lnTo>
                  <a:lnTo>
                    <a:pt x="6305" y="3108"/>
                  </a:lnTo>
                  <a:lnTo>
                    <a:pt x="6305" y="5239"/>
                  </a:lnTo>
                  <a:lnTo>
                    <a:pt x="7370" y="5239"/>
                  </a:lnTo>
                  <a:lnTo>
                    <a:pt x="7370" y="3108"/>
                  </a:lnTo>
                  <a:lnTo>
                    <a:pt x="8436" y="3108"/>
                  </a:lnTo>
                  <a:lnTo>
                    <a:pt x="8436" y="5239"/>
                  </a:lnTo>
                  <a:lnTo>
                    <a:pt x="11766" y="5239"/>
                  </a:lnTo>
                  <a:lnTo>
                    <a:pt x="10345" y="1021"/>
                  </a:lnTo>
                  <a:lnTo>
                    <a:pt x="6038" y="1021"/>
                  </a:lnTo>
                  <a:lnTo>
                    <a:pt x="4973" y="0"/>
                  </a:lnTo>
                  <a:lnTo>
                    <a:pt x="1066" y="0"/>
                  </a:lnTo>
                  <a:lnTo>
                    <a:pt x="1066" y="4174"/>
                  </a:lnTo>
                  <a:lnTo>
                    <a:pt x="0" y="4174"/>
                  </a:lnTo>
                  <a:lnTo>
                    <a:pt x="0" y="5239"/>
                  </a:lnTo>
                  <a:lnTo>
                    <a:pt x="0" y="5239"/>
                  </a:lnTo>
                  <a:lnTo>
                    <a:pt x="3197" y="5239"/>
                  </a:lnTo>
                  <a:lnTo>
                    <a:pt x="3197" y="523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71"/>
            <p:cNvSpPr/>
            <p:nvPr/>
          </p:nvSpPr>
          <p:spPr>
            <a:xfrm>
              <a:off x="3333800" y="21132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71"/>
            <p:cNvSpPr/>
            <p:nvPr/>
          </p:nvSpPr>
          <p:spPr>
            <a:xfrm>
              <a:off x="3253900" y="2138775"/>
              <a:ext cx="447325" cy="105475"/>
            </a:xfrm>
            <a:custGeom>
              <a:rect b="b" l="l" r="r" t="t"/>
              <a:pathLst>
                <a:path extrusionOk="0" h="4219" w="17893">
                  <a:moveTo>
                    <a:pt x="1066" y="0"/>
                  </a:moveTo>
                  <a:lnTo>
                    <a:pt x="1066" y="3153"/>
                  </a:lnTo>
                  <a:lnTo>
                    <a:pt x="0" y="3153"/>
                  </a:lnTo>
                  <a:lnTo>
                    <a:pt x="0" y="4218"/>
                  </a:lnTo>
                  <a:lnTo>
                    <a:pt x="3197" y="4218"/>
                  </a:lnTo>
                  <a:lnTo>
                    <a:pt x="3197" y="2087"/>
                  </a:lnTo>
                  <a:lnTo>
                    <a:pt x="4218" y="2087"/>
                  </a:lnTo>
                  <a:lnTo>
                    <a:pt x="4218" y="4218"/>
                  </a:lnTo>
                  <a:lnTo>
                    <a:pt x="5284" y="4218"/>
                  </a:lnTo>
                  <a:lnTo>
                    <a:pt x="5284" y="2087"/>
                  </a:lnTo>
                  <a:lnTo>
                    <a:pt x="6305" y="2087"/>
                  </a:lnTo>
                  <a:lnTo>
                    <a:pt x="6305" y="4218"/>
                  </a:lnTo>
                  <a:lnTo>
                    <a:pt x="7370" y="4218"/>
                  </a:lnTo>
                  <a:lnTo>
                    <a:pt x="7370" y="2087"/>
                  </a:lnTo>
                  <a:lnTo>
                    <a:pt x="8436" y="2087"/>
                  </a:lnTo>
                  <a:lnTo>
                    <a:pt x="8436" y="4218"/>
                  </a:lnTo>
                  <a:lnTo>
                    <a:pt x="9457" y="4218"/>
                  </a:lnTo>
                  <a:lnTo>
                    <a:pt x="9457" y="2087"/>
                  </a:lnTo>
                  <a:lnTo>
                    <a:pt x="10523" y="2087"/>
                  </a:lnTo>
                  <a:lnTo>
                    <a:pt x="10523" y="4218"/>
                  </a:lnTo>
                  <a:lnTo>
                    <a:pt x="17893" y="4218"/>
                  </a:lnTo>
                  <a:lnTo>
                    <a:pt x="17893" y="3153"/>
                  </a:lnTo>
                  <a:lnTo>
                    <a:pt x="14208" y="3153"/>
                  </a:lnTo>
                  <a:lnTo>
                    <a:pt x="13497" y="1066"/>
                  </a:lnTo>
                  <a:lnTo>
                    <a:pt x="12476" y="1066"/>
                  </a:lnTo>
                  <a:lnTo>
                    <a:pt x="121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71"/>
            <p:cNvSpPr/>
            <p:nvPr/>
          </p:nvSpPr>
          <p:spPr>
            <a:xfrm>
              <a:off x="3253900" y="2138775"/>
              <a:ext cx="447325" cy="105475"/>
            </a:xfrm>
            <a:custGeom>
              <a:rect b="b" l="l" r="r" t="t"/>
              <a:pathLst>
                <a:path extrusionOk="0" fill="none" h="4219" w="17893">
                  <a:moveTo>
                    <a:pt x="14208" y="3153"/>
                  </a:moveTo>
                  <a:lnTo>
                    <a:pt x="13497" y="1066"/>
                  </a:lnTo>
                  <a:lnTo>
                    <a:pt x="12476" y="1066"/>
                  </a:lnTo>
                  <a:lnTo>
                    <a:pt x="12121" y="0"/>
                  </a:lnTo>
                  <a:lnTo>
                    <a:pt x="1066" y="0"/>
                  </a:lnTo>
                  <a:lnTo>
                    <a:pt x="1066" y="3153"/>
                  </a:lnTo>
                  <a:lnTo>
                    <a:pt x="0" y="3153"/>
                  </a:lnTo>
                  <a:lnTo>
                    <a:pt x="0" y="4218"/>
                  </a:lnTo>
                  <a:lnTo>
                    <a:pt x="0" y="4218"/>
                  </a:lnTo>
                  <a:lnTo>
                    <a:pt x="3197" y="4218"/>
                  </a:lnTo>
                  <a:lnTo>
                    <a:pt x="3197" y="2087"/>
                  </a:lnTo>
                  <a:lnTo>
                    <a:pt x="4218" y="2087"/>
                  </a:lnTo>
                  <a:lnTo>
                    <a:pt x="4218" y="4218"/>
                  </a:lnTo>
                  <a:lnTo>
                    <a:pt x="5284" y="4218"/>
                  </a:lnTo>
                  <a:lnTo>
                    <a:pt x="5284" y="2087"/>
                  </a:lnTo>
                  <a:lnTo>
                    <a:pt x="6305" y="2087"/>
                  </a:lnTo>
                  <a:lnTo>
                    <a:pt x="6305" y="4218"/>
                  </a:lnTo>
                  <a:lnTo>
                    <a:pt x="7370" y="4218"/>
                  </a:lnTo>
                  <a:lnTo>
                    <a:pt x="7370" y="2087"/>
                  </a:lnTo>
                  <a:lnTo>
                    <a:pt x="8436" y="2087"/>
                  </a:lnTo>
                  <a:lnTo>
                    <a:pt x="8436" y="4218"/>
                  </a:lnTo>
                  <a:lnTo>
                    <a:pt x="9457" y="4218"/>
                  </a:lnTo>
                  <a:lnTo>
                    <a:pt x="9457" y="2087"/>
                  </a:lnTo>
                  <a:lnTo>
                    <a:pt x="10523" y="2087"/>
                  </a:lnTo>
                  <a:lnTo>
                    <a:pt x="10523" y="4218"/>
                  </a:lnTo>
                  <a:lnTo>
                    <a:pt x="10523" y="4218"/>
                  </a:lnTo>
                  <a:lnTo>
                    <a:pt x="17893" y="4218"/>
                  </a:lnTo>
                  <a:lnTo>
                    <a:pt x="17893" y="3153"/>
                  </a:lnTo>
                  <a:lnTo>
                    <a:pt x="14208" y="3153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71"/>
            <p:cNvSpPr/>
            <p:nvPr/>
          </p:nvSpPr>
          <p:spPr>
            <a:xfrm>
              <a:off x="3609075" y="22175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1" name="Google Shape;2441;p71"/>
          <p:cNvGrpSpPr/>
          <p:nvPr/>
        </p:nvGrpSpPr>
        <p:grpSpPr>
          <a:xfrm>
            <a:off x="4327775" y="1653225"/>
            <a:ext cx="488238" cy="428866"/>
            <a:chOff x="3986475" y="2701525"/>
            <a:chExt cx="447350" cy="392950"/>
          </a:xfrm>
        </p:grpSpPr>
        <p:sp>
          <p:nvSpPr>
            <p:cNvPr id="2442" name="Google Shape;2442;p71"/>
            <p:cNvSpPr/>
            <p:nvPr/>
          </p:nvSpPr>
          <p:spPr>
            <a:xfrm>
              <a:off x="4302825" y="2701525"/>
              <a:ext cx="131000" cy="209800"/>
            </a:xfrm>
            <a:custGeom>
              <a:rect b="b" l="l" r="r" t="t"/>
              <a:pathLst>
                <a:path extrusionOk="0" h="8392" w="5240">
                  <a:moveTo>
                    <a:pt x="3108" y="3153"/>
                  </a:moveTo>
                  <a:lnTo>
                    <a:pt x="3108" y="5240"/>
                  </a:lnTo>
                  <a:lnTo>
                    <a:pt x="2087" y="5240"/>
                  </a:lnTo>
                  <a:lnTo>
                    <a:pt x="2087" y="3153"/>
                  </a:lnTo>
                  <a:close/>
                  <a:moveTo>
                    <a:pt x="0" y="0"/>
                  </a:moveTo>
                  <a:lnTo>
                    <a:pt x="0" y="8392"/>
                  </a:lnTo>
                  <a:lnTo>
                    <a:pt x="5239" y="8392"/>
                  </a:lnTo>
                  <a:lnTo>
                    <a:pt x="5239" y="0"/>
                  </a:lnTo>
                  <a:lnTo>
                    <a:pt x="4174" y="0"/>
                  </a:lnTo>
                  <a:lnTo>
                    <a:pt x="4174" y="1022"/>
                  </a:lnTo>
                  <a:lnTo>
                    <a:pt x="3108" y="1022"/>
                  </a:lnTo>
                  <a:lnTo>
                    <a:pt x="3108" y="0"/>
                  </a:lnTo>
                  <a:lnTo>
                    <a:pt x="2087" y="0"/>
                  </a:lnTo>
                  <a:lnTo>
                    <a:pt x="2087" y="1022"/>
                  </a:lnTo>
                  <a:lnTo>
                    <a:pt x="1021" y="1022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71"/>
            <p:cNvSpPr/>
            <p:nvPr/>
          </p:nvSpPr>
          <p:spPr>
            <a:xfrm>
              <a:off x="4302825" y="2701525"/>
              <a:ext cx="131000" cy="209800"/>
            </a:xfrm>
            <a:custGeom>
              <a:rect b="b" l="l" r="r" t="t"/>
              <a:pathLst>
                <a:path extrusionOk="0" fill="none" h="8392" w="5240">
                  <a:moveTo>
                    <a:pt x="4174" y="0"/>
                  </a:moveTo>
                  <a:lnTo>
                    <a:pt x="4174" y="1022"/>
                  </a:lnTo>
                  <a:lnTo>
                    <a:pt x="3108" y="1022"/>
                  </a:lnTo>
                  <a:lnTo>
                    <a:pt x="3108" y="0"/>
                  </a:lnTo>
                  <a:lnTo>
                    <a:pt x="2087" y="0"/>
                  </a:lnTo>
                  <a:lnTo>
                    <a:pt x="2087" y="1022"/>
                  </a:lnTo>
                  <a:lnTo>
                    <a:pt x="1021" y="1022"/>
                  </a:lnTo>
                  <a:lnTo>
                    <a:pt x="102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8392"/>
                  </a:lnTo>
                  <a:lnTo>
                    <a:pt x="5239" y="8392"/>
                  </a:lnTo>
                  <a:lnTo>
                    <a:pt x="5239" y="8392"/>
                  </a:lnTo>
                  <a:lnTo>
                    <a:pt x="5239" y="0"/>
                  </a:lnTo>
                  <a:lnTo>
                    <a:pt x="4174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71"/>
            <p:cNvSpPr/>
            <p:nvPr/>
          </p:nvSpPr>
          <p:spPr>
            <a:xfrm>
              <a:off x="4354975" y="2780325"/>
              <a:ext cx="25550" cy="52200"/>
            </a:xfrm>
            <a:custGeom>
              <a:rect b="b" l="l" r="r" t="t"/>
              <a:pathLst>
                <a:path extrusionOk="0" fill="none" h="2088" w="1022">
                  <a:moveTo>
                    <a:pt x="1022" y="2088"/>
                  </a:moveTo>
                  <a:lnTo>
                    <a:pt x="1" y="2088"/>
                  </a:lnTo>
                  <a:lnTo>
                    <a:pt x="1" y="1"/>
                  </a:lnTo>
                  <a:lnTo>
                    <a:pt x="1022" y="1"/>
                  </a:lnTo>
                  <a:lnTo>
                    <a:pt x="1022" y="208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71"/>
            <p:cNvSpPr/>
            <p:nvPr/>
          </p:nvSpPr>
          <p:spPr>
            <a:xfrm>
              <a:off x="4380500" y="28325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71"/>
            <p:cNvSpPr/>
            <p:nvPr/>
          </p:nvSpPr>
          <p:spPr>
            <a:xfrm>
              <a:off x="3986475" y="2753700"/>
              <a:ext cx="131000" cy="209800"/>
            </a:xfrm>
            <a:custGeom>
              <a:rect b="b" l="l" r="r" t="t"/>
              <a:pathLst>
                <a:path extrusionOk="0" h="8392" w="5240">
                  <a:moveTo>
                    <a:pt x="3153" y="3153"/>
                  </a:moveTo>
                  <a:lnTo>
                    <a:pt x="3153" y="5239"/>
                  </a:lnTo>
                  <a:lnTo>
                    <a:pt x="2087" y="5239"/>
                  </a:lnTo>
                  <a:lnTo>
                    <a:pt x="2087" y="3153"/>
                  </a:lnTo>
                  <a:close/>
                  <a:moveTo>
                    <a:pt x="0" y="0"/>
                  </a:moveTo>
                  <a:lnTo>
                    <a:pt x="0" y="8392"/>
                  </a:lnTo>
                  <a:lnTo>
                    <a:pt x="5239" y="8392"/>
                  </a:lnTo>
                  <a:lnTo>
                    <a:pt x="5239" y="0"/>
                  </a:lnTo>
                  <a:lnTo>
                    <a:pt x="4174" y="0"/>
                  </a:lnTo>
                  <a:lnTo>
                    <a:pt x="4174" y="1066"/>
                  </a:lnTo>
                  <a:lnTo>
                    <a:pt x="3153" y="1066"/>
                  </a:lnTo>
                  <a:lnTo>
                    <a:pt x="3153" y="0"/>
                  </a:lnTo>
                  <a:lnTo>
                    <a:pt x="2087" y="0"/>
                  </a:lnTo>
                  <a:lnTo>
                    <a:pt x="2087" y="1066"/>
                  </a:lnTo>
                  <a:lnTo>
                    <a:pt x="1022" y="1066"/>
                  </a:lnTo>
                  <a:lnTo>
                    <a:pt x="10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71"/>
            <p:cNvSpPr/>
            <p:nvPr/>
          </p:nvSpPr>
          <p:spPr>
            <a:xfrm>
              <a:off x="3986475" y="2753700"/>
              <a:ext cx="131000" cy="209800"/>
            </a:xfrm>
            <a:custGeom>
              <a:rect b="b" l="l" r="r" t="t"/>
              <a:pathLst>
                <a:path extrusionOk="0" fill="none" h="8392" w="5240">
                  <a:moveTo>
                    <a:pt x="5239" y="0"/>
                  </a:moveTo>
                  <a:lnTo>
                    <a:pt x="4174" y="0"/>
                  </a:lnTo>
                  <a:lnTo>
                    <a:pt x="4174" y="1066"/>
                  </a:lnTo>
                  <a:lnTo>
                    <a:pt x="3153" y="1066"/>
                  </a:lnTo>
                  <a:lnTo>
                    <a:pt x="3153" y="0"/>
                  </a:lnTo>
                  <a:lnTo>
                    <a:pt x="2087" y="0"/>
                  </a:lnTo>
                  <a:lnTo>
                    <a:pt x="2087" y="1066"/>
                  </a:lnTo>
                  <a:lnTo>
                    <a:pt x="1022" y="1066"/>
                  </a:lnTo>
                  <a:lnTo>
                    <a:pt x="102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8392"/>
                  </a:lnTo>
                  <a:lnTo>
                    <a:pt x="5239" y="8392"/>
                  </a:lnTo>
                  <a:lnTo>
                    <a:pt x="5239" y="8392"/>
                  </a:lnTo>
                  <a:lnTo>
                    <a:pt x="5239" y="0"/>
                  </a:lnTo>
                  <a:lnTo>
                    <a:pt x="5239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71"/>
            <p:cNvSpPr/>
            <p:nvPr/>
          </p:nvSpPr>
          <p:spPr>
            <a:xfrm>
              <a:off x="4038650" y="2832500"/>
              <a:ext cx="26650" cy="52200"/>
            </a:xfrm>
            <a:custGeom>
              <a:rect b="b" l="l" r="r" t="t"/>
              <a:pathLst>
                <a:path extrusionOk="0" fill="none" h="2088" w="1066">
                  <a:moveTo>
                    <a:pt x="1066" y="2087"/>
                  </a:moveTo>
                  <a:lnTo>
                    <a:pt x="0" y="2087"/>
                  </a:lnTo>
                  <a:lnTo>
                    <a:pt x="0" y="1"/>
                  </a:lnTo>
                  <a:lnTo>
                    <a:pt x="1066" y="1"/>
                  </a:lnTo>
                  <a:lnTo>
                    <a:pt x="1066" y="2087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71"/>
            <p:cNvSpPr/>
            <p:nvPr/>
          </p:nvSpPr>
          <p:spPr>
            <a:xfrm>
              <a:off x="4065275" y="28846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71"/>
            <p:cNvSpPr/>
            <p:nvPr/>
          </p:nvSpPr>
          <p:spPr>
            <a:xfrm>
              <a:off x="4179600" y="2936850"/>
              <a:ext cx="254225" cy="78825"/>
            </a:xfrm>
            <a:custGeom>
              <a:rect b="b" l="l" r="r" t="t"/>
              <a:pathLst>
                <a:path extrusionOk="0" h="3153" w="10169">
                  <a:moveTo>
                    <a:pt x="1999" y="0"/>
                  </a:moveTo>
                  <a:lnTo>
                    <a:pt x="1" y="1998"/>
                  </a:lnTo>
                  <a:lnTo>
                    <a:pt x="2354" y="3152"/>
                  </a:lnTo>
                  <a:lnTo>
                    <a:pt x="10168" y="3152"/>
                  </a:lnTo>
                  <a:lnTo>
                    <a:pt x="101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71"/>
            <p:cNvSpPr/>
            <p:nvPr/>
          </p:nvSpPr>
          <p:spPr>
            <a:xfrm>
              <a:off x="4179600" y="2936850"/>
              <a:ext cx="254225" cy="78825"/>
            </a:xfrm>
            <a:custGeom>
              <a:rect b="b" l="l" r="r" t="t"/>
              <a:pathLst>
                <a:path extrusionOk="0" fill="none" h="3153" w="10169">
                  <a:moveTo>
                    <a:pt x="1" y="1998"/>
                  </a:moveTo>
                  <a:lnTo>
                    <a:pt x="2354" y="3152"/>
                  </a:lnTo>
                  <a:lnTo>
                    <a:pt x="10168" y="3152"/>
                  </a:lnTo>
                  <a:lnTo>
                    <a:pt x="10168" y="0"/>
                  </a:lnTo>
                  <a:lnTo>
                    <a:pt x="1999" y="0"/>
                  </a:lnTo>
                  <a:lnTo>
                    <a:pt x="1" y="199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71"/>
            <p:cNvSpPr/>
            <p:nvPr/>
          </p:nvSpPr>
          <p:spPr>
            <a:xfrm>
              <a:off x="4179600" y="2986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71"/>
            <p:cNvSpPr/>
            <p:nvPr/>
          </p:nvSpPr>
          <p:spPr>
            <a:xfrm>
              <a:off x="3986475" y="2989000"/>
              <a:ext cx="447350" cy="105475"/>
            </a:xfrm>
            <a:custGeom>
              <a:rect b="b" l="l" r="r" t="t"/>
              <a:pathLst>
                <a:path extrusionOk="0" h="4219" w="17894">
                  <a:moveTo>
                    <a:pt x="0" y="1"/>
                  </a:moveTo>
                  <a:lnTo>
                    <a:pt x="0" y="4219"/>
                  </a:lnTo>
                  <a:lnTo>
                    <a:pt x="17893" y="4219"/>
                  </a:lnTo>
                  <a:lnTo>
                    <a:pt x="17893" y="2132"/>
                  </a:lnTo>
                  <a:lnTo>
                    <a:pt x="9813" y="2132"/>
                  </a:lnTo>
                  <a:lnTo>
                    <a:pt x="56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71"/>
            <p:cNvSpPr/>
            <p:nvPr/>
          </p:nvSpPr>
          <p:spPr>
            <a:xfrm>
              <a:off x="3986475" y="2989000"/>
              <a:ext cx="447350" cy="105475"/>
            </a:xfrm>
            <a:custGeom>
              <a:rect b="b" l="l" r="r" t="t"/>
              <a:pathLst>
                <a:path extrusionOk="0" fill="none" h="4219" w="17894">
                  <a:moveTo>
                    <a:pt x="5639" y="1"/>
                  </a:moveTo>
                  <a:lnTo>
                    <a:pt x="0" y="1"/>
                  </a:lnTo>
                  <a:lnTo>
                    <a:pt x="0" y="4219"/>
                  </a:lnTo>
                  <a:lnTo>
                    <a:pt x="17893" y="4219"/>
                  </a:lnTo>
                  <a:lnTo>
                    <a:pt x="17893" y="2132"/>
                  </a:lnTo>
                  <a:lnTo>
                    <a:pt x="9813" y="2132"/>
                  </a:lnTo>
                  <a:lnTo>
                    <a:pt x="5639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71"/>
            <p:cNvSpPr/>
            <p:nvPr/>
          </p:nvSpPr>
          <p:spPr>
            <a:xfrm>
              <a:off x="4127450" y="29890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71"/>
            <p:cNvSpPr/>
            <p:nvPr/>
          </p:nvSpPr>
          <p:spPr>
            <a:xfrm>
              <a:off x="4142975" y="2858025"/>
              <a:ext cx="133225" cy="105475"/>
            </a:xfrm>
            <a:custGeom>
              <a:rect b="b" l="l" r="r" t="t"/>
              <a:pathLst>
                <a:path extrusionOk="0" h="4219" w="5329">
                  <a:moveTo>
                    <a:pt x="2176" y="1"/>
                  </a:moveTo>
                  <a:lnTo>
                    <a:pt x="89" y="2132"/>
                  </a:lnTo>
                  <a:lnTo>
                    <a:pt x="1" y="2132"/>
                  </a:lnTo>
                  <a:lnTo>
                    <a:pt x="1" y="4219"/>
                  </a:lnTo>
                  <a:lnTo>
                    <a:pt x="933" y="4219"/>
                  </a:lnTo>
                  <a:lnTo>
                    <a:pt x="3020" y="2132"/>
                  </a:lnTo>
                  <a:lnTo>
                    <a:pt x="5328" y="2132"/>
                  </a:lnTo>
                  <a:lnTo>
                    <a:pt x="53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71"/>
            <p:cNvSpPr/>
            <p:nvPr/>
          </p:nvSpPr>
          <p:spPr>
            <a:xfrm>
              <a:off x="4142975" y="2858025"/>
              <a:ext cx="133225" cy="105475"/>
            </a:xfrm>
            <a:custGeom>
              <a:rect b="b" l="l" r="r" t="t"/>
              <a:pathLst>
                <a:path extrusionOk="0" fill="none" h="4219" w="5329">
                  <a:moveTo>
                    <a:pt x="3020" y="2132"/>
                  </a:moveTo>
                  <a:lnTo>
                    <a:pt x="5328" y="2132"/>
                  </a:lnTo>
                  <a:lnTo>
                    <a:pt x="5328" y="1"/>
                  </a:lnTo>
                  <a:lnTo>
                    <a:pt x="2176" y="1"/>
                  </a:lnTo>
                  <a:lnTo>
                    <a:pt x="89" y="2132"/>
                  </a:lnTo>
                  <a:lnTo>
                    <a:pt x="1" y="2132"/>
                  </a:lnTo>
                  <a:lnTo>
                    <a:pt x="1" y="4219"/>
                  </a:lnTo>
                  <a:lnTo>
                    <a:pt x="933" y="4219"/>
                  </a:lnTo>
                  <a:lnTo>
                    <a:pt x="3020" y="213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71"/>
            <p:cNvSpPr/>
            <p:nvPr/>
          </p:nvSpPr>
          <p:spPr>
            <a:xfrm>
              <a:off x="4218450" y="29113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9" name="Google Shape;2459;p71"/>
          <p:cNvGrpSpPr/>
          <p:nvPr/>
        </p:nvGrpSpPr>
        <p:grpSpPr>
          <a:xfrm>
            <a:off x="1735567" y="1622939"/>
            <a:ext cx="488211" cy="488238"/>
            <a:chOff x="6934550" y="2673775"/>
            <a:chExt cx="447325" cy="447350"/>
          </a:xfrm>
        </p:grpSpPr>
        <p:sp>
          <p:nvSpPr>
            <p:cNvPr id="2460" name="Google Shape;2460;p71"/>
            <p:cNvSpPr/>
            <p:nvPr/>
          </p:nvSpPr>
          <p:spPr>
            <a:xfrm>
              <a:off x="7092150" y="2991225"/>
              <a:ext cx="52200" cy="129900"/>
            </a:xfrm>
            <a:custGeom>
              <a:rect b="b" l="l" r="r" t="t"/>
              <a:pathLst>
                <a:path extrusionOk="0" h="5196" w="2088">
                  <a:moveTo>
                    <a:pt x="2088" y="1"/>
                  </a:moveTo>
                  <a:lnTo>
                    <a:pt x="1688" y="134"/>
                  </a:lnTo>
                  <a:lnTo>
                    <a:pt x="1289" y="311"/>
                  </a:lnTo>
                  <a:lnTo>
                    <a:pt x="933" y="578"/>
                  </a:lnTo>
                  <a:lnTo>
                    <a:pt x="623" y="889"/>
                  </a:lnTo>
                  <a:lnTo>
                    <a:pt x="356" y="1244"/>
                  </a:lnTo>
                  <a:lnTo>
                    <a:pt x="179" y="1688"/>
                  </a:lnTo>
                  <a:lnTo>
                    <a:pt x="45" y="2087"/>
                  </a:lnTo>
                  <a:lnTo>
                    <a:pt x="1" y="2576"/>
                  </a:lnTo>
                  <a:lnTo>
                    <a:pt x="1" y="5195"/>
                  </a:lnTo>
                  <a:lnTo>
                    <a:pt x="2088" y="519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71"/>
            <p:cNvSpPr/>
            <p:nvPr/>
          </p:nvSpPr>
          <p:spPr>
            <a:xfrm>
              <a:off x="7092150" y="2991225"/>
              <a:ext cx="52200" cy="129900"/>
            </a:xfrm>
            <a:custGeom>
              <a:rect b="b" l="l" r="r" t="t"/>
              <a:pathLst>
                <a:path extrusionOk="0" fill="none" h="5196" w="2088">
                  <a:moveTo>
                    <a:pt x="1" y="2576"/>
                  </a:moveTo>
                  <a:lnTo>
                    <a:pt x="1" y="5195"/>
                  </a:lnTo>
                  <a:lnTo>
                    <a:pt x="2088" y="5195"/>
                  </a:lnTo>
                  <a:lnTo>
                    <a:pt x="2088" y="1"/>
                  </a:lnTo>
                  <a:lnTo>
                    <a:pt x="2088" y="1"/>
                  </a:lnTo>
                  <a:lnTo>
                    <a:pt x="1688" y="134"/>
                  </a:lnTo>
                  <a:lnTo>
                    <a:pt x="1289" y="311"/>
                  </a:lnTo>
                  <a:lnTo>
                    <a:pt x="933" y="578"/>
                  </a:lnTo>
                  <a:lnTo>
                    <a:pt x="623" y="889"/>
                  </a:lnTo>
                  <a:lnTo>
                    <a:pt x="356" y="1244"/>
                  </a:lnTo>
                  <a:lnTo>
                    <a:pt x="179" y="1688"/>
                  </a:lnTo>
                  <a:lnTo>
                    <a:pt x="45" y="2087"/>
                  </a:lnTo>
                  <a:lnTo>
                    <a:pt x="1" y="2576"/>
                  </a:lnTo>
                  <a:lnTo>
                    <a:pt x="1" y="257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71"/>
            <p:cNvSpPr/>
            <p:nvPr/>
          </p:nvSpPr>
          <p:spPr>
            <a:xfrm>
              <a:off x="7092150" y="30556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71"/>
            <p:cNvSpPr/>
            <p:nvPr/>
          </p:nvSpPr>
          <p:spPr>
            <a:xfrm>
              <a:off x="7170975" y="2991225"/>
              <a:ext cx="52175" cy="129900"/>
            </a:xfrm>
            <a:custGeom>
              <a:rect b="b" l="l" r="r" t="t"/>
              <a:pathLst>
                <a:path extrusionOk="0" h="5196" w="2087">
                  <a:moveTo>
                    <a:pt x="0" y="1"/>
                  </a:moveTo>
                  <a:lnTo>
                    <a:pt x="0" y="5195"/>
                  </a:lnTo>
                  <a:lnTo>
                    <a:pt x="2087" y="5195"/>
                  </a:lnTo>
                  <a:lnTo>
                    <a:pt x="2087" y="2576"/>
                  </a:lnTo>
                  <a:lnTo>
                    <a:pt x="2043" y="2087"/>
                  </a:lnTo>
                  <a:lnTo>
                    <a:pt x="1954" y="1688"/>
                  </a:lnTo>
                  <a:lnTo>
                    <a:pt x="1732" y="1244"/>
                  </a:lnTo>
                  <a:lnTo>
                    <a:pt x="1510" y="889"/>
                  </a:lnTo>
                  <a:lnTo>
                    <a:pt x="1199" y="578"/>
                  </a:lnTo>
                  <a:lnTo>
                    <a:pt x="844" y="311"/>
                  </a:lnTo>
                  <a:lnTo>
                    <a:pt x="444" y="1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71"/>
            <p:cNvSpPr/>
            <p:nvPr/>
          </p:nvSpPr>
          <p:spPr>
            <a:xfrm>
              <a:off x="7170975" y="2991225"/>
              <a:ext cx="52175" cy="129900"/>
            </a:xfrm>
            <a:custGeom>
              <a:rect b="b" l="l" r="r" t="t"/>
              <a:pathLst>
                <a:path extrusionOk="0" fill="none" h="5196" w="2087">
                  <a:moveTo>
                    <a:pt x="0" y="1"/>
                  </a:moveTo>
                  <a:lnTo>
                    <a:pt x="0" y="5195"/>
                  </a:lnTo>
                  <a:lnTo>
                    <a:pt x="2087" y="5195"/>
                  </a:lnTo>
                  <a:lnTo>
                    <a:pt x="2087" y="2576"/>
                  </a:lnTo>
                  <a:lnTo>
                    <a:pt x="2087" y="2576"/>
                  </a:lnTo>
                  <a:lnTo>
                    <a:pt x="2043" y="2087"/>
                  </a:lnTo>
                  <a:lnTo>
                    <a:pt x="1954" y="1688"/>
                  </a:lnTo>
                  <a:lnTo>
                    <a:pt x="1732" y="1244"/>
                  </a:lnTo>
                  <a:lnTo>
                    <a:pt x="1510" y="889"/>
                  </a:lnTo>
                  <a:lnTo>
                    <a:pt x="1199" y="578"/>
                  </a:lnTo>
                  <a:lnTo>
                    <a:pt x="844" y="311"/>
                  </a:lnTo>
                  <a:lnTo>
                    <a:pt x="444" y="134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71"/>
            <p:cNvSpPr/>
            <p:nvPr/>
          </p:nvSpPr>
          <p:spPr>
            <a:xfrm>
              <a:off x="7170975" y="29912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71"/>
            <p:cNvSpPr/>
            <p:nvPr/>
          </p:nvSpPr>
          <p:spPr>
            <a:xfrm>
              <a:off x="6934550" y="2884675"/>
              <a:ext cx="447325" cy="236450"/>
            </a:xfrm>
            <a:custGeom>
              <a:rect b="b" l="l" r="r" t="t"/>
              <a:pathLst>
                <a:path extrusionOk="0" h="9458" w="17893">
                  <a:moveTo>
                    <a:pt x="5284" y="3153"/>
                  </a:moveTo>
                  <a:lnTo>
                    <a:pt x="5284" y="4218"/>
                  </a:lnTo>
                  <a:lnTo>
                    <a:pt x="2131" y="4218"/>
                  </a:lnTo>
                  <a:lnTo>
                    <a:pt x="2131" y="3153"/>
                  </a:lnTo>
                  <a:close/>
                  <a:moveTo>
                    <a:pt x="15762" y="3153"/>
                  </a:moveTo>
                  <a:lnTo>
                    <a:pt x="15762" y="4218"/>
                  </a:lnTo>
                  <a:lnTo>
                    <a:pt x="12610" y="4218"/>
                  </a:lnTo>
                  <a:lnTo>
                    <a:pt x="12610" y="3153"/>
                  </a:lnTo>
                  <a:close/>
                  <a:moveTo>
                    <a:pt x="0" y="0"/>
                  </a:moveTo>
                  <a:lnTo>
                    <a:pt x="0" y="5239"/>
                  </a:lnTo>
                  <a:lnTo>
                    <a:pt x="3153" y="5239"/>
                  </a:lnTo>
                  <a:lnTo>
                    <a:pt x="3153" y="6305"/>
                  </a:lnTo>
                  <a:lnTo>
                    <a:pt x="0" y="6305"/>
                  </a:lnTo>
                  <a:lnTo>
                    <a:pt x="0" y="9457"/>
                  </a:lnTo>
                  <a:lnTo>
                    <a:pt x="5284" y="9457"/>
                  </a:lnTo>
                  <a:lnTo>
                    <a:pt x="5284" y="7370"/>
                  </a:lnTo>
                  <a:lnTo>
                    <a:pt x="4218" y="7370"/>
                  </a:lnTo>
                  <a:lnTo>
                    <a:pt x="4218" y="6305"/>
                  </a:lnTo>
                  <a:lnTo>
                    <a:pt x="5328" y="6305"/>
                  </a:lnTo>
                  <a:lnTo>
                    <a:pt x="5373" y="5994"/>
                  </a:lnTo>
                  <a:lnTo>
                    <a:pt x="5461" y="5683"/>
                  </a:lnTo>
                  <a:lnTo>
                    <a:pt x="5595" y="5373"/>
                  </a:lnTo>
                  <a:lnTo>
                    <a:pt x="5728" y="5062"/>
                  </a:lnTo>
                  <a:lnTo>
                    <a:pt x="5905" y="4795"/>
                  </a:lnTo>
                  <a:lnTo>
                    <a:pt x="6083" y="4529"/>
                  </a:lnTo>
                  <a:lnTo>
                    <a:pt x="6305" y="4307"/>
                  </a:lnTo>
                  <a:lnTo>
                    <a:pt x="6527" y="4085"/>
                  </a:lnTo>
                  <a:lnTo>
                    <a:pt x="6793" y="3863"/>
                  </a:lnTo>
                  <a:lnTo>
                    <a:pt x="7060" y="3685"/>
                  </a:lnTo>
                  <a:lnTo>
                    <a:pt x="7326" y="3552"/>
                  </a:lnTo>
                  <a:lnTo>
                    <a:pt x="7637" y="3419"/>
                  </a:lnTo>
                  <a:lnTo>
                    <a:pt x="7948" y="3286"/>
                  </a:lnTo>
                  <a:lnTo>
                    <a:pt x="8258" y="3241"/>
                  </a:lnTo>
                  <a:lnTo>
                    <a:pt x="8569" y="3197"/>
                  </a:lnTo>
                  <a:lnTo>
                    <a:pt x="8924" y="3153"/>
                  </a:lnTo>
                  <a:lnTo>
                    <a:pt x="9280" y="3197"/>
                  </a:lnTo>
                  <a:lnTo>
                    <a:pt x="9590" y="3241"/>
                  </a:lnTo>
                  <a:lnTo>
                    <a:pt x="9946" y="3286"/>
                  </a:lnTo>
                  <a:lnTo>
                    <a:pt x="10256" y="3419"/>
                  </a:lnTo>
                  <a:lnTo>
                    <a:pt x="10523" y="3552"/>
                  </a:lnTo>
                  <a:lnTo>
                    <a:pt x="10834" y="3685"/>
                  </a:lnTo>
                  <a:lnTo>
                    <a:pt x="11100" y="3863"/>
                  </a:lnTo>
                  <a:lnTo>
                    <a:pt x="11322" y="4085"/>
                  </a:lnTo>
                  <a:lnTo>
                    <a:pt x="11544" y="4307"/>
                  </a:lnTo>
                  <a:lnTo>
                    <a:pt x="11766" y="4529"/>
                  </a:lnTo>
                  <a:lnTo>
                    <a:pt x="11988" y="4795"/>
                  </a:lnTo>
                  <a:lnTo>
                    <a:pt x="12121" y="5062"/>
                  </a:lnTo>
                  <a:lnTo>
                    <a:pt x="12254" y="5373"/>
                  </a:lnTo>
                  <a:lnTo>
                    <a:pt x="12388" y="5683"/>
                  </a:lnTo>
                  <a:lnTo>
                    <a:pt x="12476" y="5994"/>
                  </a:lnTo>
                  <a:lnTo>
                    <a:pt x="12565" y="6305"/>
                  </a:lnTo>
                  <a:lnTo>
                    <a:pt x="13631" y="6305"/>
                  </a:lnTo>
                  <a:lnTo>
                    <a:pt x="13631" y="7370"/>
                  </a:lnTo>
                  <a:lnTo>
                    <a:pt x="12610" y="7370"/>
                  </a:lnTo>
                  <a:lnTo>
                    <a:pt x="12610" y="9457"/>
                  </a:lnTo>
                  <a:lnTo>
                    <a:pt x="17893" y="9457"/>
                  </a:lnTo>
                  <a:lnTo>
                    <a:pt x="17893" y="6305"/>
                  </a:lnTo>
                  <a:lnTo>
                    <a:pt x="14696" y="6305"/>
                  </a:lnTo>
                  <a:lnTo>
                    <a:pt x="14696" y="5239"/>
                  </a:lnTo>
                  <a:lnTo>
                    <a:pt x="17893" y="5239"/>
                  </a:lnTo>
                  <a:lnTo>
                    <a:pt x="17893" y="0"/>
                  </a:lnTo>
                  <a:lnTo>
                    <a:pt x="14696" y="0"/>
                  </a:lnTo>
                  <a:lnTo>
                    <a:pt x="14696" y="2131"/>
                  </a:lnTo>
                  <a:lnTo>
                    <a:pt x="3153" y="2131"/>
                  </a:lnTo>
                  <a:lnTo>
                    <a:pt x="31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71"/>
            <p:cNvSpPr/>
            <p:nvPr/>
          </p:nvSpPr>
          <p:spPr>
            <a:xfrm>
              <a:off x="6934550" y="2884675"/>
              <a:ext cx="447325" cy="236450"/>
            </a:xfrm>
            <a:custGeom>
              <a:rect b="b" l="l" r="r" t="t"/>
              <a:pathLst>
                <a:path extrusionOk="0" fill="none" h="9458" w="17893">
                  <a:moveTo>
                    <a:pt x="14696" y="6305"/>
                  </a:moveTo>
                  <a:lnTo>
                    <a:pt x="14696" y="5239"/>
                  </a:lnTo>
                  <a:lnTo>
                    <a:pt x="17893" y="5239"/>
                  </a:lnTo>
                  <a:lnTo>
                    <a:pt x="17893" y="0"/>
                  </a:lnTo>
                  <a:lnTo>
                    <a:pt x="14696" y="0"/>
                  </a:lnTo>
                  <a:lnTo>
                    <a:pt x="14696" y="2131"/>
                  </a:lnTo>
                  <a:lnTo>
                    <a:pt x="3153" y="2131"/>
                  </a:lnTo>
                  <a:lnTo>
                    <a:pt x="3153" y="0"/>
                  </a:lnTo>
                  <a:lnTo>
                    <a:pt x="0" y="0"/>
                  </a:lnTo>
                  <a:lnTo>
                    <a:pt x="0" y="5239"/>
                  </a:lnTo>
                  <a:lnTo>
                    <a:pt x="3153" y="5239"/>
                  </a:lnTo>
                  <a:lnTo>
                    <a:pt x="3153" y="6305"/>
                  </a:lnTo>
                  <a:lnTo>
                    <a:pt x="0" y="6305"/>
                  </a:lnTo>
                  <a:lnTo>
                    <a:pt x="0" y="9457"/>
                  </a:lnTo>
                  <a:lnTo>
                    <a:pt x="5284" y="9457"/>
                  </a:lnTo>
                  <a:lnTo>
                    <a:pt x="5284" y="7370"/>
                  </a:lnTo>
                  <a:lnTo>
                    <a:pt x="4218" y="7370"/>
                  </a:lnTo>
                  <a:lnTo>
                    <a:pt x="4218" y="6305"/>
                  </a:lnTo>
                  <a:lnTo>
                    <a:pt x="5328" y="6305"/>
                  </a:lnTo>
                  <a:lnTo>
                    <a:pt x="5328" y="6305"/>
                  </a:lnTo>
                  <a:lnTo>
                    <a:pt x="5373" y="5994"/>
                  </a:lnTo>
                  <a:lnTo>
                    <a:pt x="5461" y="5683"/>
                  </a:lnTo>
                  <a:lnTo>
                    <a:pt x="5595" y="5373"/>
                  </a:lnTo>
                  <a:lnTo>
                    <a:pt x="5728" y="5062"/>
                  </a:lnTo>
                  <a:lnTo>
                    <a:pt x="5905" y="4795"/>
                  </a:lnTo>
                  <a:lnTo>
                    <a:pt x="6083" y="4529"/>
                  </a:lnTo>
                  <a:lnTo>
                    <a:pt x="6305" y="4307"/>
                  </a:lnTo>
                  <a:lnTo>
                    <a:pt x="6527" y="4085"/>
                  </a:lnTo>
                  <a:lnTo>
                    <a:pt x="6793" y="3863"/>
                  </a:lnTo>
                  <a:lnTo>
                    <a:pt x="7060" y="3685"/>
                  </a:lnTo>
                  <a:lnTo>
                    <a:pt x="7326" y="3552"/>
                  </a:lnTo>
                  <a:lnTo>
                    <a:pt x="7637" y="3419"/>
                  </a:lnTo>
                  <a:lnTo>
                    <a:pt x="7948" y="3286"/>
                  </a:lnTo>
                  <a:lnTo>
                    <a:pt x="8258" y="3241"/>
                  </a:lnTo>
                  <a:lnTo>
                    <a:pt x="8569" y="3197"/>
                  </a:lnTo>
                  <a:lnTo>
                    <a:pt x="8924" y="3153"/>
                  </a:lnTo>
                  <a:lnTo>
                    <a:pt x="8924" y="3153"/>
                  </a:lnTo>
                  <a:lnTo>
                    <a:pt x="9280" y="3197"/>
                  </a:lnTo>
                  <a:lnTo>
                    <a:pt x="9590" y="3241"/>
                  </a:lnTo>
                  <a:lnTo>
                    <a:pt x="9946" y="3286"/>
                  </a:lnTo>
                  <a:lnTo>
                    <a:pt x="10256" y="3419"/>
                  </a:lnTo>
                  <a:lnTo>
                    <a:pt x="10523" y="3552"/>
                  </a:lnTo>
                  <a:lnTo>
                    <a:pt x="10834" y="3685"/>
                  </a:lnTo>
                  <a:lnTo>
                    <a:pt x="11100" y="3863"/>
                  </a:lnTo>
                  <a:lnTo>
                    <a:pt x="11322" y="4085"/>
                  </a:lnTo>
                  <a:lnTo>
                    <a:pt x="11544" y="4307"/>
                  </a:lnTo>
                  <a:lnTo>
                    <a:pt x="11766" y="4529"/>
                  </a:lnTo>
                  <a:lnTo>
                    <a:pt x="11988" y="4795"/>
                  </a:lnTo>
                  <a:lnTo>
                    <a:pt x="12121" y="5062"/>
                  </a:lnTo>
                  <a:lnTo>
                    <a:pt x="12254" y="5373"/>
                  </a:lnTo>
                  <a:lnTo>
                    <a:pt x="12388" y="5683"/>
                  </a:lnTo>
                  <a:lnTo>
                    <a:pt x="12476" y="5994"/>
                  </a:lnTo>
                  <a:lnTo>
                    <a:pt x="12565" y="6305"/>
                  </a:lnTo>
                  <a:lnTo>
                    <a:pt x="13631" y="6305"/>
                  </a:lnTo>
                  <a:lnTo>
                    <a:pt x="13631" y="7370"/>
                  </a:lnTo>
                  <a:lnTo>
                    <a:pt x="12610" y="7370"/>
                  </a:lnTo>
                  <a:lnTo>
                    <a:pt x="12610" y="9457"/>
                  </a:lnTo>
                  <a:lnTo>
                    <a:pt x="17893" y="9457"/>
                  </a:lnTo>
                  <a:lnTo>
                    <a:pt x="17893" y="6305"/>
                  </a:lnTo>
                  <a:lnTo>
                    <a:pt x="14696" y="630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71"/>
            <p:cNvSpPr/>
            <p:nvPr/>
          </p:nvSpPr>
          <p:spPr>
            <a:xfrm>
              <a:off x="6987825" y="2963475"/>
              <a:ext cx="78825" cy="26675"/>
            </a:xfrm>
            <a:custGeom>
              <a:rect b="b" l="l" r="r" t="t"/>
              <a:pathLst>
                <a:path extrusionOk="0" fill="none" h="1067" w="3153">
                  <a:moveTo>
                    <a:pt x="3153" y="1066"/>
                  </a:moveTo>
                  <a:lnTo>
                    <a:pt x="0" y="1066"/>
                  </a:lnTo>
                  <a:lnTo>
                    <a:pt x="0" y="1"/>
                  </a:lnTo>
                  <a:lnTo>
                    <a:pt x="3153" y="1"/>
                  </a:lnTo>
                  <a:lnTo>
                    <a:pt x="3153" y="106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71"/>
            <p:cNvSpPr/>
            <p:nvPr/>
          </p:nvSpPr>
          <p:spPr>
            <a:xfrm>
              <a:off x="7249775" y="2963475"/>
              <a:ext cx="78825" cy="26675"/>
            </a:xfrm>
            <a:custGeom>
              <a:rect b="b" l="l" r="r" t="t"/>
              <a:pathLst>
                <a:path extrusionOk="0" fill="none" h="1067" w="3153">
                  <a:moveTo>
                    <a:pt x="1" y="1066"/>
                  </a:moveTo>
                  <a:lnTo>
                    <a:pt x="1" y="1"/>
                  </a:lnTo>
                  <a:lnTo>
                    <a:pt x="3153" y="1"/>
                  </a:lnTo>
                  <a:lnTo>
                    <a:pt x="3153" y="1066"/>
                  </a:lnTo>
                  <a:lnTo>
                    <a:pt x="1" y="106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71"/>
            <p:cNvSpPr/>
            <p:nvPr/>
          </p:nvSpPr>
          <p:spPr>
            <a:xfrm>
              <a:off x="7249775" y="29901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71"/>
            <p:cNvSpPr/>
            <p:nvPr/>
          </p:nvSpPr>
          <p:spPr>
            <a:xfrm>
              <a:off x="7144325" y="2832500"/>
              <a:ext cx="26675" cy="26675"/>
            </a:xfrm>
            <a:custGeom>
              <a:rect b="b" l="l" r="r" t="t"/>
              <a:pathLst>
                <a:path extrusionOk="0" h="1067" w="1067">
                  <a:moveTo>
                    <a:pt x="533" y="1"/>
                  </a:moveTo>
                  <a:lnTo>
                    <a:pt x="356" y="45"/>
                  </a:lnTo>
                  <a:lnTo>
                    <a:pt x="178" y="178"/>
                  </a:lnTo>
                  <a:lnTo>
                    <a:pt x="45" y="311"/>
                  </a:lnTo>
                  <a:lnTo>
                    <a:pt x="1" y="533"/>
                  </a:lnTo>
                  <a:lnTo>
                    <a:pt x="1" y="1066"/>
                  </a:lnTo>
                  <a:lnTo>
                    <a:pt x="1066" y="1066"/>
                  </a:lnTo>
                  <a:lnTo>
                    <a:pt x="1066" y="533"/>
                  </a:lnTo>
                  <a:lnTo>
                    <a:pt x="1022" y="311"/>
                  </a:lnTo>
                  <a:lnTo>
                    <a:pt x="933" y="178"/>
                  </a:lnTo>
                  <a:lnTo>
                    <a:pt x="755" y="45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71"/>
            <p:cNvSpPr/>
            <p:nvPr/>
          </p:nvSpPr>
          <p:spPr>
            <a:xfrm>
              <a:off x="7144325" y="2832500"/>
              <a:ext cx="26675" cy="26675"/>
            </a:xfrm>
            <a:custGeom>
              <a:rect b="b" l="l" r="r" t="t"/>
              <a:pathLst>
                <a:path extrusionOk="0" fill="none" h="1067" w="1067">
                  <a:moveTo>
                    <a:pt x="533" y="1"/>
                  </a:moveTo>
                  <a:lnTo>
                    <a:pt x="533" y="1"/>
                  </a:lnTo>
                  <a:lnTo>
                    <a:pt x="356" y="45"/>
                  </a:lnTo>
                  <a:lnTo>
                    <a:pt x="178" y="178"/>
                  </a:lnTo>
                  <a:lnTo>
                    <a:pt x="45" y="311"/>
                  </a:lnTo>
                  <a:lnTo>
                    <a:pt x="1" y="533"/>
                  </a:lnTo>
                  <a:lnTo>
                    <a:pt x="1" y="1066"/>
                  </a:lnTo>
                  <a:lnTo>
                    <a:pt x="1066" y="1066"/>
                  </a:lnTo>
                  <a:lnTo>
                    <a:pt x="1066" y="533"/>
                  </a:lnTo>
                  <a:lnTo>
                    <a:pt x="1066" y="533"/>
                  </a:lnTo>
                  <a:lnTo>
                    <a:pt x="1022" y="311"/>
                  </a:lnTo>
                  <a:lnTo>
                    <a:pt x="933" y="178"/>
                  </a:lnTo>
                  <a:lnTo>
                    <a:pt x="755" y="45"/>
                  </a:lnTo>
                  <a:lnTo>
                    <a:pt x="533" y="1"/>
                  </a:lnTo>
                  <a:lnTo>
                    <a:pt x="533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71"/>
            <p:cNvSpPr/>
            <p:nvPr/>
          </p:nvSpPr>
          <p:spPr>
            <a:xfrm>
              <a:off x="7157650" y="28325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71"/>
            <p:cNvSpPr/>
            <p:nvPr/>
          </p:nvSpPr>
          <p:spPr>
            <a:xfrm>
              <a:off x="7040000" y="2780325"/>
              <a:ext cx="235325" cy="131000"/>
            </a:xfrm>
            <a:custGeom>
              <a:rect b="b" l="l" r="r" t="t"/>
              <a:pathLst>
                <a:path extrusionOk="0" h="5240" w="9413">
                  <a:moveTo>
                    <a:pt x="5017" y="1066"/>
                  </a:moveTo>
                  <a:lnTo>
                    <a:pt x="5328" y="1155"/>
                  </a:lnTo>
                  <a:lnTo>
                    <a:pt x="5594" y="1333"/>
                  </a:lnTo>
                  <a:lnTo>
                    <a:pt x="5816" y="1510"/>
                  </a:lnTo>
                  <a:lnTo>
                    <a:pt x="6038" y="1732"/>
                  </a:lnTo>
                  <a:lnTo>
                    <a:pt x="6172" y="1999"/>
                  </a:lnTo>
                  <a:lnTo>
                    <a:pt x="6260" y="2310"/>
                  </a:lnTo>
                  <a:lnTo>
                    <a:pt x="6305" y="2620"/>
                  </a:lnTo>
                  <a:lnTo>
                    <a:pt x="6305" y="4174"/>
                  </a:lnTo>
                  <a:lnTo>
                    <a:pt x="3153" y="4174"/>
                  </a:lnTo>
                  <a:lnTo>
                    <a:pt x="3153" y="2620"/>
                  </a:lnTo>
                  <a:lnTo>
                    <a:pt x="3153" y="2310"/>
                  </a:lnTo>
                  <a:lnTo>
                    <a:pt x="3286" y="1999"/>
                  </a:lnTo>
                  <a:lnTo>
                    <a:pt x="3419" y="1732"/>
                  </a:lnTo>
                  <a:lnTo>
                    <a:pt x="3597" y="1510"/>
                  </a:lnTo>
                  <a:lnTo>
                    <a:pt x="3819" y="1333"/>
                  </a:lnTo>
                  <a:lnTo>
                    <a:pt x="4085" y="1155"/>
                  </a:lnTo>
                  <a:lnTo>
                    <a:pt x="4396" y="1066"/>
                  </a:lnTo>
                  <a:close/>
                  <a:moveTo>
                    <a:pt x="0" y="1"/>
                  </a:moveTo>
                  <a:lnTo>
                    <a:pt x="0" y="2088"/>
                  </a:lnTo>
                  <a:lnTo>
                    <a:pt x="2087" y="2088"/>
                  </a:lnTo>
                  <a:lnTo>
                    <a:pt x="2087" y="3153"/>
                  </a:lnTo>
                  <a:lnTo>
                    <a:pt x="0" y="3153"/>
                  </a:lnTo>
                  <a:lnTo>
                    <a:pt x="0" y="5240"/>
                  </a:lnTo>
                  <a:lnTo>
                    <a:pt x="9413" y="5240"/>
                  </a:lnTo>
                  <a:lnTo>
                    <a:pt x="9413" y="2088"/>
                  </a:lnTo>
                  <a:lnTo>
                    <a:pt x="7326" y="2088"/>
                  </a:lnTo>
                  <a:lnTo>
                    <a:pt x="7326" y="1066"/>
                  </a:lnTo>
                  <a:lnTo>
                    <a:pt x="9413" y="1066"/>
                  </a:lnTo>
                  <a:lnTo>
                    <a:pt x="94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71"/>
            <p:cNvSpPr/>
            <p:nvPr/>
          </p:nvSpPr>
          <p:spPr>
            <a:xfrm>
              <a:off x="7040000" y="2780325"/>
              <a:ext cx="235325" cy="131000"/>
            </a:xfrm>
            <a:custGeom>
              <a:rect b="b" l="l" r="r" t="t"/>
              <a:pathLst>
                <a:path extrusionOk="0" fill="none" h="5240" w="9413">
                  <a:moveTo>
                    <a:pt x="7326" y="2088"/>
                  </a:moveTo>
                  <a:lnTo>
                    <a:pt x="7326" y="1066"/>
                  </a:lnTo>
                  <a:lnTo>
                    <a:pt x="9413" y="1066"/>
                  </a:lnTo>
                  <a:lnTo>
                    <a:pt x="9413" y="1"/>
                  </a:lnTo>
                  <a:lnTo>
                    <a:pt x="0" y="1"/>
                  </a:lnTo>
                  <a:lnTo>
                    <a:pt x="0" y="2088"/>
                  </a:lnTo>
                  <a:lnTo>
                    <a:pt x="2087" y="2088"/>
                  </a:lnTo>
                  <a:lnTo>
                    <a:pt x="2087" y="3153"/>
                  </a:lnTo>
                  <a:lnTo>
                    <a:pt x="0" y="3153"/>
                  </a:lnTo>
                  <a:lnTo>
                    <a:pt x="0" y="5240"/>
                  </a:lnTo>
                  <a:lnTo>
                    <a:pt x="9413" y="5240"/>
                  </a:lnTo>
                  <a:lnTo>
                    <a:pt x="9413" y="5240"/>
                  </a:lnTo>
                  <a:lnTo>
                    <a:pt x="9413" y="2088"/>
                  </a:lnTo>
                  <a:lnTo>
                    <a:pt x="7326" y="208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71"/>
            <p:cNvSpPr/>
            <p:nvPr/>
          </p:nvSpPr>
          <p:spPr>
            <a:xfrm>
              <a:off x="7118800" y="2806975"/>
              <a:ext cx="78825" cy="77725"/>
            </a:xfrm>
            <a:custGeom>
              <a:rect b="b" l="l" r="r" t="t"/>
              <a:pathLst>
                <a:path extrusionOk="0" fill="none" h="3109" w="3153">
                  <a:moveTo>
                    <a:pt x="3153" y="3108"/>
                  </a:moveTo>
                  <a:lnTo>
                    <a:pt x="1" y="3108"/>
                  </a:lnTo>
                  <a:lnTo>
                    <a:pt x="1" y="1554"/>
                  </a:lnTo>
                  <a:lnTo>
                    <a:pt x="1" y="1554"/>
                  </a:lnTo>
                  <a:lnTo>
                    <a:pt x="1" y="1244"/>
                  </a:lnTo>
                  <a:lnTo>
                    <a:pt x="134" y="933"/>
                  </a:lnTo>
                  <a:lnTo>
                    <a:pt x="267" y="666"/>
                  </a:lnTo>
                  <a:lnTo>
                    <a:pt x="445" y="444"/>
                  </a:lnTo>
                  <a:lnTo>
                    <a:pt x="667" y="267"/>
                  </a:lnTo>
                  <a:lnTo>
                    <a:pt x="933" y="89"/>
                  </a:lnTo>
                  <a:lnTo>
                    <a:pt x="1244" y="0"/>
                  </a:lnTo>
                  <a:lnTo>
                    <a:pt x="1554" y="0"/>
                  </a:lnTo>
                  <a:lnTo>
                    <a:pt x="1554" y="0"/>
                  </a:lnTo>
                  <a:lnTo>
                    <a:pt x="1865" y="0"/>
                  </a:lnTo>
                  <a:lnTo>
                    <a:pt x="2176" y="89"/>
                  </a:lnTo>
                  <a:lnTo>
                    <a:pt x="2442" y="267"/>
                  </a:lnTo>
                  <a:lnTo>
                    <a:pt x="2664" y="444"/>
                  </a:lnTo>
                  <a:lnTo>
                    <a:pt x="2886" y="666"/>
                  </a:lnTo>
                  <a:lnTo>
                    <a:pt x="3020" y="933"/>
                  </a:lnTo>
                  <a:lnTo>
                    <a:pt x="3108" y="1244"/>
                  </a:lnTo>
                  <a:lnTo>
                    <a:pt x="3153" y="1554"/>
                  </a:lnTo>
                  <a:lnTo>
                    <a:pt x="3153" y="310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71"/>
            <p:cNvSpPr/>
            <p:nvPr/>
          </p:nvSpPr>
          <p:spPr>
            <a:xfrm>
              <a:off x="7197600" y="28846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8" name="Google Shape;2478;p71"/>
            <p:cNvSpPr/>
            <p:nvPr/>
          </p:nvSpPr>
          <p:spPr>
            <a:xfrm>
              <a:off x="7013350" y="2673775"/>
              <a:ext cx="288625" cy="79950"/>
            </a:xfrm>
            <a:custGeom>
              <a:rect b="b" l="l" r="r" t="t"/>
              <a:pathLst>
                <a:path extrusionOk="0" h="3198" w="11545">
                  <a:moveTo>
                    <a:pt x="1" y="1"/>
                  </a:moveTo>
                  <a:lnTo>
                    <a:pt x="1" y="3197"/>
                  </a:lnTo>
                  <a:lnTo>
                    <a:pt x="11544" y="3197"/>
                  </a:lnTo>
                  <a:lnTo>
                    <a:pt x="11544" y="1"/>
                  </a:lnTo>
                  <a:lnTo>
                    <a:pt x="9458" y="1"/>
                  </a:lnTo>
                  <a:lnTo>
                    <a:pt x="9458" y="1066"/>
                  </a:lnTo>
                  <a:lnTo>
                    <a:pt x="6838" y="1066"/>
                  </a:lnTo>
                  <a:lnTo>
                    <a:pt x="6838" y="1"/>
                  </a:lnTo>
                  <a:lnTo>
                    <a:pt x="4751" y="1"/>
                  </a:lnTo>
                  <a:lnTo>
                    <a:pt x="4751" y="1066"/>
                  </a:lnTo>
                  <a:lnTo>
                    <a:pt x="2132" y="1066"/>
                  </a:lnTo>
                  <a:lnTo>
                    <a:pt x="21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71"/>
            <p:cNvSpPr/>
            <p:nvPr/>
          </p:nvSpPr>
          <p:spPr>
            <a:xfrm>
              <a:off x="7013350" y="2673775"/>
              <a:ext cx="288625" cy="79950"/>
            </a:xfrm>
            <a:custGeom>
              <a:rect b="b" l="l" r="r" t="t"/>
              <a:pathLst>
                <a:path extrusionOk="0" fill="none" h="3198" w="11545">
                  <a:moveTo>
                    <a:pt x="1" y="3197"/>
                  </a:moveTo>
                  <a:lnTo>
                    <a:pt x="1" y="1"/>
                  </a:lnTo>
                  <a:lnTo>
                    <a:pt x="2132" y="1"/>
                  </a:lnTo>
                  <a:lnTo>
                    <a:pt x="2132" y="1066"/>
                  </a:lnTo>
                  <a:lnTo>
                    <a:pt x="4751" y="1066"/>
                  </a:lnTo>
                  <a:lnTo>
                    <a:pt x="4751" y="1"/>
                  </a:lnTo>
                  <a:lnTo>
                    <a:pt x="6838" y="1"/>
                  </a:lnTo>
                  <a:lnTo>
                    <a:pt x="6838" y="1066"/>
                  </a:lnTo>
                  <a:lnTo>
                    <a:pt x="9458" y="1066"/>
                  </a:lnTo>
                  <a:lnTo>
                    <a:pt x="9458" y="1"/>
                  </a:lnTo>
                  <a:lnTo>
                    <a:pt x="11544" y="1"/>
                  </a:lnTo>
                  <a:lnTo>
                    <a:pt x="11544" y="3197"/>
                  </a:lnTo>
                  <a:lnTo>
                    <a:pt x="1" y="3197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71"/>
            <p:cNvSpPr/>
            <p:nvPr/>
          </p:nvSpPr>
          <p:spPr>
            <a:xfrm>
              <a:off x="7013350" y="275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4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p72"/>
          <p:cNvSpPr txBox="1"/>
          <p:nvPr>
            <p:ph type="title"/>
          </p:nvPr>
        </p:nvSpPr>
        <p:spPr>
          <a:xfrm>
            <a:off x="3842675" y="2428325"/>
            <a:ext cx="45300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Koppelvlak</a:t>
            </a:r>
            <a:endParaRPr/>
          </a:p>
        </p:txBody>
      </p:sp>
      <p:sp>
        <p:nvSpPr>
          <p:cNvPr id="2486" name="Google Shape;2486;p72"/>
          <p:cNvSpPr txBox="1"/>
          <p:nvPr>
            <p:ph idx="2" type="title"/>
          </p:nvPr>
        </p:nvSpPr>
        <p:spPr>
          <a:xfrm>
            <a:off x="5342188" y="1291200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2487" name="Google Shape;2487;p72"/>
          <p:cNvSpPr txBox="1"/>
          <p:nvPr>
            <p:ph idx="1" type="subTitle"/>
          </p:nvPr>
        </p:nvSpPr>
        <p:spPr>
          <a:xfrm>
            <a:off x="4567138" y="33703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Gebruikerskoppelvlak voorstelling vir die program</a:t>
            </a:r>
            <a:endParaRPr/>
          </a:p>
        </p:txBody>
      </p:sp>
      <p:cxnSp>
        <p:nvCxnSpPr>
          <p:cNvPr id="2488" name="Google Shape;2488;p72"/>
          <p:cNvCxnSpPr/>
          <p:nvPr/>
        </p:nvCxnSpPr>
        <p:spPr>
          <a:xfrm>
            <a:off x="5425288" y="2260978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89" name="Google Shape;2489;p72"/>
          <p:cNvGrpSpPr/>
          <p:nvPr/>
        </p:nvGrpSpPr>
        <p:grpSpPr>
          <a:xfrm>
            <a:off x="1805872" y="734091"/>
            <a:ext cx="2287695" cy="2289334"/>
            <a:chOff x="1192500" y="238125"/>
            <a:chExt cx="5235000" cy="5238750"/>
          </a:xfrm>
        </p:grpSpPr>
        <p:sp>
          <p:nvSpPr>
            <p:cNvPr id="2490" name="Google Shape;2490;p72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72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72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72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72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72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72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72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72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72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p72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72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72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72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72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72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72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72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72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72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72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72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72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72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72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72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72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72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72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72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72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72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72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72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72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72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72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72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72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p72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72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72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72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72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72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72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72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72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72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72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p72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p72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72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72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72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72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72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72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72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72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72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72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72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72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72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72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72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72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72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72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72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72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72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72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72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72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72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72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72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72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72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72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72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72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72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72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72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72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72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72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72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72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72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72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72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72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72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p72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72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72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72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72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72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72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72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p72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p72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72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72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72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72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72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72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72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72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72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72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72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72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72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72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72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72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72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72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72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72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72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72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72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p72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72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72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72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72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72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p72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p72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p72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72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72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p72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72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72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4" name="Google Shape;2634;p72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5" name="Google Shape;2635;p72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6" name="Google Shape;2636;p72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7" name="Google Shape;2637;p72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8" name="Google Shape;2638;p72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9" name="Google Shape;2639;p72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0" name="Google Shape;2640;p72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1" name="Google Shape;2641;p72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2" name="Google Shape;2642;p72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3" name="Google Shape;2643;p72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4" name="Google Shape;2644;p72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5" name="Google Shape;2645;p72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6" name="Google Shape;2646;p72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7" name="Google Shape;2647;p72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8" name="Google Shape;2648;p72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9" name="Google Shape;2649;p72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0" name="Google Shape;2650;p72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1" name="Google Shape;2651;p72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2" name="Google Shape;2652;p72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72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4" name="Google Shape;2654;p72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5" name="Google Shape;2655;p72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72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72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72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59" name="Google Shape;2659;p7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 rot="1076215">
            <a:off x="-1616015" y="2704203"/>
            <a:ext cx="6266355" cy="4059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4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3" name="Shape 2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Google Shape;2664;p73"/>
          <p:cNvSpPr txBox="1"/>
          <p:nvPr>
            <p:ph type="title"/>
          </p:nvPr>
        </p:nvSpPr>
        <p:spPr>
          <a:xfrm>
            <a:off x="4391775" y="1795808"/>
            <a:ext cx="379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Kleur Skema</a:t>
            </a:r>
            <a:endParaRPr/>
          </a:p>
        </p:txBody>
      </p:sp>
      <p:sp>
        <p:nvSpPr>
          <p:cNvPr id="2665" name="Google Shape;2665;p73"/>
          <p:cNvSpPr txBox="1"/>
          <p:nvPr>
            <p:ph idx="1" type="subTitle"/>
          </p:nvPr>
        </p:nvSpPr>
        <p:spPr>
          <a:xfrm>
            <a:off x="4640250" y="2455650"/>
            <a:ext cx="35436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Die gekose kleur skema is ‘n baie aardgroen kleurpalet</a:t>
            </a:r>
            <a:endParaRPr/>
          </a:p>
        </p:txBody>
      </p:sp>
      <p:pic>
        <p:nvPicPr>
          <p:cNvPr id="2666" name="Google Shape;2666;p73"/>
          <p:cNvPicPr preferRelativeResize="0"/>
          <p:nvPr/>
        </p:nvPicPr>
        <p:blipFill rotWithShape="1">
          <a:blip r:embed="rId3">
            <a:alphaModFix/>
          </a:blip>
          <a:srcRect b="0" l="458" r="0" t="0"/>
          <a:stretch/>
        </p:blipFill>
        <p:spPr>
          <a:xfrm>
            <a:off x="1292351" y="575984"/>
            <a:ext cx="2645659" cy="399153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0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Google Shape;2671;p74"/>
          <p:cNvSpPr txBox="1"/>
          <p:nvPr>
            <p:ph type="title"/>
          </p:nvPr>
        </p:nvSpPr>
        <p:spPr>
          <a:xfrm>
            <a:off x="632350" y="1093625"/>
            <a:ext cx="3964200" cy="20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LOGO Ontwerp</a:t>
            </a:r>
            <a:endParaRPr/>
          </a:p>
        </p:txBody>
      </p:sp>
      <p:sp>
        <p:nvSpPr>
          <p:cNvPr id="2672" name="Google Shape;2672;p74"/>
          <p:cNvSpPr txBox="1"/>
          <p:nvPr>
            <p:ph idx="1" type="subTitle"/>
          </p:nvPr>
        </p:nvSpPr>
        <p:spPr>
          <a:xfrm>
            <a:off x="632350" y="3302563"/>
            <a:ext cx="3964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Die logo ontwerp vat inspirasie uit die nodusse aspek van ‘n geweegde grafiek, sowel as die kortste roete voorstelling van die dijkstra algoritme</a:t>
            </a:r>
            <a:endParaRPr/>
          </a:p>
        </p:txBody>
      </p:sp>
      <p:sp>
        <p:nvSpPr>
          <p:cNvPr id="2673" name="Google Shape;2673;p74"/>
          <p:cNvSpPr/>
          <p:nvPr/>
        </p:nvSpPr>
        <p:spPr>
          <a:xfrm flipH="1">
            <a:off x="4795238" y="110407"/>
            <a:ext cx="193235" cy="74897"/>
          </a:xfrm>
          <a:custGeom>
            <a:rect b="b" l="l" r="r" t="t"/>
            <a:pathLst>
              <a:path extrusionOk="0" fill="none" h="2012" w="5191">
                <a:moveTo>
                  <a:pt x="1353" y="1"/>
                </a:moveTo>
                <a:lnTo>
                  <a:pt x="1353" y="1"/>
                </a:lnTo>
                <a:lnTo>
                  <a:pt x="1134" y="1"/>
                </a:lnTo>
                <a:lnTo>
                  <a:pt x="878" y="74"/>
                </a:lnTo>
                <a:lnTo>
                  <a:pt x="695" y="147"/>
                </a:lnTo>
                <a:lnTo>
                  <a:pt x="476" y="257"/>
                </a:lnTo>
                <a:lnTo>
                  <a:pt x="476" y="257"/>
                </a:lnTo>
                <a:lnTo>
                  <a:pt x="329" y="330"/>
                </a:lnTo>
                <a:lnTo>
                  <a:pt x="220" y="440"/>
                </a:lnTo>
                <a:lnTo>
                  <a:pt x="0" y="659"/>
                </a:lnTo>
                <a:lnTo>
                  <a:pt x="0" y="659"/>
                </a:lnTo>
                <a:lnTo>
                  <a:pt x="110" y="805"/>
                </a:lnTo>
                <a:lnTo>
                  <a:pt x="110" y="805"/>
                </a:lnTo>
                <a:lnTo>
                  <a:pt x="293" y="769"/>
                </a:lnTo>
                <a:lnTo>
                  <a:pt x="403" y="769"/>
                </a:lnTo>
                <a:lnTo>
                  <a:pt x="476" y="732"/>
                </a:lnTo>
                <a:lnTo>
                  <a:pt x="476" y="732"/>
                </a:lnTo>
                <a:lnTo>
                  <a:pt x="622" y="659"/>
                </a:lnTo>
                <a:lnTo>
                  <a:pt x="805" y="586"/>
                </a:lnTo>
                <a:lnTo>
                  <a:pt x="951" y="549"/>
                </a:lnTo>
                <a:lnTo>
                  <a:pt x="1097" y="513"/>
                </a:lnTo>
                <a:lnTo>
                  <a:pt x="1097" y="513"/>
                </a:lnTo>
                <a:lnTo>
                  <a:pt x="1243" y="549"/>
                </a:lnTo>
                <a:lnTo>
                  <a:pt x="1389" y="586"/>
                </a:lnTo>
                <a:lnTo>
                  <a:pt x="1718" y="732"/>
                </a:lnTo>
                <a:lnTo>
                  <a:pt x="1718" y="732"/>
                </a:lnTo>
                <a:lnTo>
                  <a:pt x="1901" y="805"/>
                </a:lnTo>
                <a:lnTo>
                  <a:pt x="2120" y="842"/>
                </a:lnTo>
                <a:lnTo>
                  <a:pt x="2120" y="842"/>
                </a:lnTo>
                <a:lnTo>
                  <a:pt x="2523" y="915"/>
                </a:lnTo>
                <a:lnTo>
                  <a:pt x="2888" y="1061"/>
                </a:lnTo>
                <a:lnTo>
                  <a:pt x="3034" y="1171"/>
                </a:lnTo>
                <a:lnTo>
                  <a:pt x="3180" y="1280"/>
                </a:lnTo>
                <a:lnTo>
                  <a:pt x="3327" y="1390"/>
                </a:lnTo>
                <a:lnTo>
                  <a:pt x="3436" y="1573"/>
                </a:lnTo>
                <a:lnTo>
                  <a:pt x="3436" y="1573"/>
                </a:lnTo>
                <a:lnTo>
                  <a:pt x="3656" y="1792"/>
                </a:lnTo>
                <a:lnTo>
                  <a:pt x="3875" y="1938"/>
                </a:lnTo>
                <a:lnTo>
                  <a:pt x="4094" y="2011"/>
                </a:lnTo>
                <a:lnTo>
                  <a:pt x="4314" y="2011"/>
                </a:lnTo>
                <a:lnTo>
                  <a:pt x="4314" y="2011"/>
                </a:lnTo>
                <a:lnTo>
                  <a:pt x="4606" y="2011"/>
                </a:lnTo>
                <a:lnTo>
                  <a:pt x="4862" y="1975"/>
                </a:lnTo>
                <a:lnTo>
                  <a:pt x="4862" y="1975"/>
                </a:lnTo>
                <a:lnTo>
                  <a:pt x="4935" y="1938"/>
                </a:lnTo>
                <a:lnTo>
                  <a:pt x="5045" y="1902"/>
                </a:lnTo>
                <a:lnTo>
                  <a:pt x="5191" y="1755"/>
                </a:lnTo>
                <a:lnTo>
                  <a:pt x="5191" y="1755"/>
                </a:lnTo>
                <a:lnTo>
                  <a:pt x="5081" y="1573"/>
                </a:lnTo>
                <a:lnTo>
                  <a:pt x="5008" y="1463"/>
                </a:lnTo>
                <a:lnTo>
                  <a:pt x="4935" y="1427"/>
                </a:lnTo>
                <a:lnTo>
                  <a:pt x="4935" y="1427"/>
                </a:lnTo>
                <a:lnTo>
                  <a:pt x="3327" y="659"/>
                </a:lnTo>
                <a:lnTo>
                  <a:pt x="2523" y="293"/>
                </a:lnTo>
                <a:lnTo>
                  <a:pt x="2084" y="147"/>
                </a:lnTo>
                <a:lnTo>
                  <a:pt x="1682" y="38"/>
                </a:lnTo>
                <a:lnTo>
                  <a:pt x="1682" y="38"/>
                </a:lnTo>
                <a:lnTo>
                  <a:pt x="1353" y="1"/>
                </a:lnTo>
              </a:path>
            </a:pathLst>
          </a:custGeom>
          <a:solidFill>
            <a:schemeClr val="dk1">
              <a:alpha val="47451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4" name="Google Shape;2674;p74"/>
          <p:cNvSpPr/>
          <p:nvPr/>
        </p:nvSpPr>
        <p:spPr>
          <a:xfrm flipH="1">
            <a:off x="4683675" y="181171"/>
            <a:ext cx="107506" cy="43590"/>
          </a:xfrm>
          <a:custGeom>
            <a:rect b="b" l="l" r="r" t="t"/>
            <a:pathLst>
              <a:path extrusionOk="0" fill="none" h="1171" w="2888">
                <a:moveTo>
                  <a:pt x="622" y="1"/>
                </a:moveTo>
                <a:lnTo>
                  <a:pt x="622" y="1"/>
                </a:lnTo>
                <a:lnTo>
                  <a:pt x="585" y="622"/>
                </a:lnTo>
                <a:lnTo>
                  <a:pt x="585" y="622"/>
                </a:lnTo>
                <a:lnTo>
                  <a:pt x="0" y="805"/>
                </a:lnTo>
                <a:lnTo>
                  <a:pt x="0" y="805"/>
                </a:lnTo>
                <a:lnTo>
                  <a:pt x="0" y="914"/>
                </a:lnTo>
                <a:lnTo>
                  <a:pt x="0" y="914"/>
                </a:lnTo>
                <a:lnTo>
                  <a:pt x="695" y="1097"/>
                </a:lnTo>
                <a:lnTo>
                  <a:pt x="1024" y="1170"/>
                </a:lnTo>
                <a:lnTo>
                  <a:pt x="1353" y="1170"/>
                </a:lnTo>
                <a:lnTo>
                  <a:pt x="1353" y="1170"/>
                </a:lnTo>
                <a:lnTo>
                  <a:pt x="1426" y="1170"/>
                </a:lnTo>
                <a:lnTo>
                  <a:pt x="1426" y="1170"/>
                </a:lnTo>
                <a:lnTo>
                  <a:pt x="1791" y="1134"/>
                </a:lnTo>
                <a:lnTo>
                  <a:pt x="2157" y="1061"/>
                </a:lnTo>
                <a:lnTo>
                  <a:pt x="2888" y="841"/>
                </a:lnTo>
                <a:lnTo>
                  <a:pt x="2888" y="841"/>
                </a:lnTo>
                <a:lnTo>
                  <a:pt x="2851" y="695"/>
                </a:lnTo>
                <a:lnTo>
                  <a:pt x="2815" y="549"/>
                </a:lnTo>
                <a:lnTo>
                  <a:pt x="2742" y="439"/>
                </a:lnTo>
                <a:lnTo>
                  <a:pt x="2632" y="366"/>
                </a:lnTo>
                <a:lnTo>
                  <a:pt x="2413" y="220"/>
                </a:lnTo>
                <a:lnTo>
                  <a:pt x="2193" y="147"/>
                </a:lnTo>
                <a:lnTo>
                  <a:pt x="2193" y="147"/>
                </a:lnTo>
                <a:lnTo>
                  <a:pt x="1828" y="74"/>
                </a:lnTo>
                <a:lnTo>
                  <a:pt x="1426" y="37"/>
                </a:lnTo>
                <a:lnTo>
                  <a:pt x="622" y="1"/>
                </a:lnTo>
              </a:path>
            </a:pathLst>
          </a:custGeom>
          <a:solidFill>
            <a:schemeClr val="dk1">
              <a:alpha val="47451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5" name="Google Shape;2675;p74"/>
          <p:cNvSpPr/>
          <p:nvPr/>
        </p:nvSpPr>
        <p:spPr>
          <a:xfrm flipH="1">
            <a:off x="4840132" y="209760"/>
            <a:ext cx="27249" cy="17719"/>
          </a:xfrm>
          <a:custGeom>
            <a:rect b="b" l="l" r="r" t="t"/>
            <a:pathLst>
              <a:path extrusionOk="0" fill="none" h="476" w="732">
                <a:moveTo>
                  <a:pt x="366" y="0"/>
                </a:moveTo>
                <a:lnTo>
                  <a:pt x="366" y="0"/>
                </a:lnTo>
                <a:lnTo>
                  <a:pt x="220" y="37"/>
                </a:lnTo>
                <a:lnTo>
                  <a:pt x="1" y="73"/>
                </a:lnTo>
                <a:lnTo>
                  <a:pt x="1" y="73"/>
                </a:lnTo>
                <a:lnTo>
                  <a:pt x="110" y="329"/>
                </a:lnTo>
                <a:lnTo>
                  <a:pt x="183" y="402"/>
                </a:lnTo>
                <a:lnTo>
                  <a:pt x="220" y="439"/>
                </a:lnTo>
                <a:lnTo>
                  <a:pt x="220" y="439"/>
                </a:lnTo>
                <a:lnTo>
                  <a:pt x="366" y="475"/>
                </a:lnTo>
                <a:lnTo>
                  <a:pt x="366" y="475"/>
                </a:lnTo>
                <a:lnTo>
                  <a:pt x="512" y="475"/>
                </a:lnTo>
                <a:lnTo>
                  <a:pt x="695" y="402"/>
                </a:lnTo>
                <a:lnTo>
                  <a:pt x="695" y="402"/>
                </a:lnTo>
                <a:lnTo>
                  <a:pt x="732" y="293"/>
                </a:lnTo>
                <a:lnTo>
                  <a:pt x="732" y="220"/>
                </a:lnTo>
                <a:lnTo>
                  <a:pt x="732" y="183"/>
                </a:lnTo>
                <a:lnTo>
                  <a:pt x="732" y="183"/>
                </a:lnTo>
                <a:lnTo>
                  <a:pt x="585" y="73"/>
                </a:lnTo>
                <a:lnTo>
                  <a:pt x="403" y="0"/>
                </a:lnTo>
                <a:lnTo>
                  <a:pt x="403" y="0"/>
                </a:lnTo>
                <a:lnTo>
                  <a:pt x="366" y="0"/>
                </a:lnTo>
              </a:path>
            </a:pathLst>
          </a:custGeom>
          <a:solidFill>
            <a:schemeClr val="dk1">
              <a:alpha val="47451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6" name="Google Shape;2676;p74"/>
          <p:cNvSpPr/>
          <p:nvPr/>
        </p:nvSpPr>
        <p:spPr>
          <a:xfrm flipH="1">
            <a:off x="4633310" y="207043"/>
            <a:ext cx="17719" cy="19059"/>
          </a:xfrm>
          <a:custGeom>
            <a:rect b="b" l="l" r="r" t="t"/>
            <a:pathLst>
              <a:path extrusionOk="0" fill="none" h="512" w="476">
                <a:moveTo>
                  <a:pt x="220" y="0"/>
                </a:moveTo>
                <a:lnTo>
                  <a:pt x="220" y="0"/>
                </a:lnTo>
                <a:lnTo>
                  <a:pt x="73" y="219"/>
                </a:lnTo>
                <a:lnTo>
                  <a:pt x="0" y="366"/>
                </a:lnTo>
                <a:lnTo>
                  <a:pt x="0" y="366"/>
                </a:lnTo>
                <a:lnTo>
                  <a:pt x="73" y="475"/>
                </a:lnTo>
                <a:lnTo>
                  <a:pt x="220" y="512"/>
                </a:lnTo>
                <a:lnTo>
                  <a:pt x="220" y="512"/>
                </a:lnTo>
                <a:lnTo>
                  <a:pt x="220" y="512"/>
                </a:lnTo>
                <a:lnTo>
                  <a:pt x="220" y="512"/>
                </a:lnTo>
                <a:lnTo>
                  <a:pt x="366" y="402"/>
                </a:lnTo>
                <a:lnTo>
                  <a:pt x="475" y="256"/>
                </a:lnTo>
                <a:lnTo>
                  <a:pt x="475" y="256"/>
                </a:lnTo>
                <a:lnTo>
                  <a:pt x="220" y="0"/>
                </a:lnTo>
              </a:path>
            </a:pathLst>
          </a:custGeom>
          <a:solidFill>
            <a:schemeClr val="dk1">
              <a:alpha val="47451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7" name="Google Shape;2677;p74"/>
          <p:cNvPicPr preferRelativeResize="0"/>
          <p:nvPr/>
        </p:nvPicPr>
        <p:blipFill rotWithShape="1">
          <a:blip r:embed="rId3">
            <a:alphaModFix amt="41000"/>
          </a:blip>
          <a:srcRect b="0" l="0" r="58976" t="0"/>
          <a:stretch/>
        </p:blipFill>
        <p:spPr>
          <a:xfrm flipH="1" rot="-8">
            <a:off x="3729446" y="-2551697"/>
            <a:ext cx="2833676" cy="4474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8" name="Google Shape;267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675" y="707505"/>
            <a:ext cx="3668439" cy="366843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5882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75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sp>
        <p:nvSpPr>
          <p:cNvPr id="2684" name="Google Shape;2684;p75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5" name="Google Shape;2685;p75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Die volgende paar slides vertoon die admin koppelvlak</a:t>
            </a:r>
            <a:endParaRPr/>
          </a:p>
        </p:txBody>
      </p:sp>
      <p:pic>
        <p:nvPicPr>
          <p:cNvPr id="2686" name="Google Shape;2686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7646" y="695065"/>
            <a:ext cx="4150114" cy="3057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0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p76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sp>
        <p:nvSpPr>
          <p:cNvPr id="2692" name="Google Shape;2692;p76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76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Lokaal Wysiging</a:t>
            </a:r>
            <a:endParaRPr/>
          </a:p>
        </p:txBody>
      </p:sp>
      <p:pic>
        <p:nvPicPr>
          <p:cNvPr id="2694" name="Google Shape;2694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4250" y="695075"/>
            <a:ext cx="4183350" cy="305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8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77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sp>
        <p:nvSpPr>
          <p:cNvPr id="2700" name="Google Shape;2700;p77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1" name="Google Shape;2701;p77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Toerusting Wysiging</a:t>
            </a:r>
            <a:endParaRPr/>
          </a:p>
        </p:txBody>
      </p:sp>
      <p:pic>
        <p:nvPicPr>
          <p:cNvPr id="2702" name="Google Shape;270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4150" y="695075"/>
            <a:ext cx="4183776" cy="305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6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" name="Google Shape;2707;p78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sp>
        <p:nvSpPr>
          <p:cNvPr id="2708" name="Google Shape;2708;p78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78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Klas Rooster Wysiging</a:t>
            </a:r>
            <a:endParaRPr/>
          </a:p>
        </p:txBody>
      </p:sp>
      <p:pic>
        <p:nvPicPr>
          <p:cNvPr id="2710" name="Google Shape;271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4050" y="695075"/>
            <a:ext cx="4163874" cy="305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4" name="Shape 2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Google Shape;2715;p79"/>
          <p:cNvSpPr txBox="1"/>
          <p:nvPr>
            <p:ph type="title"/>
          </p:nvPr>
        </p:nvSpPr>
        <p:spPr>
          <a:xfrm>
            <a:off x="720000" y="1434773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Admin</a:t>
            </a:r>
            <a:endParaRPr/>
          </a:p>
        </p:txBody>
      </p:sp>
      <p:sp>
        <p:nvSpPr>
          <p:cNvPr id="2716" name="Google Shape;2716;p79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7" name="Google Shape;2717;p79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Lokaal Besprekings</a:t>
            </a:r>
            <a:endParaRPr/>
          </a:p>
        </p:txBody>
      </p:sp>
      <p:pic>
        <p:nvPicPr>
          <p:cNvPr id="2718" name="Google Shape;271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625" y="695075"/>
            <a:ext cx="4240825" cy="305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2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Google Shape;2723;p80"/>
          <p:cNvSpPr txBox="1"/>
          <p:nvPr>
            <p:ph type="title"/>
          </p:nvPr>
        </p:nvSpPr>
        <p:spPr>
          <a:xfrm>
            <a:off x="325470" y="1147301"/>
            <a:ext cx="29037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Gebruiker</a:t>
            </a:r>
            <a:endParaRPr/>
          </a:p>
        </p:txBody>
      </p:sp>
      <p:sp>
        <p:nvSpPr>
          <p:cNvPr id="2724" name="Google Shape;2724;p80"/>
          <p:cNvSpPr/>
          <p:nvPr/>
        </p:nvSpPr>
        <p:spPr>
          <a:xfrm>
            <a:off x="3216636" y="552410"/>
            <a:ext cx="4352563" cy="4182150"/>
          </a:xfrm>
          <a:custGeom>
            <a:rect b="b" l="l" r="r" t="t"/>
            <a:pathLst>
              <a:path extrusionOk="0" h="100673" w="131696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5" name="Google Shape;2725;p80"/>
          <p:cNvSpPr txBox="1"/>
          <p:nvPr>
            <p:ph idx="1" type="subTitle"/>
          </p:nvPr>
        </p:nvSpPr>
        <p:spPr>
          <a:xfrm>
            <a:off x="720000" y="2052023"/>
            <a:ext cx="211464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Die basis uitleg wat vir die gebruiker vertoon sal word</a:t>
            </a:r>
            <a:endParaRPr/>
          </a:p>
        </p:txBody>
      </p:sp>
      <p:pic>
        <p:nvPicPr>
          <p:cNvPr id="2726" name="Google Shape;272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7646" y="713728"/>
            <a:ext cx="4150114" cy="302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0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81"/>
          <p:cNvSpPr txBox="1"/>
          <p:nvPr>
            <p:ph type="title"/>
          </p:nvPr>
        </p:nvSpPr>
        <p:spPr>
          <a:xfrm>
            <a:off x="719999" y="2302100"/>
            <a:ext cx="4087131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Uitbreiding</a:t>
            </a:r>
            <a:endParaRPr/>
          </a:p>
        </p:txBody>
      </p:sp>
      <p:sp>
        <p:nvSpPr>
          <p:cNvPr id="2732" name="Google Shape;2732;p81"/>
          <p:cNvSpPr txBox="1"/>
          <p:nvPr>
            <p:ph idx="2" type="title"/>
          </p:nvPr>
        </p:nvSpPr>
        <p:spPr>
          <a:xfrm>
            <a:off x="720000" y="1164975"/>
            <a:ext cx="153095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2733" name="Google Shape;2733;p81"/>
          <p:cNvSpPr txBox="1"/>
          <p:nvPr>
            <p:ph idx="1" type="subTitle"/>
          </p:nvPr>
        </p:nvSpPr>
        <p:spPr>
          <a:xfrm>
            <a:off x="720000" y="3679125"/>
            <a:ext cx="3081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Addisionele funksionaliteit</a:t>
            </a:r>
            <a:endParaRPr/>
          </a:p>
        </p:txBody>
      </p:sp>
      <p:cxnSp>
        <p:nvCxnSpPr>
          <p:cNvPr id="2734" name="Google Shape;2734;p81"/>
          <p:cNvCxnSpPr/>
          <p:nvPr/>
        </p:nvCxnSpPr>
        <p:spPr>
          <a:xfrm>
            <a:off x="886250" y="2134753"/>
            <a:ext cx="136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35" name="Google Shape;2735;p81"/>
          <p:cNvGrpSpPr/>
          <p:nvPr/>
        </p:nvGrpSpPr>
        <p:grpSpPr>
          <a:xfrm>
            <a:off x="4712859" y="2535991"/>
            <a:ext cx="2287695" cy="2289334"/>
            <a:chOff x="1192500" y="238125"/>
            <a:chExt cx="5235000" cy="5238750"/>
          </a:xfrm>
        </p:grpSpPr>
        <p:sp>
          <p:nvSpPr>
            <p:cNvPr id="2736" name="Google Shape;2736;p81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7" name="Google Shape;2737;p81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8" name="Google Shape;2738;p81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9" name="Google Shape;2739;p81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0" name="Google Shape;2740;p81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1" name="Google Shape;2741;p81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p81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p81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4" name="Google Shape;2744;p81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p81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6" name="Google Shape;2746;p81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7" name="Google Shape;2747;p81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8" name="Google Shape;2748;p81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9" name="Google Shape;2749;p81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0" name="Google Shape;2750;p81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p81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2" name="Google Shape;2752;p81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3" name="Google Shape;2753;p81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4" name="Google Shape;2754;p81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5" name="Google Shape;2755;p81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6" name="Google Shape;2756;p81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p81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81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81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p81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p81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p81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81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p81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81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p81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p81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p81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9" name="Google Shape;2769;p81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p81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81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81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81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81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81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81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81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81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81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81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81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81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81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81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81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81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7" name="Google Shape;2787;p81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81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81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81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81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81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81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81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81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81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81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81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81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81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81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2" name="Google Shape;2802;p81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3" name="Google Shape;2803;p81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81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81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81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81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81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81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0" name="Google Shape;2810;p81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1" name="Google Shape;2811;p81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2" name="Google Shape;2812;p81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3" name="Google Shape;2813;p81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4" name="Google Shape;2814;p81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5" name="Google Shape;2815;p81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6" name="Google Shape;2816;p81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7" name="Google Shape;2817;p81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8" name="Google Shape;2818;p81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9" name="Google Shape;2819;p81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0" name="Google Shape;2820;p81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81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2" name="Google Shape;2822;p81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3" name="Google Shape;2823;p81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81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5" name="Google Shape;2825;p81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6" name="Google Shape;2826;p81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7" name="Google Shape;2827;p81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8" name="Google Shape;2828;p81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9" name="Google Shape;2829;p81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0" name="Google Shape;2830;p81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81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2" name="Google Shape;2832;p81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3" name="Google Shape;2833;p81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4" name="Google Shape;2834;p81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5" name="Google Shape;2835;p81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6" name="Google Shape;2836;p81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7" name="Google Shape;2837;p81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81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9" name="Google Shape;2839;p81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81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81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81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81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81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81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81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81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81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81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81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81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81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81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81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81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81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81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81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9" name="Google Shape;2859;p81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0" name="Google Shape;2860;p81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1" name="Google Shape;2861;p81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2" name="Google Shape;2862;p81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3" name="Google Shape;2863;p81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4" name="Google Shape;2864;p81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81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81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81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81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81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81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81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81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81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81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81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81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81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81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81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81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81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p81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81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81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81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81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81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81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81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0" name="Google Shape;2890;p81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1" name="Google Shape;2891;p81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81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81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81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81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81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81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81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9" name="Google Shape;2899;p81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0" name="Google Shape;2900;p81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1" name="Google Shape;2901;p81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2" name="Google Shape;2902;p81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81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4" name="Google Shape;2904;p81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7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8" name="Shape 2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Google Shape;2909;p82"/>
          <p:cNvSpPr txBox="1"/>
          <p:nvPr>
            <p:ph type="title"/>
          </p:nvPr>
        </p:nvSpPr>
        <p:spPr>
          <a:xfrm>
            <a:off x="5944501" y="1806745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Sortering</a:t>
            </a:r>
            <a:endParaRPr/>
          </a:p>
        </p:txBody>
      </p:sp>
      <p:sp>
        <p:nvSpPr>
          <p:cNvPr id="2910" name="Google Shape;2910;p82"/>
          <p:cNvSpPr txBox="1"/>
          <p:nvPr>
            <p:ph idx="1" type="subTitle"/>
          </p:nvPr>
        </p:nvSpPr>
        <p:spPr>
          <a:xfrm>
            <a:off x="5944500" y="2202217"/>
            <a:ext cx="24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Sorteer en filtreer resultate volgens voorkeure</a:t>
            </a:r>
            <a:endParaRPr/>
          </a:p>
        </p:txBody>
      </p:sp>
      <p:sp>
        <p:nvSpPr>
          <p:cNvPr id="2911" name="Google Shape;2911;p82"/>
          <p:cNvSpPr txBox="1"/>
          <p:nvPr>
            <p:ph idx="4" type="title"/>
          </p:nvPr>
        </p:nvSpPr>
        <p:spPr>
          <a:xfrm>
            <a:off x="5944501" y="2915553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Toerusting</a:t>
            </a:r>
            <a:endParaRPr/>
          </a:p>
        </p:txBody>
      </p:sp>
      <p:sp>
        <p:nvSpPr>
          <p:cNvPr id="2912" name="Google Shape;2912;p82"/>
          <p:cNvSpPr txBox="1"/>
          <p:nvPr>
            <p:ph idx="5" type="subTitle"/>
          </p:nvPr>
        </p:nvSpPr>
        <p:spPr>
          <a:xfrm>
            <a:off x="5944500" y="3311045"/>
            <a:ext cx="24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Vertoon beskikbare toerusting aan gebruiker</a:t>
            </a:r>
            <a:endParaRPr/>
          </a:p>
        </p:txBody>
      </p:sp>
      <p:sp>
        <p:nvSpPr>
          <p:cNvPr id="2913" name="Google Shape;2913;p82"/>
          <p:cNvSpPr txBox="1"/>
          <p:nvPr>
            <p:ph idx="8" type="title"/>
          </p:nvPr>
        </p:nvSpPr>
        <p:spPr>
          <a:xfrm>
            <a:off x="4901400" y="1971688"/>
            <a:ext cx="1048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1</a:t>
            </a:r>
            <a:endParaRPr sz="2900"/>
          </a:p>
        </p:txBody>
      </p:sp>
      <p:sp>
        <p:nvSpPr>
          <p:cNvPr id="2914" name="Google Shape;2914;p82"/>
          <p:cNvSpPr txBox="1"/>
          <p:nvPr>
            <p:ph idx="9" type="title"/>
          </p:nvPr>
        </p:nvSpPr>
        <p:spPr>
          <a:xfrm>
            <a:off x="4901400" y="3080488"/>
            <a:ext cx="1048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915" name="Google Shape;2915;p82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Bykomende Funksies</a:t>
            </a:r>
            <a:endParaRPr/>
          </a:p>
        </p:txBody>
      </p:sp>
      <p:sp>
        <p:nvSpPr>
          <p:cNvPr id="2916" name="Google Shape;2916;p82"/>
          <p:cNvSpPr txBox="1"/>
          <p:nvPr>
            <p:ph idx="16" type="title"/>
          </p:nvPr>
        </p:nvSpPr>
        <p:spPr>
          <a:xfrm>
            <a:off x="5944501" y="4024378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Kapasiteit</a:t>
            </a:r>
            <a:endParaRPr/>
          </a:p>
        </p:txBody>
      </p:sp>
      <p:sp>
        <p:nvSpPr>
          <p:cNvPr id="2917" name="Google Shape;2917;p82"/>
          <p:cNvSpPr txBox="1"/>
          <p:nvPr>
            <p:ph idx="17" type="subTitle"/>
          </p:nvPr>
        </p:nvSpPr>
        <p:spPr>
          <a:xfrm>
            <a:off x="5944500" y="4419871"/>
            <a:ext cx="24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Wysig lokaal kapasiteit</a:t>
            </a:r>
            <a:endParaRPr/>
          </a:p>
        </p:txBody>
      </p:sp>
      <p:sp>
        <p:nvSpPr>
          <p:cNvPr id="2918" name="Google Shape;2918;p82"/>
          <p:cNvSpPr txBox="1"/>
          <p:nvPr>
            <p:ph idx="20" type="title"/>
          </p:nvPr>
        </p:nvSpPr>
        <p:spPr>
          <a:xfrm>
            <a:off x="4901400" y="4189314"/>
            <a:ext cx="1048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919" name="Google Shape;2919;p82"/>
          <p:cNvSpPr txBox="1"/>
          <p:nvPr>
            <p:ph type="title"/>
          </p:nvPr>
        </p:nvSpPr>
        <p:spPr>
          <a:xfrm>
            <a:off x="5234126" y="1081807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Toekomstige Funksies</a:t>
            </a:r>
            <a:endParaRPr/>
          </a:p>
        </p:txBody>
      </p:sp>
      <p:sp>
        <p:nvSpPr>
          <p:cNvPr id="2920" name="Google Shape;2920;p82"/>
          <p:cNvSpPr txBox="1"/>
          <p:nvPr>
            <p:ph idx="2" type="title"/>
          </p:nvPr>
        </p:nvSpPr>
        <p:spPr>
          <a:xfrm>
            <a:off x="1842648" y="1806757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Gebruiker</a:t>
            </a:r>
            <a:endParaRPr/>
          </a:p>
        </p:txBody>
      </p:sp>
      <p:sp>
        <p:nvSpPr>
          <p:cNvPr id="2921" name="Google Shape;2921;p82"/>
          <p:cNvSpPr txBox="1"/>
          <p:nvPr>
            <p:ph idx="3" type="subTitle"/>
          </p:nvPr>
        </p:nvSpPr>
        <p:spPr>
          <a:xfrm>
            <a:off x="1842650" y="2202229"/>
            <a:ext cx="24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Gebruiker wysiging in Admin</a:t>
            </a:r>
            <a:endParaRPr/>
          </a:p>
        </p:txBody>
      </p:sp>
      <p:sp>
        <p:nvSpPr>
          <p:cNvPr id="2922" name="Google Shape;2922;p82"/>
          <p:cNvSpPr txBox="1"/>
          <p:nvPr>
            <p:ph idx="13" type="title"/>
          </p:nvPr>
        </p:nvSpPr>
        <p:spPr>
          <a:xfrm>
            <a:off x="796375" y="1971700"/>
            <a:ext cx="1048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923" name="Google Shape;2923;p82"/>
          <p:cNvSpPr txBox="1"/>
          <p:nvPr>
            <p:ph type="title"/>
          </p:nvPr>
        </p:nvSpPr>
        <p:spPr>
          <a:xfrm>
            <a:off x="1192176" y="1081807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Addisionele Funksies</a:t>
            </a:r>
            <a:endParaRPr/>
          </a:p>
        </p:txBody>
      </p:sp>
      <p:sp>
        <p:nvSpPr>
          <p:cNvPr id="2924" name="Google Shape;2924;p82"/>
          <p:cNvSpPr txBox="1"/>
          <p:nvPr>
            <p:ph idx="2" type="title"/>
          </p:nvPr>
        </p:nvSpPr>
        <p:spPr>
          <a:xfrm>
            <a:off x="1842648" y="2930170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</a:t>
            </a:r>
            <a:endParaRPr/>
          </a:p>
        </p:txBody>
      </p:sp>
      <p:sp>
        <p:nvSpPr>
          <p:cNvPr id="2925" name="Google Shape;2925;p82"/>
          <p:cNvSpPr txBox="1"/>
          <p:nvPr>
            <p:ph idx="3" type="subTitle"/>
          </p:nvPr>
        </p:nvSpPr>
        <p:spPr>
          <a:xfrm>
            <a:off x="1842650" y="3325642"/>
            <a:ext cx="24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Rekening skep, wagwoord hashing</a:t>
            </a:r>
            <a:endParaRPr/>
          </a:p>
        </p:txBody>
      </p:sp>
      <p:sp>
        <p:nvSpPr>
          <p:cNvPr id="2926" name="Google Shape;2926;p82"/>
          <p:cNvSpPr txBox="1"/>
          <p:nvPr>
            <p:ph idx="13" type="title"/>
          </p:nvPr>
        </p:nvSpPr>
        <p:spPr>
          <a:xfrm>
            <a:off x="796375" y="3095113"/>
            <a:ext cx="1048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927" name="Google Shape;2927;p82"/>
          <p:cNvSpPr txBox="1"/>
          <p:nvPr>
            <p:ph idx="16" type="title"/>
          </p:nvPr>
        </p:nvSpPr>
        <p:spPr>
          <a:xfrm>
            <a:off x="1839476" y="4053603"/>
            <a:ext cx="24795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Bespreking</a:t>
            </a:r>
            <a:endParaRPr/>
          </a:p>
        </p:txBody>
      </p:sp>
      <p:sp>
        <p:nvSpPr>
          <p:cNvPr id="2928" name="Google Shape;2928;p82"/>
          <p:cNvSpPr txBox="1"/>
          <p:nvPr>
            <p:ph idx="17" type="subTitle"/>
          </p:nvPr>
        </p:nvSpPr>
        <p:spPr>
          <a:xfrm>
            <a:off x="1839475" y="4449096"/>
            <a:ext cx="247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Gebruiker kan ‘n bespreking maak</a:t>
            </a:r>
            <a:endParaRPr/>
          </a:p>
        </p:txBody>
      </p:sp>
      <p:sp>
        <p:nvSpPr>
          <p:cNvPr id="2929" name="Google Shape;2929;p82"/>
          <p:cNvSpPr txBox="1"/>
          <p:nvPr>
            <p:ph idx="20" type="title"/>
          </p:nvPr>
        </p:nvSpPr>
        <p:spPr>
          <a:xfrm>
            <a:off x="796375" y="4218539"/>
            <a:ext cx="1048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3" name="Shape 2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4" name="Google Shape;2934;p83"/>
          <p:cNvSpPr txBox="1"/>
          <p:nvPr>
            <p:ph type="title"/>
          </p:nvPr>
        </p:nvSpPr>
        <p:spPr>
          <a:xfrm>
            <a:off x="816900" y="1459500"/>
            <a:ext cx="75102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Dankie</a:t>
            </a:r>
            <a:br>
              <a:rPr lang="en"/>
            </a:br>
            <a:r>
              <a:rPr lang="en"/>
              <a:t>~Die Diva’s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p84"/>
          <p:cNvSpPr txBox="1"/>
          <p:nvPr>
            <p:ph type="title"/>
          </p:nvPr>
        </p:nvSpPr>
        <p:spPr>
          <a:xfrm>
            <a:off x="872400" y="620000"/>
            <a:ext cx="45162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Dankie!</a:t>
            </a:r>
            <a:endParaRPr/>
          </a:p>
        </p:txBody>
      </p:sp>
      <p:sp>
        <p:nvSpPr>
          <p:cNvPr id="2940" name="Google Shape;2940;p84"/>
          <p:cNvSpPr txBox="1"/>
          <p:nvPr>
            <p:ph idx="1" type="subTitle"/>
          </p:nvPr>
        </p:nvSpPr>
        <p:spPr>
          <a:xfrm>
            <a:off x="872400" y="1593625"/>
            <a:ext cx="42132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2A5F"/>
              </a:buClr>
              <a:buSzPts val="1400"/>
              <a:buFont typeface="Arial"/>
              <a:buNone/>
            </a:pPr>
            <a:r>
              <a:rPr lang="en"/>
              <a:t>Enige vrae of opmerkings?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1" name="Google Shape;2941;p84"/>
          <p:cNvSpPr txBox="1"/>
          <p:nvPr/>
        </p:nvSpPr>
        <p:spPr>
          <a:xfrm>
            <a:off x="872400" y="4106461"/>
            <a:ext cx="3196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rPr>
              <a:t>Please keep this slide for attribution</a:t>
            </a:r>
            <a:endParaRPr b="0" i="0" sz="1200" u="none" cap="none" strike="noStrike">
              <a:solidFill>
                <a:schemeClr val="accen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942" name="Google Shape;2942;p84"/>
          <p:cNvGrpSpPr/>
          <p:nvPr/>
        </p:nvGrpSpPr>
        <p:grpSpPr>
          <a:xfrm>
            <a:off x="6027022" y="1005766"/>
            <a:ext cx="2287695" cy="2289334"/>
            <a:chOff x="1192500" y="238125"/>
            <a:chExt cx="5235000" cy="5238750"/>
          </a:xfrm>
        </p:grpSpPr>
        <p:sp>
          <p:nvSpPr>
            <p:cNvPr id="2943" name="Google Shape;2943;p84"/>
            <p:cNvSpPr/>
            <p:nvPr/>
          </p:nvSpPr>
          <p:spPr>
            <a:xfrm>
              <a:off x="4141150" y="2266250"/>
              <a:ext cx="123500" cy="123525"/>
            </a:xfrm>
            <a:custGeom>
              <a:rect b="b" l="l" r="r" t="t"/>
              <a:pathLst>
                <a:path extrusionOk="0" h="4941" w="4940">
                  <a:moveTo>
                    <a:pt x="1" y="1"/>
                  </a:moveTo>
                  <a:lnTo>
                    <a:pt x="1" y="150"/>
                  </a:lnTo>
                  <a:lnTo>
                    <a:pt x="1048" y="1348"/>
                  </a:lnTo>
                  <a:lnTo>
                    <a:pt x="2246" y="2545"/>
                  </a:lnTo>
                  <a:lnTo>
                    <a:pt x="4790" y="4940"/>
                  </a:lnTo>
                  <a:lnTo>
                    <a:pt x="4940" y="4940"/>
                  </a:lnTo>
                  <a:lnTo>
                    <a:pt x="4940" y="4791"/>
                  </a:lnTo>
                  <a:lnTo>
                    <a:pt x="2545" y="23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4" name="Google Shape;2944;p84"/>
            <p:cNvSpPr/>
            <p:nvPr/>
          </p:nvSpPr>
          <p:spPr>
            <a:xfrm>
              <a:off x="4189800" y="2221350"/>
              <a:ext cx="123500" cy="131000"/>
            </a:xfrm>
            <a:custGeom>
              <a:rect b="b" l="l" r="r" t="t"/>
              <a:pathLst>
                <a:path extrusionOk="0" h="5240" w="4940">
                  <a:moveTo>
                    <a:pt x="150" y="1"/>
                  </a:moveTo>
                  <a:lnTo>
                    <a:pt x="0" y="150"/>
                  </a:lnTo>
                  <a:lnTo>
                    <a:pt x="1048" y="1497"/>
                  </a:lnTo>
                  <a:lnTo>
                    <a:pt x="2246" y="2695"/>
                  </a:lnTo>
                  <a:lnTo>
                    <a:pt x="3443" y="3892"/>
                  </a:lnTo>
                  <a:lnTo>
                    <a:pt x="4790" y="5239"/>
                  </a:lnTo>
                  <a:lnTo>
                    <a:pt x="4940" y="5239"/>
                  </a:lnTo>
                  <a:lnTo>
                    <a:pt x="4940" y="5090"/>
                  </a:lnTo>
                  <a:lnTo>
                    <a:pt x="2545" y="2396"/>
                  </a:lnTo>
                  <a:lnTo>
                    <a:pt x="1347" y="1198"/>
                  </a:lnTo>
                  <a:lnTo>
                    <a:pt x="749" y="5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5" name="Google Shape;2945;p84"/>
            <p:cNvSpPr/>
            <p:nvPr/>
          </p:nvSpPr>
          <p:spPr>
            <a:xfrm>
              <a:off x="4242175" y="2187675"/>
              <a:ext cx="108550" cy="112275"/>
            </a:xfrm>
            <a:custGeom>
              <a:rect b="b" l="l" r="r" t="t"/>
              <a:pathLst>
                <a:path extrusionOk="0" h="4491" w="4342">
                  <a:moveTo>
                    <a:pt x="1" y="1"/>
                  </a:moveTo>
                  <a:lnTo>
                    <a:pt x="1" y="150"/>
                  </a:lnTo>
                  <a:lnTo>
                    <a:pt x="1947" y="2395"/>
                  </a:lnTo>
                  <a:lnTo>
                    <a:pt x="4042" y="4491"/>
                  </a:lnTo>
                  <a:lnTo>
                    <a:pt x="4342" y="4491"/>
                  </a:lnTo>
                  <a:lnTo>
                    <a:pt x="4342" y="4341"/>
                  </a:lnTo>
                  <a:lnTo>
                    <a:pt x="2246" y="20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p84"/>
            <p:cNvSpPr/>
            <p:nvPr/>
          </p:nvSpPr>
          <p:spPr>
            <a:xfrm>
              <a:off x="4290825" y="2154000"/>
              <a:ext cx="131000" cy="131000"/>
            </a:xfrm>
            <a:custGeom>
              <a:rect b="b" l="l" r="r" t="t"/>
              <a:pathLst>
                <a:path extrusionOk="0" h="5240" w="5240">
                  <a:moveTo>
                    <a:pt x="1" y="0"/>
                  </a:moveTo>
                  <a:lnTo>
                    <a:pt x="1" y="150"/>
                  </a:lnTo>
                  <a:lnTo>
                    <a:pt x="1198" y="1348"/>
                  </a:lnTo>
                  <a:lnTo>
                    <a:pt x="2396" y="2695"/>
                  </a:lnTo>
                  <a:lnTo>
                    <a:pt x="3743" y="4042"/>
                  </a:lnTo>
                  <a:lnTo>
                    <a:pt x="5090" y="5239"/>
                  </a:lnTo>
                  <a:lnTo>
                    <a:pt x="5239" y="5239"/>
                  </a:lnTo>
                  <a:lnTo>
                    <a:pt x="5239" y="5090"/>
                  </a:lnTo>
                  <a:lnTo>
                    <a:pt x="4042" y="3742"/>
                  </a:lnTo>
                  <a:lnTo>
                    <a:pt x="2695" y="2395"/>
                  </a:lnTo>
                  <a:lnTo>
                    <a:pt x="149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84"/>
            <p:cNvSpPr/>
            <p:nvPr/>
          </p:nvSpPr>
          <p:spPr>
            <a:xfrm>
              <a:off x="4339475" y="2112825"/>
              <a:ext cx="104800" cy="104800"/>
            </a:xfrm>
            <a:custGeom>
              <a:rect b="b" l="l" r="r" t="t"/>
              <a:pathLst>
                <a:path extrusionOk="0" h="4192" w="4192">
                  <a:moveTo>
                    <a:pt x="0" y="1"/>
                  </a:moveTo>
                  <a:lnTo>
                    <a:pt x="0" y="151"/>
                  </a:lnTo>
                  <a:lnTo>
                    <a:pt x="899" y="1198"/>
                  </a:lnTo>
                  <a:lnTo>
                    <a:pt x="1946" y="2246"/>
                  </a:lnTo>
                  <a:lnTo>
                    <a:pt x="4042" y="4192"/>
                  </a:lnTo>
                  <a:lnTo>
                    <a:pt x="4191" y="4192"/>
                  </a:lnTo>
                  <a:lnTo>
                    <a:pt x="4191" y="4042"/>
                  </a:lnTo>
                  <a:lnTo>
                    <a:pt x="2246" y="1947"/>
                  </a:lnTo>
                  <a:lnTo>
                    <a:pt x="1198" y="10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p84"/>
            <p:cNvSpPr/>
            <p:nvPr/>
          </p:nvSpPr>
          <p:spPr>
            <a:xfrm>
              <a:off x="4436775" y="2041750"/>
              <a:ext cx="89825" cy="86075"/>
            </a:xfrm>
            <a:custGeom>
              <a:rect b="b" l="l" r="r" t="t"/>
              <a:pathLst>
                <a:path extrusionOk="0" h="3443" w="3593">
                  <a:moveTo>
                    <a:pt x="0" y="0"/>
                  </a:moveTo>
                  <a:lnTo>
                    <a:pt x="1647" y="1796"/>
                  </a:lnTo>
                  <a:lnTo>
                    <a:pt x="3443" y="3443"/>
                  </a:lnTo>
                  <a:lnTo>
                    <a:pt x="3592" y="3443"/>
                  </a:lnTo>
                  <a:lnTo>
                    <a:pt x="3592" y="3293"/>
                  </a:lnTo>
                  <a:lnTo>
                    <a:pt x="2844" y="2395"/>
                  </a:lnTo>
                  <a:lnTo>
                    <a:pt x="1946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p84"/>
            <p:cNvSpPr/>
            <p:nvPr/>
          </p:nvSpPr>
          <p:spPr>
            <a:xfrm>
              <a:off x="4388125" y="2079150"/>
              <a:ext cx="93575" cy="89850"/>
            </a:xfrm>
            <a:custGeom>
              <a:rect b="b" l="l" r="r" t="t"/>
              <a:pathLst>
                <a:path extrusionOk="0" h="3594" w="3743">
                  <a:moveTo>
                    <a:pt x="0" y="1"/>
                  </a:moveTo>
                  <a:lnTo>
                    <a:pt x="1647" y="1947"/>
                  </a:lnTo>
                  <a:lnTo>
                    <a:pt x="3443" y="3593"/>
                  </a:lnTo>
                  <a:lnTo>
                    <a:pt x="3742" y="3593"/>
                  </a:lnTo>
                  <a:lnTo>
                    <a:pt x="3742" y="3443"/>
                  </a:lnTo>
                  <a:lnTo>
                    <a:pt x="1946" y="16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p84"/>
            <p:cNvSpPr/>
            <p:nvPr/>
          </p:nvSpPr>
          <p:spPr>
            <a:xfrm>
              <a:off x="4485400" y="2000575"/>
              <a:ext cx="82350" cy="78600"/>
            </a:xfrm>
            <a:custGeom>
              <a:rect b="b" l="l" r="r" t="t"/>
              <a:pathLst>
                <a:path extrusionOk="0" h="3144" w="3294">
                  <a:moveTo>
                    <a:pt x="1" y="1"/>
                  </a:moveTo>
                  <a:lnTo>
                    <a:pt x="1" y="150"/>
                  </a:lnTo>
                  <a:lnTo>
                    <a:pt x="1498" y="1797"/>
                  </a:lnTo>
                  <a:lnTo>
                    <a:pt x="2246" y="2545"/>
                  </a:lnTo>
                  <a:lnTo>
                    <a:pt x="3144" y="3144"/>
                  </a:lnTo>
                  <a:lnTo>
                    <a:pt x="3294" y="3144"/>
                  </a:lnTo>
                  <a:lnTo>
                    <a:pt x="3294" y="2994"/>
                  </a:lnTo>
                  <a:lnTo>
                    <a:pt x="2545" y="2246"/>
                  </a:lnTo>
                  <a:lnTo>
                    <a:pt x="1797" y="1497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p84"/>
            <p:cNvSpPr/>
            <p:nvPr/>
          </p:nvSpPr>
          <p:spPr>
            <a:xfrm>
              <a:off x="4537800" y="196690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0" y="1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695" y="2695"/>
                  </a:lnTo>
                  <a:lnTo>
                    <a:pt x="2844" y="2695"/>
                  </a:lnTo>
                  <a:lnTo>
                    <a:pt x="2844" y="2545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p84"/>
            <p:cNvSpPr/>
            <p:nvPr/>
          </p:nvSpPr>
          <p:spPr>
            <a:xfrm>
              <a:off x="4586450" y="19257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1347" y="1796"/>
                  </a:lnTo>
                  <a:lnTo>
                    <a:pt x="2096" y="2395"/>
                  </a:lnTo>
                  <a:lnTo>
                    <a:pt x="2994" y="2994"/>
                  </a:lnTo>
                  <a:lnTo>
                    <a:pt x="2994" y="2994"/>
                  </a:lnTo>
                  <a:lnTo>
                    <a:pt x="2395" y="2096"/>
                  </a:lnTo>
                  <a:lnTo>
                    <a:pt x="1647" y="149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p84"/>
            <p:cNvSpPr/>
            <p:nvPr/>
          </p:nvSpPr>
          <p:spPr>
            <a:xfrm>
              <a:off x="4635100" y="1888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150" y="0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1347" y="1647"/>
                  </a:lnTo>
                  <a:lnTo>
                    <a:pt x="2096" y="2245"/>
                  </a:lnTo>
                  <a:lnTo>
                    <a:pt x="2844" y="2844"/>
                  </a:lnTo>
                  <a:lnTo>
                    <a:pt x="2994" y="2844"/>
                  </a:lnTo>
                  <a:lnTo>
                    <a:pt x="2395" y="1946"/>
                  </a:lnTo>
                  <a:lnTo>
                    <a:pt x="1647" y="13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p84"/>
            <p:cNvSpPr/>
            <p:nvPr/>
          </p:nvSpPr>
          <p:spPr>
            <a:xfrm>
              <a:off x="4683725" y="18471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0"/>
                  </a:lnTo>
                  <a:lnTo>
                    <a:pt x="1348" y="1647"/>
                  </a:lnTo>
                  <a:lnTo>
                    <a:pt x="1947" y="2246"/>
                  </a:lnTo>
                  <a:lnTo>
                    <a:pt x="2695" y="2845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84"/>
            <p:cNvSpPr/>
            <p:nvPr/>
          </p:nvSpPr>
          <p:spPr>
            <a:xfrm>
              <a:off x="4736125" y="181347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0" y="1"/>
                  </a:moveTo>
                  <a:lnTo>
                    <a:pt x="1348" y="1497"/>
                  </a:lnTo>
                  <a:lnTo>
                    <a:pt x="1946" y="2246"/>
                  </a:lnTo>
                  <a:lnTo>
                    <a:pt x="2695" y="2845"/>
                  </a:lnTo>
                  <a:lnTo>
                    <a:pt x="2844" y="2845"/>
                  </a:lnTo>
                  <a:lnTo>
                    <a:pt x="2844" y="2695"/>
                  </a:lnTo>
                  <a:lnTo>
                    <a:pt x="2246" y="1947"/>
                  </a:lnTo>
                  <a:lnTo>
                    <a:pt x="1647" y="134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p84"/>
            <p:cNvSpPr/>
            <p:nvPr/>
          </p:nvSpPr>
          <p:spPr>
            <a:xfrm>
              <a:off x="4784775" y="1776050"/>
              <a:ext cx="56150" cy="56175"/>
            </a:xfrm>
            <a:custGeom>
              <a:rect b="b" l="l" r="r" t="t"/>
              <a:pathLst>
                <a:path extrusionOk="0" h="2247" w="2246">
                  <a:moveTo>
                    <a:pt x="0" y="1"/>
                  </a:moveTo>
                  <a:lnTo>
                    <a:pt x="898" y="1198"/>
                  </a:lnTo>
                  <a:lnTo>
                    <a:pt x="1497" y="1797"/>
                  </a:lnTo>
                  <a:lnTo>
                    <a:pt x="2096" y="2246"/>
                  </a:lnTo>
                  <a:lnTo>
                    <a:pt x="2245" y="2246"/>
                  </a:lnTo>
                  <a:lnTo>
                    <a:pt x="2245" y="2096"/>
                  </a:lnTo>
                  <a:lnTo>
                    <a:pt x="1796" y="1498"/>
                  </a:lnTo>
                  <a:lnTo>
                    <a:pt x="1198" y="8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p84"/>
            <p:cNvSpPr/>
            <p:nvPr/>
          </p:nvSpPr>
          <p:spPr>
            <a:xfrm>
              <a:off x="4833425" y="1738650"/>
              <a:ext cx="41175" cy="41175"/>
            </a:xfrm>
            <a:custGeom>
              <a:rect b="b" l="l" r="r" t="t"/>
              <a:pathLst>
                <a:path extrusionOk="0" h="1647" w="1647">
                  <a:moveTo>
                    <a:pt x="0" y="0"/>
                  </a:moveTo>
                  <a:lnTo>
                    <a:pt x="748" y="898"/>
                  </a:lnTo>
                  <a:lnTo>
                    <a:pt x="1497" y="1647"/>
                  </a:lnTo>
                  <a:lnTo>
                    <a:pt x="1646" y="1647"/>
                  </a:lnTo>
                  <a:lnTo>
                    <a:pt x="1646" y="149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p84"/>
            <p:cNvSpPr/>
            <p:nvPr/>
          </p:nvSpPr>
          <p:spPr>
            <a:xfrm>
              <a:off x="4882050" y="16974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1" y="1"/>
                  </a:moveTo>
                  <a:lnTo>
                    <a:pt x="450" y="749"/>
                  </a:lnTo>
                  <a:lnTo>
                    <a:pt x="1198" y="1348"/>
                  </a:lnTo>
                  <a:lnTo>
                    <a:pt x="1348" y="1348"/>
                  </a:lnTo>
                  <a:lnTo>
                    <a:pt x="1348" y="1198"/>
                  </a:lnTo>
                  <a:lnTo>
                    <a:pt x="749" y="4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p84"/>
            <p:cNvSpPr/>
            <p:nvPr/>
          </p:nvSpPr>
          <p:spPr>
            <a:xfrm>
              <a:off x="4930700" y="1660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" y="1"/>
                  </a:moveTo>
                  <a:lnTo>
                    <a:pt x="1" y="151"/>
                  </a:lnTo>
                  <a:lnTo>
                    <a:pt x="599" y="899"/>
                  </a:lnTo>
                  <a:lnTo>
                    <a:pt x="899" y="1198"/>
                  </a:lnTo>
                  <a:lnTo>
                    <a:pt x="1348" y="1348"/>
                  </a:lnTo>
                  <a:lnTo>
                    <a:pt x="1497" y="1348"/>
                  </a:lnTo>
                  <a:lnTo>
                    <a:pt x="1497" y="1198"/>
                  </a:lnTo>
                  <a:lnTo>
                    <a:pt x="1198" y="899"/>
                  </a:lnTo>
                  <a:lnTo>
                    <a:pt x="899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p84"/>
            <p:cNvSpPr/>
            <p:nvPr/>
          </p:nvSpPr>
          <p:spPr>
            <a:xfrm>
              <a:off x="4979350" y="1618900"/>
              <a:ext cx="29950" cy="29950"/>
            </a:xfrm>
            <a:custGeom>
              <a:rect b="b" l="l" r="r" t="t"/>
              <a:pathLst>
                <a:path extrusionOk="0" h="1198" w="1198">
                  <a:moveTo>
                    <a:pt x="0" y="0"/>
                  </a:moveTo>
                  <a:lnTo>
                    <a:pt x="0" y="150"/>
                  </a:lnTo>
                  <a:lnTo>
                    <a:pt x="450" y="749"/>
                  </a:lnTo>
                  <a:lnTo>
                    <a:pt x="1048" y="1198"/>
                  </a:lnTo>
                  <a:lnTo>
                    <a:pt x="1198" y="1198"/>
                  </a:lnTo>
                  <a:lnTo>
                    <a:pt x="1198" y="1048"/>
                  </a:lnTo>
                  <a:lnTo>
                    <a:pt x="599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p84"/>
            <p:cNvSpPr/>
            <p:nvPr/>
          </p:nvSpPr>
          <p:spPr>
            <a:xfrm>
              <a:off x="3228125" y="238600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790" y="1"/>
                  </a:moveTo>
                  <a:lnTo>
                    <a:pt x="2395" y="2395"/>
                  </a:lnTo>
                  <a:lnTo>
                    <a:pt x="0" y="4940"/>
                  </a:lnTo>
                  <a:lnTo>
                    <a:pt x="0" y="5090"/>
                  </a:lnTo>
                  <a:lnTo>
                    <a:pt x="150" y="5090"/>
                  </a:lnTo>
                  <a:lnTo>
                    <a:pt x="1347" y="3892"/>
                  </a:lnTo>
                  <a:lnTo>
                    <a:pt x="2545" y="2695"/>
                  </a:lnTo>
                  <a:lnTo>
                    <a:pt x="4939" y="150"/>
                  </a:lnTo>
                  <a:lnTo>
                    <a:pt x="49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2" name="Google Shape;2962;p84"/>
            <p:cNvSpPr/>
            <p:nvPr/>
          </p:nvSpPr>
          <p:spPr>
            <a:xfrm>
              <a:off x="3183200" y="2337350"/>
              <a:ext cx="131000" cy="123525"/>
            </a:xfrm>
            <a:custGeom>
              <a:rect b="b" l="l" r="r" t="t"/>
              <a:pathLst>
                <a:path extrusionOk="0" h="4941" w="5240">
                  <a:moveTo>
                    <a:pt x="5090" y="1"/>
                  </a:moveTo>
                  <a:lnTo>
                    <a:pt x="2396" y="2545"/>
                  </a:lnTo>
                  <a:lnTo>
                    <a:pt x="1198" y="3593"/>
                  </a:lnTo>
                  <a:lnTo>
                    <a:pt x="600" y="4192"/>
                  </a:lnTo>
                  <a:lnTo>
                    <a:pt x="1" y="4940"/>
                  </a:lnTo>
                  <a:lnTo>
                    <a:pt x="151" y="4940"/>
                  </a:lnTo>
                  <a:lnTo>
                    <a:pt x="1498" y="3892"/>
                  </a:lnTo>
                  <a:lnTo>
                    <a:pt x="2695" y="2845"/>
                  </a:lnTo>
                  <a:lnTo>
                    <a:pt x="3893" y="1497"/>
                  </a:lnTo>
                  <a:lnTo>
                    <a:pt x="5240" y="150"/>
                  </a:lnTo>
                  <a:lnTo>
                    <a:pt x="52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p84"/>
            <p:cNvSpPr/>
            <p:nvPr/>
          </p:nvSpPr>
          <p:spPr>
            <a:xfrm>
              <a:off x="3149525" y="2303675"/>
              <a:ext cx="112300" cy="108550"/>
            </a:xfrm>
            <a:custGeom>
              <a:rect b="b" l="l" r="r" t="t"/>
              <a:pathLst>
                <a:path extrusionOk="0" h="4342" w="4492">
                  <a:moveTo>
                    <a:pt x="4341" y="1"/>
                  </a:moveTo>
                  <a:lnTo>
                    <a:pt x="2096" y="194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396" y="2246"/>
                  </a:lnTo>
                  <a:lnTo>
                    <a:pt x="4491" y="150"/>
                  </a:lnTo>
                  <a:lnTo>
                    <a:pt x="4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p84"/>
            <p:cNvSpPr/>
            <p:nvPr/>
          </p:nvSpPr>
          <p:spPr>
            <a:xfrm>
              <a:off x="3115850" y="2228850"/>
              <a:ext cx="131000" cy="130975"/>
            </a:xfrm>
            <a:custGeom>
              <a:rect b="b" l="l" r="r" t="t"/>
              <a:pathLst>
                <a:path extrusionOk="0" h="5239" w="5240">
                  <a:moveTo>
                    <a:pt x="5090" y="0"/>
                  </a:moveTo>
                  <a:lnTo>
                    <a:pt x="3743" y="1197"/>
                  </a:lnTo>
                  <a:lnTo>
                    <a:pt x="2396" y="2545"/>
                  </a:lnTo>
                  <a:lnTo>
                    <a:pt x="1198" y="3892"/>
                  </a:lnTo>
                  <a:lnTo>
                    <a:pt x="1" y="5089"/>
                  </a:lnTo>
                  <a:lnTo>
                    <a:pt x="1" y="5239"/>
                  </a:lnTo>
                  <a:lnTo>
                    <a:pt x="150" y="5239"/>
                  </a:lnTo>
                  <a:lnTo>
                    <a:pt x="1497" y="4041"/>
                  </a:lnTo>
                  <a:lnTo>
                    <a:pt x="2695" y="2844"/>
                  </a:lnTo>
                  <a:lnTo>
                    <a:pt x="4042" y="1497"/>
                  </a:lnTo>
                  <a:lnTo>
                    <a:pt x="5239" y="150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p84"/>
            <p:cNvSpPr/>
            <p:nvPr/>
          </p:nvSpPr>
          <p:spPr>
            <a:xfrm>
              <a:off x="3074700" y="22101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1"/>
                  </a:moveTo>
                  <a:lnTo>
                    <a:pt x="1946" y="1797"/>
                  </a:lnTo>
                  <a:lnTo>
                    <a:pt x="1048" y="2845"/>
                  </a:lnTo>
                  <a:lnTo>
                    <a:pt x="0" y="4042"/>
                  </a:lnTo>
                  <a:lnTo>
                    <a:pt x="150" y="4042"/>
                  </a:lnTo>
                  <a:lnTo>
                    <a:pt x="1198" y="3144"/>
                  </a:lnTo>
                  <a:lnTo>
                    <a:pt x="2245" y="2096"/>
                  </a:lnTo>
                  <a:lnTo>
                    <a:pt x="4191" y="150"/>
                  </a:lnTo>
                  <a:lnTo>
                    <a:pt x="41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84"/>
            <p:cNvSpPr/>
            <p:nvPr/>
          </p:nvSpPr>
          <p:spPr>
            <a:xfrm>
              <a:off x="3003600" y="212780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3293" y="1"/>
                  </a:moveTo>
                  <a:lnTo>
                    <a:pt x="2395" y="749"/>
                  </a:lnTo>
                  <a:lnTo>
                    <a:pt x="1497" y="1497"/>
                  </a:lnTo>
                  <a:lnTo>
                    <a:pt x="0" y="3294"/>
                  </a:lnTo>
                  <a:lnTo>
                    <a:pt x="0" y="3443"/>
                  </a:lnTo>
                  <a:lnTo>
                    <a:pt x="1796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84"/>
            <p:cNvSpPr/>
            <p:nvPr/>
          </p:nvSpPr>
          <p:spPr>
            <a:xfrm>
              <a:off x="3041025" y="217270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3"/>
                  </a:lnTo>
                  <a:lnTo>
                    <a:pt x="0" y="3593"/>
                  </a:lnTo>
                  <a:lnTo>
                    <a:pt x="1946" y="1947"/>
                  </a:lnTo>
                  <a:lnTo>
                    <a:pt x="3592" y="151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8" name="Google Shape;2968;p84"/>
            <p:cNvSpPr/>
            <p:nvPr/>
          </p:nvSpPr>
          <p:spPr>
            <a:xfrm>
              <a:off x="2962425" y="20866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2994" y="0"/>
                  </a:moveTo>
                  <a:lnTo>
                    <a:pt x="2246" y="599"/>
                  </a:lnTo>
                  <a:lnTo>
                    <a:pt x="1049" y="1796"/>
                  </a:lnTo>
                  <a:lnTo>
                    <a:pt x="1" y="2994"/>
                  </a:lnTo>
                  <a:lnTo>
                    <a:pt x="1" y="3143"/>
                  </a:lnTo>
                  <a:lnTo>
                    <a:pt x="151" y="3143"/>
                  </a:lnTo>
                  <a:lnTo>
                    <a:pt x="1797" y="1647"/>
                  </a:lnTo>
                  <a:lnTo>
                    <a:pt x="2545" y="898"/>
                  </a:lnTo>
                  <a:lnTo>
                    <a:pt x="3144" y="150"/>
                  </a:lnTo>
                  <a:lnTo>
                    <a:pt x="3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9" name="Google Shape;2969;p84"/>
            <p:cNvSpPr/>
            <p:nvPr/>
          </p:nvSpPr>
          <p:spPr>
            <a:xfrm>
              <a:off x="2928750" y="2041750"/>
              <a:ext cx="67375" cy="71100"/>
            </a:xfrm>
            <a:custGeom>
              <a:rect b="b" l="l" r="r" t="t"/>
              <a:pathLst>
                <a:path extrusionOk="0" h="2844" w="2695">
                  <a:moveTo>
                    <a:pt x="2545" y="0"/>
                  </a:moveTo>
                  <a:lnTo>
                    <a:pt x="1198" y="1347"/>
                  </a:lnTo>
                  <a:lnTo>
                    <a:pt x="1" y="2694"/>
                  </a:lnTo>
                  <a:lnTo>
                    <a:pt x="1" y="2844"/>
                  </a:lnTo>
                  <a:lnTo>
                    <a:pt x="150" y="2844"/>
                  </a:lnTo>
                  <a:lnTo>
                    <a:pt x="1498" y="1647"/>
                  </a:lnTo>
                  <a:lnTo>
                    <a:pt x="2695" y="150"/>
                  </a:lnTo>
                  <a:lnTo>
                    <a:pt x="26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p84"/>
            <p:cNvSpPr/>
            <p:nvPr/>
          </p:nvSpPr>
          <p:spPr>
            <a:xfrm>
              <a:off x="2887600" y="1989350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994" y="1"/>
                  </a:moveTo>
                  <a:lnTo>
                    <a:pt x="2096" y="599"/>
                  </a:lnTo>
                  <a:lnTo>
                    <a:pt x="1497" y="1348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796" y="1647"/>
                  </a:lnTo>
                  <a:lnTo>
                    <a:pt x="2395" y="899"/>
                  </a:lnTo>
                  <a:lnTo>
                    <a:pt x="2994" y="150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1" name="Google Shape;2971;p84"/>
            <p:cNvSpPr/>
            <p:nvPr/>
          </p:nvSpPr>
          <p:spPr>
            <a:xfrm>
              <a:off x="2853925" y="1944450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2694" y="0"/>
                  </a:moveTo>
                  <a:lnTo>
                    <a:pt x="1946" y="599"/>
                  </a:lnTo>
                  <a:lnTo>
                    <a:pt x="1198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497" y="1497"/>
                  </a:lnTo>
                  <a:lnTo>
                    <a:pt x="2245" y="749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p84"/>
            <p:cNvSpPr/>
            <p:nvPr/>
          </p:nvSpPr>
          <p:spPr>
            <a:xfrm>
              <a:off x="2809025" y="189955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2694" y="0"/>
                  </a:moveTo>
                  <a:lnTo>
                    <a:pt x="1946" y="449"/>
                  </a:lnTo>
                  <a:lnTo>
                    <a:pt x="1347" y="1198"/>
                  </a:lnTo>
                  <a:lnTo>
                    <a:pt x="0" y="2695"/>
                  </a:lnTo>
                  <a:lnTo>
                    <a:pt x="0" y="2844"/>
                  </a:lnTo>
                  <a:lnTo>
                    <a:pt x="150" y="2844"/>
                  </a:lnTo>
                  <a:lnTo>
                    <a:pt x="1647" y="1497"/>
                  </a:lnTo>
                  <a:lnTo>
                    <a:pt x="2245" y="749"/>
                  </a:lnTo>
                  <a:lnTo>
                    <a:pt x="2844" y="150"/>
                  </a:lnTo>
                  <a:lnTo>
                    <a:pt x="2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3" name="Google Shape;2973;p84"/>
            <p:cNvSpPr/>
            <p:nvPr/>
          </p:nvSpPr>
          <p:spPr>
            <a:xfrm>
              <a:off x="2775325" y="1847150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1"/>
                  </a:moveTo>
                  <a:lnTo>
                    <a:pt x="1947" y="450"/>
                  </a:lnTo>
                  <a:lnTo>
                    <a:pt x="1348" y="1198"/>
                  </a:lnTo>
                  <a:lnTo>
                    <a:pt x="1" y="2695"/>
                  </a:lnTo>
                  <a:lnTo>
                    <a:pt x="151" y="2695"/>
                  </a:lnTo>
                  <a:lnTo>
                    <a:pt x="1647" y="1498"/>
                  </a:lnTo>
                  <a:lnTo>
                    <a:pt x="2246" y="749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4" name="Google Shape;2974;p84"/>
            <p:cNvSpPr/>
            <p:nvPr/>
          </p:nvSpPr>
          <p:spPr>
            <a:xfrm>
              <a:off x="2737925" y="1809750"/>
              <a:ext cx="56150" cy="56150"/>
            </a:xfrm>
            <a:custGeom>
              <a:rect b="b" l="l" r="r" t="t"/>
              <a:pathLst>
                <a:path extrusionOk="0" h="2246" w="2246">
                  <a:moveTo>
                    <a:pt x="2096" y="0"/>
                  </a:moveTo>
                  <a:lnTo>
                    <a:pt x="1497" y="449"/>
                  </a:lnTo>
                  <a:lnTo>
                    <a:pt x="898" y="1048"/>
                  </a:lnTo>
                  <a:lnTo>
                    <a:pt x="0" y="2245"/>
                  </a:lnTo>
                  <a:lnTo>
                    <a:pt x="1198" y="1347"/>
                  </a:lnTo>
                  <a:lnTo>
                    <a:pt x="1796" y="748"/>
                  </a:lnTo>
                  <a:lnTo>
                    <a:pt x="2245" y="150"/>
                  </a:lnTo>
                  <a:lnTo>
                    <a:pt x="22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84"/>
            <p:cNvSpPr/>
            <p:nvPr/>
          </p:nvSpPr>
          <p:spPr>
            <a:xfrm>
              <a:off x="2700500" y="17760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1497" y="1"/>
                  </a:moveTo>
                  <a:lnTo>
                    <a:pt x="599" y="749"/>
                  </a:lnTo>
                  <a:lnTo>
                    <a:pt x="0" y="1647"/>
                  </a:lnTo>
                  <a:lnTo>
                    <a:pt x="0" y="1647"/>
                  </a:lnTo>
                  <a:lnTo>
                    <a:pt x="898" y="1049"/>
                  </a:lnTo>
                  <a:lnTo>
                    <a:pt x="1647" y="151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p84"/>
            <p:cNvSpPr/>
            <p:nvPr/>
          </p:nvSpPr>
          <p:spPr>
            <a:xfrm>
              <a:off x="2659325" y="1734900"/>
              <a:ext cx="33725" cy="37450"/>
            </a:xfrm>
            <a:custGeom>
              <a:rect b="b" l="l" r="r" t="t"/>
              <a:pathLst>
                <a:path extrusionOk="0" h="1498" w="1349">
                  <a:moveTo>
                    <a:pt x="1198" y="0"/>
                  </a:moveTo>
                  <a:lnTo>
                    <a:pt x="450" y="599"/>
                  </a:lnTo>
                  <a:lnTo>
                    <a:pt x="1" y="1348"/>
                  </a:lnTo>
                  <a:lnTo>
                    <a:pt x="1" y="1497"/>
                  </a:lnTo>
                  <a:lnTo>
                    <a:pt x="151" y="1497"/>
                  </a:lnTo>
                  <a:lnTo>
                    <a:pt x="749" y="899"/>
                  </a:lnTo>
                  <a:lnTo>
                    <a:pt x="134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p84"/>
            <p:cNvSpPr/>
            <p:nvPr/>
          </p:nvSpPr>
          <p:spPr>
            <a:xfrm>
              <a:off x="2621925" y="1686250"/>
              <a:ext cx="37425" cy="33700"/>
            </a:xfrm>
            <a:custGeom>
              <a:rect b="b" l="l" r="r" t="t"/>
              <a:pathLst>
                <a:path extrusionOk="0" h="1348" w="1497">
                  <a:moveTo>
                    <a:pt x="1347" y="1"/>
                  </a:moveTo>
                  <a:lnTo>
                    <a:pt x="898" y="150"/>
                  </a:lnTo>
                  <a:lnTo>
                    <a:pt x="599" y="450"/>
                  </a:lnTo>
                  <a:lnTo>
                    <a:pt x="0" y="1198"/>
                  </a:lnTo>
                  <a:lnTo>
                    <a:pt x="0" y="1348"/>
                  </a:lnTo>
                  <a:lnTo>
                    <a:pt x="150" y="1348"/>
                  </a:lnTo>
                  <a:lnTo>
                    <a:pt x="898" y="749"/>
                  </a:lnTo>
                  <a:lnTo>
                    <a:pt x="1198" y="450"/>
                  </a:lnTo>
                  <a:lnTo>
                    <a:pt x="1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84"/>
            <p:cNvSpPr/>
            <p:nvPr/>
          </p:nvSpPr>
          <p:spPr>
            <a:xfrm>
              <a:off x="2580750" y="1641350"/>
              <a:ext cx="29975" cy="33700"/>
            </a:xfrm>
            <a:custGeom>
              <a:rect b="b" l="l" r="r" t="t"/>
              <a:pathLst>
                <a:path extrusionOk="0" h="1348" w="1199">
                  <a:moveTo>
                    <a:pt x="1048" y="0"/>
                  </a:moveTo>
                  <a:lnTo>
                    <a:pt x="450" y="599"/>
                  </a:lnTo>
                  <a:lnTo>
                    <a:pt x="1" y="1198"/>
                  </a:lnTo>
                  <a:lnTo>
                    <a:pt x="1" y="1348"/>
                  </a:lnTo>
                  <a:lnTo>
                    <a:pt x="150" y="1348"/>
                  </a:lnTo>
                  <a:lnTo>
                    <a:pt x="749" y="749"/>
                  </a:lnTo>
                  <a:lnTo>
                    <a:pt x="119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84"/>
            <p:cNvSpPr/>
            <p:nvPr/>
          </p:nvSpPr>
          <p:spPr>
            <a:xfrm>
              <a:off x="4268375" y="3201750"/>
              <a:ext cx="123500" cy="127250"/>
            </a:xfrm>
            <a:custGeom>
              <a:rect b="b" l="l" r="r" t="t"/>
              <a:pathLst>
                <a:path extrusionOk="0" h="5090" w="4940">
                  <a:moveTo>
                    <a:pt x="4940" y="0"/>
                  </a:moveTo>
                  <a:lnTo>
                    <a:pt x="3593" y="1198"/>
                  </a:lnTo>
                  <a:lnTo>
                    <a:pt x="2395" y="2395"/>
                  </a:lnTo>
                  <a:lnTo>
                    <a:pt x="1" y="4940"/>
                  </a:lnTo>
                  <a:lnTo>
                    <a:pt x="1" y="5090"/>
                  </a:lnTo>
                  <a:lnTo>
                    <a:pt x="150" y="5090"/>
                  </a:lnTo>
                  <a:lnTo>
                    <a:pt x="2695" y="2695"/>
                  </a:lnTo>
                  <a:lnTo>
                    <a:pt x="4940" y="150"/>
                  </a:lnTo>
                  <a:lnTo>
                    <a:pt x="49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84"/>
            <p:cNvSpPr/>
            <p:nvPr/>
          </p:nvSpPr>
          <p:spPr>
            <a:xfrm>
              <a:off x="4309550" y="3250400"/>
              <a:ext cx="127250" cy="127250"/>
            </a:xfrm>
            <a:custGeom>
              <a:rect b="b" l="l" r="r" t="t"/>
              <a:pathLst>
                <a:path extrusionOk="0" h="5090" w="5090">
                  <a:moveTo>
                    <a:pt x="4939" y="0"/>
                  </a:moveTo>
                  <a:lnTo>
                    <a:pt x="3742" y="1048"/>
                  </a:lnTo>
                  <a:lnTo>
                    <a:pt x="2545" y="2245"/>
                  </a:lnTo>
                  <a:lnTo>
                    <a:pt x="1197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2844" y="2545"/>
                  </a:lnTo>
                  <a:lnTo>
                    <a:pt x="4041" y="1497"/>
                  </a:lnTo>
                  <a:lnTo>
                    <a:pt x="4640" y="898"/>
                  </a:lnTo>
                  <a:lnTo>
                    <a:pt x="5089" y="150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84"/>
            <p:cNvSpPr/>
            <p:nvPr/>
          </p:nvSpPr>
          <p:spPr>
            <a:xfrm>
              <a:off x="4361925" y="3302775"/>
              <a:ext cx="108550" cy="108550"/>
            </a:xfrm>
            <a:custGeom>
              <a:rect b="b" l="l" r="r" t="t"/>
              <a:pathLst>
                <a:path extrusionOk="0" h="4342" w="4342">
                  <a:moveTo>
                    <a:pt x="4341" y="1"/>
                  </a:moveTo>
                  <a:lnTo>
                    <a:pt x="2096" y="2096"/>
                  </a:lnTo>
                  <a:lnTo>
                    <a:pt x="1" y="4192"/>
                  </a:lnTo>
                  <a:lnTo>
                    <a:pt x="1" y="4341"/>
                  </a:lnTo>
                  <a:lnTo>
                    <a:pt x="150" y="4341"/>
                  </a:lnTo>
                  <a:lnTo>
                    <a:pt x="2246" y="2396"/>
                  </a:lnTo>
                  <a:lnTo>
                    <a:pt x="4341" y="150"/>
                  </a:lnTo>
                  <a:lnTo>
                    <a:pt x="4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84"/>
            <p:cNvSpPr/>
            <p:nvPr/>
          </p:nvSpPr>
          <p:spPr>
            <a:xfrm>
              <a:off x="4376900" y="3355175"/>
              <a:ext cx="131000" cy="127250"/>
            </a:xfrm>
            <a:custGeom>
              <a:rect b="b" l="l" r="r" t="t"/>
              <a:pathLst>
                <a:path extrusionOk="0" h="5090" w="5240">
                  <a:moveTo>
                    <a:pt x="5089" y="0"/>
                  </a:moveTo>
                  <a:lnTo>
                    <a:pt x="3742" y="1198"/>
                  </a:lnTo>
                  <a:lnTo>
                    <a:pt x="2395" y="2395"/>
                  </a:lnTo>
                  <a:lnTo>
                    <a:pt x="1198" y="3593"/>
                  </a:lnTo>
                  <a:lnTo>
                    <a:pt x="0" y="4940"/>
                  </a:lnTo>
                  <a:lnTo>
                    <a:pt x="0" y="5089"/>
                  </a:lnTo>
                  <a:lnTo>
                    <a:pt x="150" y="5089"/>
                  </a:lnTo>
                  <a:lnTo>
                    <a:pt x="1497" y="3892"/>
                  </a:lnTo>
                  <a:lnTo>
                    <a:pt x="2694" y="2694"/>
                  </a:lnTo>
                  <a:lnTo>
                    <a:pt x="4042" y="1347"/>
                  </a:lnTo>
                  <a:lnTo>
                    <a:pt x="5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84"/>
            <p:cNvSpPr/>
            <p:nvPr/>
          </p:nvSpPr>
          <p:spPr>
            <a:xfrm>
              <a:off x="4440500" y="3403825"/>
              <a:ext cx="104800" cy="101050"/>
            </a:xfrm>
            <a:custGeom>
              <a:rect b="b" l="l" r="r" t="t"/>
              <a:pathLst>
                <a:path extrusionOk="0" h="4042" w="4192">
                  <a:moveTo>
                    <a:pt x="4042" y="0"/>
                  </a:moveTo>
                  <a:lnTo>
                    <a:pt x="2994" y="898"/>
                  </a:lnTo>
                  <a:lnTo>
                    <a:pt x="1947" y="1796"/>
                  </a:lnTo>
                  <a:lnTo>
                    <a:pt x="1" y="3892"/>
                  </a:lnTo>
                  <a:lnTo>
                    <a:pt x="1" y="4041"/>
                  </a:lnTo>
                  <a:lnTo>
                    <a:pt x="150" y="4041"/>
                  </a:lnTo>
                  <a:lnTo>
                    <a:pt x="2246" y="2096"/>
                  </a:lnTo>
                  <a:lnTo>
                    <a:pt x="3294" y="1048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84"/>
            <p:cNvSpPr/>
            <p:nvPr/>
          </p:nvSpPr>
          <p:spPr>
            <a:xfrm>
              <a:off x="4534050" y="3501100"/>
              <a:ext cx="86100" cy="86100"/>
            </a:xfrm>
            <a:custGeom>
              <a:rect b="b" l="l" r="r" t="t"/>
              <a:pathLst>
                <a:path extrusionOk="0" h="3444" w="3444">
                  <a:moveTo>
                    <a:pt x="3294" y="1"/>
                  </a:moveTo>
                  <a:lnTo>
                    <a:pt x="1498" y="1498"/>
                  </a:lnTo>
                  <a:lnTo>
                    <a:pt x="1" y="3294"/>
                  </a:lnTo>
                  <a:lnTo>
                    <a:pt x="1" y="3443"/>
                  </a:lnTo>
                  <a:lnTo>
                    <a:pt x="150" y="3443"/>
                  </a:lnTo>
                  <a:lnTo>
                    <a:pt x="1049" y="2695"/>
                  </a:lnTo>
                  <a:lnTo>
                    <a:pt x="1947" y="1947"/>
                  </a:lnTo>
                  <a:lnTo>
                    <a:pt x="3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5" name="Google Shape;2985;p84"/>
            <p:cNvSpPr/>
            <p:nvPr/>
          </p:nvSpPr>
          <p:spPr>
            <a:xfrm>
              <a:off x="4492900" y="3452450"/>
              <a:ext cx="89825" cy="89850"/>
            </a:xfrm>
            <a:custGeom>
              <a:rect b="b" l="l" r="r" t="t"/>
              <a:pathLst>
                <a:path extrusionOk="0" h="3594" w="3593">
                  <a:moveTo>
                    <a:pt x="3443" y="1"/>
                  </a:moveTo>
                  <a:lnTo>
                    <a:pt x="1647" y="1647"/>
                  </a:lnTo>
                  <a:lnTo>
                    <a:pt x="0" y="3444"/>
                  </a:lnTo>
                  <a:lnTo>
                    <a:pt x="0" y="3593"/>
                  </a:lnTo>
                  <a:lnTo>
                    <a:pt x="150" y="3593"/>
                  </a:lnTo>
                  <a:lnTo>
                    <a:pt x="1946" y="1947"/>
                  </a:lnTo>
                  <a:lnTo>
                    <a:pt x="3593" y="151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6" name="Google Shape;2986;p84"/>
            <p:cNvSpPr/>
            <p:nvPr/>
          </p:nvSpPr>
          <p:spPr>
            <a:xfrm>
              <a:off x="4578950" y="3549750"/>
              <a:ext cx="78625" cy="78600"/>
            </a:xfrm>
            <a:custGeom>
              <a:rect b="b" l="l" r="r" t="t"/>
              <a:pathLst>
                <a:path extrusionOk="0" h="3144" w="3145">
                  <a:moveTo>
                    <a:pt x="3144" y="1"/>
                  </a:moveTo>
                  <a:lnTo>
                    <a:pt x="1498" y="1497"/>
                  </a:lnTo>
                  <a:lnTo>
                    <a:pt x="749" y="2246"/>
                  </a:lnTo>
                  <a:lnTo>
                    <a:pt x="1" y="2994"/>
                  </a:lnTo>
                  <a:lnTo>
                    <a:pt x="1" y="3144"/>
                  </a:lnTo>
                  <a:lnTo>
                    <a:pt x="151" y="3144"/>
                  </a:lnTo>
                  <a:lnTo>
                    <a:pt x="450" y="2994"/>
                  </a:lnTo>
                  <a:lnTo>
                    <a:pt x="1947" y="1647"/>
                  </a:lnTo>
                  <a:lnTo>
                    <a:pt x="3144" y="150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7" name="Google Shape;2987;p84"/>
            <p:cNvSpPr/>
            <p:nvPr/>
          </p:nvSpPr>
          <p:spPr>
            <a:xfrm>
              <a:off x="4623875" y="3598400"/>
              <a:ext cx="71100" cy="74850"/>
            </a:xfrm>
            <a:custGeom>
              <a:rect b="b" l="l" r="r" t="t"/>
              <a:pathLst>
                <a:path extrusionOk="0" h="2994" w="2844">
                  <a:moveTo>
                    <a:pt x="2694" y="0"/>
                  </a:moveTo>
                  <a:lnTo>
                    <a:pt x="1197" y="1347"/>
                  </a:lnTo>
                  <a:lnTo>
                    <a:pt x="0" y="269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1647" y="1647"/>
                  </a:lnTo>
                  <a:lnTo>
                    <a:pt x="2844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8" name="Google Shape;2988;p84"/>
            <p:cNvSpPr/>
            <p:nvPr/>
          </p:nvSpPr>
          <p:spPr>
            <a:xfrm>
              <a:off x="4657550" y="3650775"/>
              <a:ext cx="74850" cy="74875"/>
            </a:xfrm>
            <a:custGeom>
              <a:rect b="b" l="l" r="r" t="t"/>
              <a:pathLst>
                <a:path extrusionOk="0" h="299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2096"/>
                  </a:lnTo>
                  <a:lnTo>
                    <a:pt x="0" y="2845"/>
                  </a:lnTo>
                  <a:lnTo>
                    <a:pt x="0" y="2994"/>
                  </a:lnTo>
                  <a:lnTo>
                    <a:pt x="150" y="2994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9" name="Google Shape;2989;p84"/>
            <p:cNvSpPr/>
            <p:nvPr/>
          </p:nvSpPr>
          <p:spPr>
            <a:xfrm>
              <a:off x="4698700" y="3699425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2695" y="1"/>
                  </a:moveTo>
                  <a:lnTo>
                    <a:pt x="1348" y="1348"/>
                  </a:lnTo>
                  <a:lnTo>
                    <a:pt x="599" y="1947"/>
                  </a:lnTo>
                  <a:lnTo>
                    <a:pt x="1" y="2845"/>
                  </a:lnTo>
                  <a:lnTo>
                    <a:pt x="150" y="2845"/>
                  </a:lnTo>
                  <a:lnTo>
                    <a:pt x="899" y="2246"/>
                  </a:lnTo>
                  <a:lnTo>
                    <a:pt x="1497" y="1647"/>
                  </a:lnTo>
                  <a:lnTo>
                    <a:pt x="2845" y="150"/>
                  </a:lnTo>
                  <a:lnTo>
                    <a:pt x="28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0" name="Google Shape;2990;p84"/>
            <p:cNvSpPr/>
            <p:nvPr/>
          </p:nvSpPr>
          <p:spPr>
            <a:xfrm>
              <a:off x="4739875" y="3744325"/>
              <a:ext cx="74850" cy="71125"/>
            </a:xfrm>
            <a:custGeom>
              <a:rect b="b" l="l" r="r" t="t"/>
              <a:pathLst>
                <a:path extrusionOk="0" h="2845" w="2994">
                  <a:moveTo>
                    <a:pt x="2844" y="1"/>
                  </a:moveTo>
                  <a:lnTo>
                    <a:pt x="1347" y="1348"/>
                  </a:lnTo>
                  <a:lnTo>
                    <a:pt x="599" y="1947"/>
                  </a:lnTo>
                  <a:lnTo>
                    <a:pt x="0" y="2695"/>
                  </a:lnTo>
                  <a:lnTo>
                    <a:pt x="150" y="2845"/>
                  </a:lnTo>
                  <a:lnTo>
                    <a:pt x="898" y="2396"/>
                  </a:lnTo>
                  <a:lnTo>
                    <a:pt x="1647" y="1647"/>
                  </a:lnTo>
                  <a:lnTo>
                    <a:pt x="2994" y="151"/>
                  </a:lnTo>
                  <a:lnTo>
                    <a:pt x="28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p84"/>
            <p:cNvSpPr/>
            <p:nvPr/>
          </p:nvSpPr>
          <p:spPr>
            <a:xfrm>
              <a:off x="4777275" y="3800475"/>
              <a:ext cx="71125" cy="67375"/>
            </a:xfrm>
            <a:custGeom>
              <a:rect b="b" l="l" r="r" t="t"/>
              <a:pathLst>
                <a:path extrusionOk="0" h="2695" w="2845">
                  <a:moveTo>
                    <a:pt x="2695" y="0"/>
                  </a:moveTo>
                  <a:lnTo>
                    <a:pt x="1198" y="1197"/>
                  </a:lnTo>
                  <a:lnTo>
                    <a:pt x="600" y="1946"/>
                  </a:lnTo>
                  <a:lnTo>
                    <a:pt x="1" y="2545"/>
                  </a:lnTo>
                  <a:lnTo>
                    <a:pt x="1" y="2694"/>
                  </a:lnTo>
                  <a:lnTo>
                    <a:pt x="151" y="2694"/>
                  </a:lnTo>
                  <a:lnTo>
                    <a:pt x="749" y="2245"/>
                  </a:lnTo>
                  <a:lnTo>
                    <a:pt x="1498" y="1497"/>
                  </a:lnTo>
                  <a:lnTo>
                    <a:pt x="2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p84"/>
            <p:cNvSpPr/>
            <p:nvPr/>
          </p:nvSpPr>
          <p:spPr>
            <a:xfrm>
              <a:off x="4829675" y="3845375"/>
              <a:ext cx="56150" cy="59875"/>
            </a:xfrm>
            <a:custGeom>
              <a:rect b="b" l="l" r="r" t="t"/>
              <a:pathLst>
                <a:path extrusionOk="0" h="2395" w="2246">
                  <a:moveTo>
                    <a:pt x="2096" y="0"/>
                  </a:moveTo>
                  <a:lnTo>
                    <a:pt x="898" y="1048"/>
                  </a:lnTo>
                  <a:lnTo>
                    <a:pt x="449" y="1647"/>
                  </a:lnTo>
                  <a:lnTo>
                    <a:pt x="0" y="2245"/>
                  </a:lnTo>
                  <a:lnTo>
                    <a:pt x="0" y="2395"/>
                  </a:lnTo>
                  <a:lnTo>
                    <a:pt x="749" y="1946"/>
                  </a:lnTo>
                  <a:lnTo>
                    <a:pt x="1198" y="1347"/>
                  </a:lnTo>
                  <a:lnTo>
                    <a:pt x="2246" y="150"/>
                  </a:lnTo>
                  <a:lnTo>
                    <a:pt x="2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3" name="Google Shape;2993;p84"/>
            <p:cNvSpPr/>
            <p:nvPr/>
          </p:nvSpPr>
          <p:spPr>
            <a:xfrm>
              <a:off x="4882050" y="3897750"/>
              <a:ext cx="41200" cy="41200"/>
            </a:xfrm>
            <a:custGeom>
              <a:rect b="b" l="l" r="r" t="t"/>
              <a:pathLst>
                <a:path extrusionOk="0" h="1648" w="1648">
                  <a:moveTo>
                    <a:pt x="1498" y="1"/>
                  </a:moveTo>
                  <a:lnTo>
                    <a:pt x="749" y="599"/>
                  </a:lnTo>
                  <a:lnTo>
                    <a:pt x="1" y="1497"/>
                  </a:lnTo>
                  <a:lnTo>
                    <a:pt x="1" y="1647"/>
                  </a:lnTo>
                  <a:lnTo>
                    <a:pt x="151" y="1647"/>
                  </a:lnTo>
                  <a:lnTo>
                    <a:pt x="899" y="899"/>
                  </a:lnTo>
                  <a:lnTo>
                    <a:pt x="1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4" name="Google Shape;2994;p84"/>
            <p:cNvSpPr/>
            <p:nvPr/>
          </p:nvSpPr>
          <p:spPr>
            <a:xfrm>
              <a:off x="4926950" y="3942650"/>
              <a:ext cx="37450" cy="37450"/>
            </a:xfrm>
            <a:custGeom>
              <a:rect b="b" l="l" r="r" t="t"/>
              <a:pathLst>
                <a:path extrusionOk="0" h="1498" w="1498">
                  <a:moveTo>
                    <a:pt x="1348" y="1"/>
                  </a:moveTo>
                  <a:lnTo>
                    <a:pt x="600" y="600"/>
                  </a:lnTo>
                  <a:lnTo>
                    <a:pt x="1" y="1348"/>
                  </a:lnTo>
                  <a:lnTo>
                    <a:pt x="151" y="1348"/>
                  </a:lnTo>
                  <a:lnTo>
                    <a:pt x="300" y="1498"/>
                  </a:lnTo>
                  <a:lnTo>
                    <a:pt x="899" y="899"/>
                  </a:lnTo>
                  <a:lnTo>
                    <a:pt x="1498" y="15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5" name="Google Shape;2995;p84"/>
            <p:cNvSpPr/>
            <p:nvPr/>
          </p:nvSpPr>
          <p:spPr>
            <a:xfrm>
              <a:off x="4964375" y="3995050"/>
              <a:ext cx="37450" cy="33700"/>
            </a:xfrm>
            <a:custGeom>
              <a:rect b="b" l="l" r="r" t="t"/>
              <a:pathLst>
                <a:path extrusionOk="0" h="1348" w="1498">
                  <a:moveTo>
                    <a:pt x="1348" y="0"/>
                  </a:moveTo>
                  <a:lnTo>
                    <a:pt x="599" y="599"/>
                  </a:lnTo>
                  <a:lnTo>
                    <a:pt x="300" y="898"/>
                  </a:lnTo>
                  <a:lnTo>
                    <a:pt x="1" y="1198"/>
                  </a:lnTo>
                  <a:lnTo>
                    <a:pt x="1" y="1347"/>
                  </a:lnTo>
                  <a:lnTo>
                    <a:pt x="150" y="1347"/>
                  </a:lnTo>
                  <a:lnTo>
                    <a:pt x="599" y="1198"/>
                  </a:lnTo>
                  <a:lnTo>
                    <a:pt x="899" y="749"/>
                  </a:lnTo>
                  <a:lnTo>
                    <a:pt x="1498" y="1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6" name="Google Shape;2996;p84"/>
            <p:cNvSpPr/>
            <p:nvPr/>
          </p:nvSpPr>
          <p:spPr>
            <a:xfrm>
              <a:off x="5009275" y="4039950"/>
              <a:ext cx="33725" cy="29950"/>
            </a:xfrm>
            <a:custGeom>
              <a:rect b="b" l="l" r="r" t="t"/>
              <a:pathLst>
                <a:path extrusionOk="0" h="1198" w="1349">
                  <a:moveTo>
                    <a:pt x="1198" y="0"/>
                  </a:moveTo>
                  <a:lnTo>
                    <a:pt x="600" y="599"/>
                  </a:lnTo>
                  <a:lnTo>
                    <a:pt x="1" y="1048"/>
                  </a:lnTo>
                  <a:lnTo>
                    <a:pt x="1" y="1198"/>
                  </a:lnTo>
                  <a:lnTo>
                    <a:pt x="151" y="1198"/>
                  </a:lnTo>
                  <a:lnTo>
                    <a:pt x="749" y="749"/>
                  </a:lnTo>
                  <a:lnTo>
                    <a:pt x="1348" y="15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7" name="Google Shape;2997;p84"/>
            <p:cNvSpPr/>
            <p:nvPr/>
          </p:nvSpPr>
          <p:spPr>
            <a:xfrm>
              <a:off x="3344125" y="3328975"/>
              <a:ext cx="127250" cy="123500"/>
            </a:xfrm>
            <a:custGeom>
              <a:rect b="b" l="l" r="r" t="t"/>
              <a:pathLst>
                <a:path extrusionOk="0" h="4940" w="5090">
                  <a:moveTo>
                    <a:pt x="0" y="1"/>
                  </a:moveTo>
                  <a:lnTo>
                    <a:pt x="0" y="150"/>
                  </a:lnTo>
                  <a:lnTo>
                    <a:pt x="2395" y="2695"/>
                  </a:lnTo>
                  <a:lnTo>
                    <a:pt x="4939" y="4940"/>
                  </a:lnTo>
                  <a:lnTo>
                    <a:pt x="5089" y="4940"/>
                  </a:lnTo>
                  <a:lnTo>
                    <a:pt x="3892" y="3593"/>
                  </a:lnTo>
                  <a:lnTo>
                    <a:pt x="2694" y="2395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8" name="Google Shape;2998;p84"/>
            <p:cNvSpPr/>
            <p:nvPr/>
          </p:nvSpPr>
          <p:spPr>
            <a:xfrm>
              <a:off x="3295475" y="3370125"/>
              <a:ext cx="123500" cy="127275"/>
            </a:xfrm>
            <a:custGeom>
              <a:rect b="b" l="l" r="r" t="t"/>
              <a:pathLst>
                <a:path extrusionOk="0" h="5091" w="4940">
                  <a:moveTo>
                    <a:pt x="0" y="1"/>
                  </a:moveTo>
                  <a:lnTo>
                    <a:pt x="0" y="151"/>
                  </a:lnTo>
                  <a:lnTo>
                    <a:pt x="2545" y="2845"/>
                  </a:lnTo>
                  <a:lnTo>
                    <a:pt x="3593" y="4042"/>
                  </a:lnTo>
                  <a:lnTo>
                    <a:pt x="4191" y="4641"/>
                  </a:lnTo>
                  <a:lnTo>
                    <a:pt x="4940" y="5090"/>
                  </a:lnTo>
                  <a:lnTo>
                    <a:pt x="4940" y="4940"/>
                  </a:lnTo>
                  <a:lnTo>
                    <a:pt x="3892" y="3743"/>
                  </a:lnTo>
                  <a:lnTo>
                    <a:pt x="2844" y="2546"/>
                  </a:lnTo>
                  <a:lnTo>
                    <a:pt x="149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9" name="Google Shape;2999;p84"/>
            <p:cNvSpPr/>
            <p:nvPr/>
          </p:nvSpPr>
          <p:spPr>
            <a:xfrm>
              <a:off x="3261800" y="3422525"/>
              <a:ext cx="108525" cy="108550"/>
            </a:xfrm>
            <a:custGeom>
              <a:rect b="b" l="l" r="r" t="t"/>
              <a:pathLst>
                <a:path extrusionOk="0" h="4342" w="4341">
                  <a:moveTo>
                    <a:pt x="0" y="0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4191" y="4341"/>
                  </a:lnTo>
                  <a:lnTo>
                    <a:pt x="4341" y="4341"/>
                  </a:lnTo>
                  <a:lnTo>
                    <a:pt x="4341" y="4191"/>
                  </a:lnTo>
                  <a:lnTo>
                    <a:pt x="2245" y="2096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0" name="Google Shape;3000;p84"/>
            <p:cNvSpPr/>
            <p:nvPr/>
          </p:nvSpPr>
          <p:spPr>
            <a:xfrm>
              <a:off x="3190700" y="3437500"/>
              <a:ext cx="127250" cy="130975"/>
            </a:xfrm>
            <a:custGeom>
              <a:rect b="b" l="l" r="r" t="t"/>
              <a:pathLst>
                <a:path extrusionOk="0" h="5239" w="5090">
                  <a:moveTo>
                    <a:pt x="0" y="0"/>
                  </a:moveTo>
                  <a:lnTo>
                    <a:pt x="0" y="150"/>
                  </a:lnTo>
                  <a:lnTo>
                    <a:pt x="1198" y="1497"/>
                  </a:lnTo>
                  <a:lnTo>
                    <a:pt x="2395" y="2694"/>
                  </a:lnTo>
                  <a:lnTo>
                    <a:pt x="3742" y="4042"/>
                  </a:lnTo>
                  <a:lnTo>
                    <a:pt x="5089" y="5239"/>
                  </a:lnTo>
                  <a:lnTo>
                    <a:pt x="5089" y="5089"/>
                  </a:lnTo>
                  <a:lnTo>
                    <a:pt x="3892" y="3742"/>
                  </a:lnTo>
                  <a:lnTo>
                    <a:pt x="2694" y="2395"/>
                  </a:lnTo>
                  <a:lnTo>
                    <a:pt x="1347" y="1198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1" name="Google Shape;3001;p84"/>
            <p:cNvSpPr/>
            <p:nvPr/>
          </p:nvSpPr>
          <p:spPr>
            <a:xfrm>
              <a:off x="3168250" y="3501100"/>
              <a:ext cx="101050" cy="104800"/>
            </a:xfrm>
            <a:custGeom>
              <a:rect b="b" l="l" r="r" t="t"/>
              <a:pathLst>
                <a:path extrusionOk="0" h="4192" w="4042">
                  <a:moveTo>
                    <a:pt x="0" y="1"/>
                  </a:moveTo>
                  <a:lnTo>
                    <a:pt x="0" y="150"/>
                  </a:lnTo>
                  <a:lnTo>
                    <a:pt x="1946" y="2246"/>
                  </a:lnTo>
                  <a:lnTo>
                    <a:pt x="2844" y="3294"/>
                  </a:lnTo>
                  <a:lnTo>
                    <a:pt x="4041" y="4192"/>
                  </a:lnTo>
                  <a:lnTo>
                    <a:pt x="4041" y="4042"/>
                  </a:lnTo>
                  <a:lnTo>
                    <a:pt x="3143" y="2994"/>
                  </a:lnTo>
                  <a:lnTo>
                    <a:pt x="2245" y="194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2" name="Google Shape;3002;p84"/>
            <p:cNvSpPr/>
            <p:nvPr/>
          </p:nvSpPr>
          <p:spPr>
            <a:xfrm>
              <a:off x="3085925" y="3594650"/>
              <a:ext cx="86075" cy="86100"/>
            </a:xfrm>
            <a:custGeom>
              <a:rect b="b" l="l" r="r" t="t"/>
              <a:pathLst>
                <a:path extrusionOk="0" h="3444" w="3443">
                  <a:moveTo>
                    <a:pt x="0" y="1"/>
                  </a:moveTo>
                  <a:lnTo>
                    <a:pt x="0" y="150"/>
                  </a:lnTo>
                  <a:lnTo>
                    <a:pt x="749" y="1048"/>
                  </a:lnTo>
                  <a:lnTo>
                    <a:pt x="1497" y="1947"/>
                  </a:lnTo>
                  <a:lnTo>
                    <a:pt x="3443" y="3443"/>
                  </a:lnTo>
                  <a:lnTo>
                    <a:pt x="3443" y="3294"/>
                  </a:lnTo>
                  <a:lnTo>
                    <a:pt x="1946" y="1497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3" name="Google Shape;3003;p84"/>
            <p:cNvSpPr/>
            <p:nvPr/>
          </p:nvSpPr>
          <p:spPr>
            <a:xfrm>
              <a:off x="3130825" y="3553500"/>
              <a:ext cx="89825" cy="89825"/>
            </a:xfrm>
            <a:custGeom>
              <a:rect b="b" l="l" r="r" t="t"/>
              <a:pathLst>
                <a:path extrusionOk="0" h="3593" w="3593">
                  <a:moveTo>
                    <a:pt x="0" y="0"/>
                  </a:moveTo>
                  <a:lnTo>
                    <a:pt x="0" y="150"/>
                  </a:lnTo>
                  <a:lnTo>
                    <a:pt x="1647" y="1946"/>
                  </a:lnTo>
                  <a:lnTo>
                    <a:pt x="3443" y="3593"/>
                  </a:lnTo>
                  <a:lnTo>
                    <a:pt x="3593" y="3593"/>
                  </a:lnTo>
                  <a:lnTo>
                    <a:pt x="3593" y="3443"/>
                  </a:lnTo>
                  <a:lnTo>
                    <a:pt x="1946" y="1647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84"/>
            <p:cNvSpPr/>
            <p:nvPr/>
          </p:nvSpPr>
          <p:spPr>
            <a:xfrm>
              <a:off x="3044750" y="3639550"/>
              <a:ext cx="78625" cy="78625"/>
            </a:xfrm>
            <a:custGeom>
              <a:rect b="b" l="l" r="r" t="t"/>
              <a:pathLst>
                <a:path extrusionOk="0" h="3145" w="3145">
                  <a:moveTo>
                    <a:pt x="1" y="1"/>
                  </a:moveTo>
                  <a:lnTo>
                    <a:pt x="1" y="151"/>
                  </a:lnTo>
                  <a:lnTo>
                    <a:pt x="599" y="1049"/>
                  </a:lnTo>
                  <a:lnTo>
                    <a:pt x="1348" y="1797"/>
                  </a:lnTo>
                  <a:lnTo>
                    <a:pt x="2994" y="3144"/>
                  </a:lnTo>
                  <a:lnTo>
                    <a:pt x="3144" y="3144"/>
                  </a:lnTo>
                  <a:lnTo>
                    <a:pt x="2096" y="1797"/>
                  </a:lnTo>
                  <a:lnTo>
                    <a:pt x="1049" y="89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84"/>
            <p:cNvSpPr/>
            <p:nvPr/>
          </p:nvSpPr>
          <p:spPr>
            <a:xfrm>
              <a:off x="2999850" y="3684450"/>
              <a:ext cx="71125" cy="71125"/>
            </a:xfrm>
            <a:custGeom>
              <a:rect b="b" l="l" r="r" t="t"/>
              <a:pathLst>
                <a:path extrusionOk="0" h="2845" w="2845">
                  <a:moveTo>
                    <a:pt x="1" y="1"/>
                  </a:moveTo>
                  <a:lnTo>
                    <a:pt x="1" y="151"/>
                  </a:lnTo>
                  <a:lnTo>
                    <a:pt x="1348" y="1647"/>
                  </a:lnTo>
                  <a:lnTo>
                    <a:pt x="2845" y="2845"/>
                  </a:lnTo>
                  <a:lnTo>
                    <a:pt x="2845" y="2695"/>
                  </a:lnTo>
                  <a:lnTo>
                    <a:pt x="1647" y="1198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6" name="Google Shape;3006;p84"/>
            <p:cNvSpPr/>
            <p:nvPr/>
          </p:nvSpPr>
          <p:spPr>
            <a:xfrm>
              <a:off x="2947475" y="3718150"/>
              <a:ext cx="74850" cy="74850"/>
            </a:xfrm>
            <a:custGeom>
              <a:rect b="b" l="l" r="r" t="t"/>
              <a:pathLst>
                <a:path extrusionOk="0" h="2994" w="2994">
                  <a:moveTo>
                    <a:pt x="0" y="0"/>
                  </a:moveTo>
                  <a:lnTo>
                    <a:pt x="0" y="150"/>
                  </a:lnTo>
                  <a:lnTo>
                    <a:pt x="599" y="898"/>
                  </a:lnTo>
                  <a:lnTo>
                    <a:pt x="1347" y="1647"/>
                  </a:lnTo>
                  <a:lnTo>
                    <a:pt x="2994" y="2994"/>
                  </a:lnTo>
                  <a:lnTo>
                    <a:pt x="2994" y="2844"/>
                  </a:lnTo>
                  <a:lnTo>
                    <a:pt x="1647" y="1347"/>
                  </a:lnTo>
                  <a:lnTo>
                    <a:pt x="898" y="59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7" name="Google Shape;3007;p84"/>
            <p:cNvSpPr/>
            <p:nvPr/>
          </p:nvSpPr>
          <p:spPr>
            <a:xfrm>
              <a:off x="2902575" y="3759300"/>
              <a:ext cx="71100" cy="71125"/>
            </a:xfrm>
            <a:custGeom>
              <a:rect b="b" l="l" r="r" t="t"/>
              <a:pathLst>
                <a:path extrusionOk="0" h="2845" w="2844">
                  <a:moveTo>
                    <a:pt x="0" y="1"/>
                  </a:moveTo>
                  <a:lnTo>
                    <a:pt x="0" y="150"/>
                  </a:lnTo>
                  <a:lnTo>
                    <a:pt x="599" y="899"/>
                  </a:lnTo>
                  <a:lnTo>
                    <a:pt x="1197" y="1497"/>
                  </a:lnTo>
                  <a:lnTo>
                    <a:pt x="2694" y="2844"/>
                  </a:lnTo>
                  <a:lnTo>
                    <a:pt x="2844" y="2844"/>
                  </a:lnTo>
                  <a:lnTo>
                    <a:pt x="2844" y="2695"/>
                  </a:lnTo>
                  <a:lnTo>
                    <a:pt x="1497" y="1348"/>
                  </a:lnTo>
                  <a:lnTo>
                    <a:pt x="898" y="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8" name="Google Shape;3008;p84"/>
            <p:cNvSpPr/>
            <p:nvPr/>
          </p:nvSpPr>
          <p:spPr>
            <a:xfrm>
              <a:off x="2857650" y="3800475"/>
              <a:ext cx="71125" cy="71100"/>
            </a:xfrm>
            <a:custGeom>
              <a:rect b="b" l="l" r="r" t="t"/>
              <a:pathLst>
                <a:path extrusionOk="0" h="2844" w="2845">
                  <a:moveTo>
                    <a:pt x="151" y="0"/>
                  </a:moveTo>
                  <a:lnTo>
                    <a:pt x="1" y="150"/>
                  </a:lnTo>
                  <a:lnTo>
                    <a:pt x="1" y="449"/>
                  </a:lnTo>
                  <a:lnTo>
                    <a:pt x="600" y="1048"/>
                  </a:lnTo>
                  <a:lnTo>
                    <a:pt x="1198" y="1646"/>
                  </a:lnTo>
                  <a:lnTo>
                    <a:pt x="2695" y="2844"/>
                  </a:lnTo>
                  <a:lnTo>
                    <a:pt x="2845" y="2844"/>
                  </a:lnTo>
                  <a:lnTo>
                    <a:pt x="1498" y="1347"/>
                  </a:lnTo>
                  <a:lnTo>
                    <a:pt x="749" y="599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9" name="Google Shape;3009;p84"/>
            <p:cNvSpPr/>
            <p:nvPr/>
          </p:nvSpPr>
          <p:spPr>
            <a:xfrm>
              <a:off x="2805275" y="3837875"/>
              <a:ext cx="67375" cy="71125"/>
            </a:xfrm>
            <a:custGeom>
              <a:rect b="b" l="l" r="r" t="t"/>
              <a:pathLst>
                <a:path extrusionOk="0" h="2845" w="2695">
                  <a:moveTo>
                    <a:pt x="0" y="1"/>
                  </a:moveTo>
                  <a:lnTo>
                    <a:pt x="0" y="150"/>
                  </a:lnTo>
                  <a:lnTo>
                    <a:pt x="449" y="749"/>
                  </a:lnTo>
                  <a:lnTo>
                    <a:pt x="1198" y="1498"/>
                  </a:lnTo>
                  <a:lnTo>
                    <a:pt x="2695" y="2845"/>
                  </a:lnTo>
                  <a:lnTo>
                    <a:pt x="2695" y="2695"/>
                  </a:lnTo>
                  <a:lnTo>
                    <a:pt x="1497" y="1198"/>
                  </a:lnTo>
                  <a:lnTo>
                    <a:pt x="749" y="60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0" name="Google Shape;3010;p84"/>
            <p:cNvSpPr/>
            <p:nvPr/>
          </p:nvSpPr>
          <p:spPr>
            <a:xfrm>
              <a:off x="2767850" y="3890275"/>
              <a:ext cx="59900" cy="56150"/>
            </a:xfrm>
            <a:custGeom>
              <a:rect b="b" l="l" r="r" t="t"/>
              <a:pathLst>
                <a:path extrusionOk="0" h="2246" w="2396">
                  <a:moveTo>
                    <a:pt x="1" y="0"/>
                  </a:moveTo>
                  <a:lnTo>
                    <a:pt x="450" y="749"/>
                  </a:lnTo>
                  <a:lnTo>
                    <a:pt x="1048" y="1198"/>
                  </a:lnTo>
                  <a:lnTo>
                    <a:pt x="2246" y="2245"/>
                  </a:lnTo>
                  <a:lnTo>
                    <a:pt x="2395" y="2096"/>
                  </a:lnTo>
                  <a:lnTo>
                    <a:pt x="1348" y="898"/>
                  </a:lnTo>
                  <a:lnTo>
                    <a:pt x="749" y="449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1" name="Google Shape;3011;p84"/>
            <p:cNvSpPr/>
            <p:nvPr/>
          </p:nvSpPr>
          <p:spPr>
            <a:xfrm>
              <a:off x="2734175" y="3942650"/>
              <a:ext cx="41175" cy="41200"/>
            </a:xfrm>
            <a:custGeom>
              <a:rect b="b" l="l" r="r" t="t"/>
              <a:pathLst>
                <a:path extrusionOk="0" h="1648" w="1647">
                  <a:moveTo>
                    <a:pt x="0" y="1"/>
                  </a:moveTo>
                  <a:lnTo>
                    <a:pt x="0" y="150"/>
                  </a:lnTo>
                  <a:lnTo>
                    <a:pt x="749" y="899"/>
                  </a:lnTo>
                  <a:lnTo>
                    <a:pt x="1647" y="1647"/>
                  </a:lnTo>
                  <a:lnTo>
                    <a:pt x="1647" y="1498"/>
                  </a:lnTo>
                  <a:lnTo>
                    <a:pt x="1048" y="749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2" name="Google Shape;3012;p84"/>
            <p:cNvSpPr/>
            <p:nvPr/>
          </p:nvSpPr>
          <p:spPr>
            <a:xfrm>
              <a:off x="2693025" y="3987550"/>
              <a:ext cx="37425" cy="37450"/>
            </a:xfrm>
            <a:custGeom>
              <a:rect b="b" l="l" r="r" t="t"/>
              <a:pathLst>
                <a:path extrusionOk="0" h="1498" w="1497">
                  <a:moveTo>
                    <a:pt x="150" y="1"/>
                  </a:moveTo>
                  <a:lnTo>
                    <a:pt x="0" y="151"/>
                  </a:lnTo>
                  <a:lnTo>
                    <a:pt x="0" y="300"/>
                  </a:lnTo>
                  <a:lnTo>
                    <a:pt x="599" y="899"/>
                  </a:lnTo>
                  <a:lnTo>
                    <a:pt x="1347" y="1498"/>
                  </a:lnTo>
                  <a:lnTo>
                    <a:pt x="1497" y="1498"/>
                  </a:lnTo>
                  <a:lnTo>
                    <a:pt x="1497" y="1348"/>
                  </a:lnTo>
                  <a:lnTo>
                    <a:pt x="89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84"/>
            <p:cNvSpPr/>
            <p:nvPr/>
          </p:nvSpPr>
          <p:spPr>
            <a:xfrm>
              <a:off x="2644375" y="4024975"/>
              <a:ext cx="33700" cy="37450"/>
            </a:xfrm>
            <a:custGeom>
              <a:rect b="b" l="l" r="r" t="t"/>
              <a:pathLst>
                <a:path extrusionOk="0" h="1498" w="1348">
                  <a:moveTo>
                    <a:pt x="0" y="1"/>
                  </a:moveTo>
                  <a:lnTo>
                    <a:pt x="0" y="150"/>
                  </a:lnTo>
                  <a:lnTo>
                    <a:pt x="150" y="599"/>
                  </a:lnTo>
                  <a:lnTo>
                    <a:pt x="449" y="899"/>
                  </a:lnTo>
                  <a:lnTo>
                    <a:pt x="1198" y="1498"/>
                  </a:lnTo>
                  <a:lnTo>
                    <a:pt x="1347" y="1348"/>
                  </a:lnTo>
                  <a:lnTo>
                    <a:pt x="749" y="599"/>
                  </a:lnTo>
                  <a:lnTo>
                    <a:pt x="449" y="3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4" name="Google Shape;3014;p84"/>
            <p:cNvSpPr/>
            <p:nvPr/>
          </p:nvSpPr>
          <p:spPr>
            <a:xfrm>
              <a:off x="2599475" y="4069875"/>
              <a:ext cx="33700" cy="33700"/>
            </a:xfrm>
            <a:custGeom>
              <a:rect b="b" l="l" r="r" t="t"/>
              <a:pathLst>
                <a:path extrusionOk="0" h="1348" w="1348">
                  <a:moveTo>
                    <a:pt x="0" y="1"/>
                  </a:moveTo>
                  <a:lnTo>
                    <a:pt x="0" y="151"/>
                  </a:lnTo>
                  <a:lnTo>
                    <a:pt x="599" y="749"/>
                  </a:lnTo>
                  <a:lnTo>
                    <a:pt x="1197" y="1348"/>
                  </a:lnTo>
                  <a:lnTo>
                    <a:pt x="1347" y="1198"/>
                  </a:lnTo>
                  <a:lnTo>
                    <a:pt x="748" y="600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5" name="Google Shape;3015;p84"/>
            <p:cNvSpPr/>
            <p:nvPr/>
          </p:nvSpPr>
          <p:spPr>
            <a:xfrm>
              <a:off x="3546175" y="255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4641" y="1"/>
                  </a:move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50" y="450"/>
                  </a:lnTo>
                  <a:lnTo>
                    <a:pt x="4641" y="749"/>
                  </a:lnTo>
                  <a:lnTo>
                    <a:pt x="9131" y="749"/>
                  </a:lnTo>
                  <a:lnTo>
                    <a:pt x="9730" y="599"/>
                  </a:lnTo>
                  <a:lnTo>
                    <a:pt x="11526" y="599"/>
                  </a:lnTo>
                  <a:lnTo>
                    <a:pt x="11676" y="450"/>
                  </a:lnTo>
                  <a:lnTo>
                    <a:pt x="11676" y="300"/>
                  </a:lnTo>
                  <a:lnTo>
                    <a:pt x="11526" y="150"/>
                  </a:lnTo>
                  <a:lnTo>
                    <a:pt x="9580" y="150"/>
                  </a:lnTo>
                  <a:lnTo>
                    <a:pt x="9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84"/>
            <p:cNvSpPr/>
            <p:nvPr/>
          </p:nvSpPr>
          <p:spPr>
            <a:xfrm>
              <a:off x="3534950" y="2397225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2396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50" y="450"/>
                  </a:lnTo>
                  <a:lnTo>
                    <a:pt x="2845" y="749"/>
                  </a:lnTo>
                  <a:lnTo>
                    <a:pt x="6586" y="749"/>
                  </a:lnTo>
                  <a:lnTo>
                    <a:pt x="7634" y="599"/>
                  </a:lnTo>
                  <a:lnTo>
                    <a:pt x="11077" y="599"/>
                  </a:lnTo>
                  <a:lnTo>
                    <a:pt x="11227" y="450"/>
                  </a:lnTo>
                  <a:lnTo>
                    <a:pt x="11227" y="300"/>
                  </a:lnTo>
                  <a:lnTo>
                    <a:pt x="11077" y="150"/>
                  </a:lnTo>
                  <a:lnTo>
                    <a:pt x="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7" name="Google Shape;3017;p84"/>
            <p:cNvSpPr/>
            <p:nvPr/>
          </p:nvSpPr>
          <p:spPr>
            <a:xfrm>
              <a:off x="3546175" y="2311150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4192" y="1"/>
                  </a:moveTo>
                  <a:lnTo>
                    <a:pt x="1797" y="151"/>
                  </a:lnTo>
                  <a:lnTo>
                    <a:pt x="899" y="300"/>
                  </a:lnTo>
                  <a:lnTo>
                    <a:pt x="150" y="450"/>
                  </a:lnTo>
                  <a:lnTo>
                    <a:pt x="1" y="600"/>
                  </a:lnTo>
                  <a:lnTo>
                    <a:pt x="150" y="600"/>
                  </a:lnTo>
                  <a:lnTo>
                    <a:pt x="450" y="749"/>
                  </a:lnTo>
                  <a:lnTo>
                    <a:pt x="1647" y="899"/>
                  </a:lnTo>
                  <a:lnTo>
                    <a:pt x="2845" y="899"/>
                  </a:lnTo>
                  <a:lnTo>
                    <a:pt x="4940" y="1049"/>
                  </a:lnTo>
                  <a:lnTo>
                    <a:pt x="7036" y="1049"/>
                  </a:lnTo>
                  <a:lnTo>
                    <a:pt x="8981" y="899"/>
                  </a:lnTo>
                  <a:lnTo>
                    <a:pt x="10927" y="600"/>
                  </a:lnTo>
                  <a:lnTo>
                    <a:pt x="10927" y="450"/>
                  </a:lnTo>
                  <a:lnTo>
                    <a:pt x="8682" y="151"/>
                  </a:lnTo>
                  <a:lnTo>
                    <a:pt x="6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8" name="Google Shape;3018;p84"/>
            <p:cNvSpPr/>
            <p:nvPr/>
          </p:nvSpPr>
          <p:spPr>
            <a:xfrm>
              <a:off x="3549925" y="2232575"/>
              <a:ext cx="261950" cy="22475"/>
            </a:xfrm>
            <a:custGeom>
              <a:rect b="b" l="l" r="r" t="t"/>
              <a:pathLst>
                <a:path extrusionOk="0" h="899" w="10478">
                  <a:moveTo>
                    <a:pt x="5688" y="1"/>
                  </a:moveTo>
                  <a:lnTo>
                    <a:pt x="2994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4" y="899"/>
                  </a:lnTo>
                  <a:lnTo>
                    <a:pt x="8083" y="899"/>
                  </a:lnTo>
                  <a:lnTo>
                    <a:pt x="9280" y="749"/>
                  </a:lnTo>
                  <a:lnTo>
                    <a:pt x="10478" y="599"/>
                  </a:lnTo>
                  <a:lnTo>
                    <a:pt x="10478" y="450"/>
                  </a:lnTo>
                  <a:lnTo>
                    <a:pt x="9280" y="150"/>
                  </a:lnTo>
                  <a:lnTo>
                    <a:pt x="8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84"/>
            <p:cNvSpPr/>
            <p:nvPr/>
          </p:nvSpPr>
          <p:spPr>
            <a:xfrm>
              <a:off x="3564900" y="2150250"/>
              <a:ext cx="246975" cy="26225"/>
            </a:xfrm>
            <a:custGeom>
              <a:rect b="b" l="l" r="r" t="t"/>
              <a:pathLst>
                <a:path extrusionOk="0" h="1049" w="9879">
                  <a:moveTo>
                    <a:pt x="4939" y="1"/>
                  </a:moveTo>
                  <a:lnTo>
                    <a:pt x="2545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545" y="899"/>
                  </a:lnTo>
                  <a:lnTo>
                    <a:pt x="4939" y="1049"/>
                  </a:lnTo>
                  <a:lnTo>
                    <a:pt x="7484" y="1049"/>
                  </a:lnTo>
                  <a:lnTo>
                    <a:pt x="8532" y="899"/>
                  </a:lnTo>
                  <a:lnTo>
                    <a:pt x="9729" y="749"/>
                  </a:lnTo>
                  <a:lnTo>
                    <a:pt x="9879" y="599"/>
                  </a:lnTo>
                  <a:lnTo>
                    <a:pt x="9729" y="450"/>
                  </a:lnTo>
                  <a:lnTo>
                    <a:pt x="8532" y="150"/>
                  </a:lnTo>
                  <a:lnTo>
                    <a:pt x="7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84"/>
            <p:cNvSpPr/>
            <p:nvPr/>
          </p:nvSpPr>
          <p:spPr>
            <a:xfrm>
              <a:off x="3576125" y="2071675"/>
              <a:ext cx="243250" cy="22475"/>
            </a:xfrm>
            <a:custGeom>
              <a:rect b="b" l="l" r="r" t="t"/>
              <a:pathLst>
                <a:path extrusionOk="0" h="899" w="9730">
                  <a:moveTo>
                    <a:pt x="5239" y="1"/>
                  </a:moveTo>
                  <a:lnTo>
                    <a:pt x="2694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694" y="749"/>
                  </a:lnTo>
                  <a:lnTo>
                    <a:pt x="5239" y="899"/>
                  </a:lnTo>
                  <a:lnTo>
                    <a:pt x="8532" y="899"/>
                  </a:lnTo>
                  <a:lnTo>
                    <a:pt x="9580" y="599"/>
                  </a:lnTo>
                  <a:lnTo>
                    <a:pt x="9729" y="450"/>
                  </a:lnTo>
                  <a:lnTo>
                    <a:pt x="9580" y="300"/>
                  </a:lnTo>
                  <a:lnTo>
                    <a:pt x="8532" y="150"/>
                  </a:lnTo>
                  <a:lnTo>
                    <a:pt x="7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p84"/>
            <p:cNvSpPr/>
            <p:nvPr/>
          </p:nvSpPr>
          <p:spPr>
            <a:xfrm>
              <a:off x="3587350" y="1993100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2395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2395" y="749"/>
                  </a:lnTo>
                  <a:lnTo>
                    <a:pt x="4640" y="898"/>
                  </a:lnTo>
                  <a:lnTo>
                    <a:pt x="9131" y="599"/>
                  </a:lnTo>
                  <a:lnTo>
                    <a:pt x="9280" y="599"/>
                  </a:lnTo>
                  <a:lnTo>
                    <a:pt x="9430" y="449"/>
                  </a:lnTo>
                  <a:lnTo>
                    <a:pt x="9280" y="150"/>
                  </a:lnTo>
                  <a:lnTo>
                    <a:pt x="9131" y="150"/>
                  </a:lnTo>
                  <a:lnTo>
                    <a:pt x="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p84"/>
            <p:cNvSpPr/>
            <p:nvPr/>
          </p:nvSpPr>
          <p:spPr>
            <a:xfrm>
              <a:off x="3594825" y="1907025"/>
              <a:ext cx="235775" cy="22475"/>
            </a:xfrm>
            <a:custGeom>
              <a:rect b="b" l="l" r="r" t="t"/>
              <a:pathLst>
                <a:path extrusionOk="0" h="899" w="9431">
                  <a:moveTo>
                    <a:pt x="1198" y="1"/>
                  </a:moveTo>
                  <a:lnTo>
                    <a:pt x="150" y="30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6736" y="899"/>
                  </a:lnTo>
                  <a:lnTo>
                    <a:pt x="9281" y="749"/>
                  </a:lnTo>
                  <a:lnTo>
                    <a:pt x="9430" y="749"/>
                  </a:lnTo>
                  <a:lnTo>
                    <a:pt x="9430" y="599"/>
                  </a:lnTo>
                  <a:lnTo>
                    <a:pt x="9430" y="450"/>
                  </a:lnTo>
                  <a:lnTo>
                    <a:pt x="9281" y="450"/>
                  </a:lnTo>
                  <a:lnTo>
                    <a:pt x="6736" y="150"/>
                  </a:lnTo>
                  <a:lnTo>
                    <a:pt x="4341" y="150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p84"/>
            <p:cNvSpPr/>
            <p:nvPr/>
          </p:nvSpPr>
          <p:spPr>
            <a:xfrm>
              <a:off x="3609800" y="1828450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4042" y="0"/>
                  </a:moveTo>
                  <a:lnTo>
                    <a:pt x="2096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042" y="898"/>
                  </a:lnTo>
                  <a:lnTo>
                    <a:pt x="5987" y="898"/>
                  </a:lnTo>
                  <a:lnTo>
                    <a:pt x="7933" y="749"/>
                  </a:lnTo>
                  <a:lnTo>
                    <a:pt x="8233" y="749"/>
                  </a:lnTo>
                  <a:lnTo>
                    <a:pt x="8233" y="449"/>
                  </a:lnTo>
                  <a:lnTo>
                    <a:pt x="8233" y="300"/>
                  </a:lnTo>
                  <a:lnTo>
                    <a:pt x="7933" y="300"/>
                  </a:lnTo>
                  <a:lnTo>
                    <a:pt x="59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4" name="Google Shape;3024;p84"/>
            <p:cNvSpPr/>
            <p:nvPr/>
          </p:nvSpPr>
          <p:spPr>
            <a:xfrm>
              <a:off x="3624750" y="1746125"/>
              <a:ext cx="243275" cy="26225"/>
            </a:xfrm>
            <a:custGeom>
              <a:rect b="b" l="l" r="r" t="t"/>
              <a:pathLst>
                <a:path extrusionOk="0" h="1049" w="9731">
                  <a:moveTo>
                    <a:pt x="4791" y="0"/>
                  </a:moveTo>
                  <a:lnTo>
                    <a:pt x="2396" y="150"/>
                  </a:lnTo>
                  <a:lnTo>
                    <a:pt x="151" y="450"/>
                  </a:lnTo>
                  <a:lnTo>
                    <a:pt x="1" y="599"/>
                  </a:lnTo>
                  <a:lnTo>
                    <a:pt x="151" y="749"/>
                  </a:lnTo>
                  <a:lnTo>
                    <a:pt x="2096" y="899"/>
                  </a:lnTo>
                  <a:lnTo>
                    <a:pt x="4042" y="1048"/>
                  </a:lnTo>
                  <a:lnTo>
                    <a:pt x="7784" y="1048"/>
                  </a:lnTo>
                  <a:lnTo>
                    <a:pt x="9580" y="749"/>
                  </a:lnTo>
                  <a:lnTo>
                    <a:pt x="9730" y="749"/>
                  </a:lnTo>
                  <a:lnTo>
                    <a:pt x="9730" y="450"/>
                  </a:lnTo>
                  <a:lnTo>
                    <a:pt x="9580" y="30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5" name="Google Shape;3025;p84"/>
            <p:cNvSpPr/>
            <p:nvPr/>
          </p:nvSpPr>
          <p:spPr>
            <a:xfrm>
              <a:off x="3632250" y="1667550"/>
              <a:ext cx="198350" cy="22475"/>
            </a:xfrm>
            <a:custGeom>
              <a:rect b="b" l="l" r="r" t="t"/>
              <a:pathLst>
                <a:path extrusionOk="0" h="899" w="7934">
                  <a:moveTo>
                    <a:pt x="1946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946" y="898"/>
                  </a:lnTo>
                  <a:lnTo>
                    <a:pt x="5838" y="898"/>
                  </a:lnTo>
                  <a:lnTo>
                    <a:pt x="7634" y="749"/>
                  </a:lnTo>
                  <a:lnTo>
                    <a:pt x="7784" y="599"/>
                  </a:lnTo>
                  <a:lnTo>
                    <a:pt x="7933" y="449"/>
                  </a:lnTo>
                  <a:lnTo>
                    <a:pt x="7784" y="300"/>
                  </a:lnTo>
                  <a:lnTo>
                    <a:pt x="7634" y="300"/>
                  </a:lnTo>
                  <a:lnTo>
                    <a:pt x="5838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6" name="Google Shape;3026;p84"/>
            <p:cNvSpPr/>
            <p:nvPr/>
          </p:nvSpPr>
          <p:spPr>
            <a:xfrm>
              <a:off x="3654700" y="15066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150" y="748"/>
                  </a:lnTo>
                  <a:lnTo>
                    <a:pt x="1647" y="898"/>
                  </a:lnTo>
                  <a:lnTo>
                    <a:pt x="3293" y="1048"/>
                  </a:lnTo>
                  <a:lnTo>
                    <a:pt x="4790" y="898"/>
                  </a:lnTo>
                  <a:lnTo>
                    <a:pt x="6437" y="748"/>
                  </a:lnTo>
                  <a:lnTo>
                    <a:pt x="6586" y="599"/>
                  </a:lnTo>
                  <a:lnTo>
                    <a:pt x="6586" y="449"/>
                  </a:lnTo>
                  <a:lnTo>
                    <a:pt x="6586" y="299"/>
                  </a:lnTo>
                  <a:lnTo>
                    <a:pt x="6437" y="299"/>
                  </a:lnTo>
                  <a:lnTo>
                    <a:pt x="5838" y="150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7" name="Google Shape;3027;p84"/>
            <p:cNvSpPr/>
            <p:nvPr/>
          </p:nvSpPr>
          <p:spPr>
            <a:xfrm>
              <a:off x="3643475" y="15889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796" y="1"/>
                  </a:move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796" y="749"/>
                  </a:lnTo>
                  <a:lnTo>
                    <a:pt x="3443" y="899"/>
                  </a:lnTo>
                  <a:lnTo>
                    <a:pt x="5089" y="89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151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8" name="Google Shape;3028;p84"/>
            <p:cNvSpPr/>
            <p:nvPr/>
          </p:nvSpPr>
          <p:spPr>
            <a:xfrm>
              <a:off x="3665925" y="1424325"/>
              <a:ext cx="149700" cy="26200"/>
            </a:xfrm>
            <a:custGeom>
              <a:rect b="b" l="l" r="r" t="t"/>
              <a:pathLst>
                <a:path extrusionOk="0" h="1048" w="5988">
                  <a:moveTo>
                    <a:pt x="2844" y="0"/>
                  </a:moveTo>
                  <a:lnTo>
                    <a:pt x="1497" y="150"/>
                  </a:lnTo>
                  <a:lnTo>
                    <a:pt x="0" y="29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497" y="898"/>
                  </a:lnTo>
                  <a:lnTo>
                    <a:pt x="2844" y="1048"/>
                  </a:lnTo>
                  <a:lnTo>
                    <a:pt x="4341" y="1048"/>
                  </a:lnTo>
                  <a:lnTo>
                    <a:pt x="5688" y="749"/>
                  </a:lnTo>
                  <a:lnTo>
                    <a:pt x="5838" y="599"/>
                  </a:lnTo>
                  <a:lnTo>
                    <a:pt x="5988" y="599"/>
                  </a:lnTo>
                  <a:lnTo>
                    <a:pt x="5838" y="449"/>
                  </a:lnTo>
                  <a:lnTo>
                    <a:pt x="5688" y="299"/>
                  </a:lnTo>
                  <a:lnTo>
                    <a:pt x="4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9" name="Google Shape;3029;p84"/>
            <p:cNvSpPr/>
            <p:nvPr/>
          </p:nvSpPr>
          <p:spPr>
            <a:xfrm>
              <a:off x="3677150" y="134572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497" y="1"/>
                  </a:moveTo>
                  <a:lnTo>
                    <a:pt x="150" y="300"/>
                  </a:lnTo>
                  <a:lnTo>
                    <a:pt x="150" y="450"/>
                  </a:lnTo>
                  <a:lnTo>
                    <a:pt x="0" y="450"/>
                  </a:lnTo>
                  <a:lnTo>
                    <a:pt x="150" y="600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2695" y="1049"/>
                  </a:lnTo>
                  <a:lnTo>
                    <a:pt x="4042" y="899"/>
                  </a:lnTo>
                  <a:lnTo>
                    <a:pt x="5239" y="749"/>
                  </a:lnTo>
                  <a:lnTo>
                    <a:pt x="5389" y="600"/>
                  </a:lnTo>
                  <a:lnTo>
                    <a:pt x="5389" y="450"/>
                  </a:lnTo>
                  <a:lnTo>
                    <a:pt x="5389" y="300"/>
                  </a:lnTo>
                  <a:lnTo>
                    <a:pt x="5239" y="151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84"/>
            <p:cNvSpPr/>
            <p:nvPr/>
          </p:nvSpPr>
          <p:spPr>
            <a:xfrm>
              <a:off x="3688375" y="1267150"/>
              <a:ext cx="142225" cy="18725"/>
            </a:xfrm>
            <a:custGeom>
              <a:rect b="b" l="l" r="r" t="t"/>
              <a:pathLst>
                <a:path extrusionOk="0" h="749" w="5689">
                  <a:moveTo>
                    <a:pt x="1497" y="1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1497" y="749"/>
                  </a:lnTo>
                  <a:lnTo>
                    <a:pt x="4940" y="749"/>
                  </a:lnTo>
                  <a:lnTo>
                    <a:pt x="5539" y="450"/>
                  </a:lnTo>
                  <a:lnTo>
                    <a:pt x="5688" y="300"/>
                  </a:lnTo>
                  <a:lnTo>
                    <a:pt x="5539" y="150"/>
                  </a:lnTo>
                  <a:lnTo>
                    <a:pt x="49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84"/>
            <p:cNvSpPr/>
            <p:nvPr/>
          </p:nvSpPr>
          <p:spPr>
            <a:xfrm>
              <a:off x="3699600" y="1184825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2844" y="1"/>
                  </a:moveTo>
                  <a:lnTo>
                    <a:pt x="1497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497" y="899"/>
                  </a:lnTo>
                  <a:lnTo>
                    <a:pt x="4042" y="899"/>
                  </a:lnTo>
                  <a:lnTo>
                    <a:pt x="4790" y="749"/>
                  </a:lnTo>
                  <a:lnTo>
                    <a:pt x="523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4790" y="15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84"/>
            <p:cNvSpPr/>
            <p:nvPr/>
          </p:nvSpPr>
          <p:spPr>
            <a:xfrm>
              <a:off x="3703350" y="1098775"/>
              <a:ext cx="134725" cy="29950"/>
            </a:xfrm>
            <a:custGeom>
              <a:rect b="b" l="l" r="r" t="t"/>
              <a:pathLst>
                <a:path extrusionOk="0" h="1198" w="5389">
                  <a:moveTo>
                    <a:pt x="2694" y="0"/>
                  </a:moveTo>
                  <a:lnTo>
                    <a:pt x="1347" y="150"/>
                  </a:lnTo>
                  <a:lnTo>
                    <a:pt x="150" y="449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8"/>
                  </a:lnTo>
                  <a:lnTo>
                    <a:pt x="150" y="898"/>
                  </a:lnTo>
                  <a:lnTo>
                    <a:pt x="1347" y="1048"/>
                  </a:lnTo>
                  <a:lnTo>
                    <a:pt x="2694" y="1198"/>
                  </a:lnTo>
                  <a:lnTo>
                    <a:pt x="4041" y="1198"/>
                  </a:lnTo>
                  <a:lnTo>
                    <a:pt x="4640" y="1048"/>
                  </a:lnTo>
                  <a:lnTo>
                    <a:pt x="5239" y="898"/>
                  </a:lnTo>
                  <a:lnTo>
                    <a:pt x="5389" y="748"/>
                  </a:lnTo>
                  <a:lnTo>
                    <a:pt x="5389" y="449"/>
                  </a:lnTo>
                  <a:lnTo>
                    <a:pt x="5239" y="449"/>
                  </a:lnTo>
                  <a:lnTo>
                    <a:pt x="4640" y="299"/>
                  </a:lnTo>
                  <a:lnTo>
                    <a:pt x="4041" y="150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84"/>
            <p:cNvSpPr/>
            <p:nvPr/>
          </p:nvSpPr>
          <p:spPr>
            <a:xfrm>
              <a:off x="3718300" y="1020175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2695" y="1"/>
                  </a:moveTo>
                  <a:lnTo>
                    <a:pt x="1348" y="151"/>
                  </a:lnTo>
                  <a:lnTo>
                    <a:pt x="151" y="300"/>
                  </a:lnTo>
                  <a:lnTo>
                    <a:pt x="1" y="600"/>
                  </a:lnTo>
                  <a:lnTo>
                    <a:pt x="151" y="749"/>
                  </a:lnTo>
                  <a:lnTo>
                    <a:pt x="1348" y="899"/>
                  </a:lnTo>
                  <a:lnTo>
                    <a:pt x="2695" y="1049"/>
                  </a:lnTo>
                  <a:lnTo>
                    <a:pt x="4042" y="1049"/>
                  </a:lnTo>
                  <a:lnTo>
                    <a:pt x="5240" y="749"/>
                  </a:lnTo>
                  <a:lnTo>
                    <a:pt x="5389" y="600"/>
                  </a:lnTo>
                  <a:lnTo>
                    <a:pt x="5240" y="300"/>
                  </a:lnTo>
                  <a:lnTo>
                    <a:pt x="40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84"/>
            <p:cNvSpPr/>
            <p:nvPr/>
          </p:nvSpPr>
          <p:spPr>
            <a:xfrm>
              <a:off x="3729525" y="941600"/>
              <a:ext cx="108550" cy="22475"/>
            </a:xfrm>
            <a:custGeom>
              <a:rect b="b" l="l" r="r" t="t"/>
              <a:pathLst>
                <a:path extrusionOk="0" h="899" w="4342">
                  <a:moveTo>
                    <a:pt x="2246" y="1"/>
                  </a:moveTo>
                  <a:lnTo>
                    <a:pt x="1198" y="150"/>
                  </a:lnTo>
                  <a:lnTo>
                    <a:pt x="151" y="300"/>
                  </a:lnTo>
                  <a:lnTo>
                    <a:pt x="1" y="450"/>
                  </a:lnTo>
                  <a:lnTo>
                    <a:pt x="151" y="599"/>
                  </a:lnTo>
                  <a:lnTo>
                    <a:pt x="1198" y="899"/>
                  </a:lnTo>
                  <a:lnTo>
                    <a:pt x="3743" y="899"/>
                  </a:lnTo>
                  <a:lnTo>
                    <a:pt x="4342" y="599"/>
                  </a:lnTo>
                  <a:lnTo>
                    <a:pt x="4342" y="450"/>
                  </a:lnTo>
                  <a:lnTo>
                    <a:pt x="4342" y="300"/>
                  </a:lnTo>
                  <a:lnTo>
                    <a:pt x="3743" y="150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5" name="Google Shape;3035;p84"/>
            <p:cNvSpPr/>
            <p:nvPr/>
          </p:nvSpPr>
          <p:spPr>
            <a:xfrm>
              <a:off x="3740750" y="863025"/>
              <a:ext cx="82350" cy="18725"/>
            </a:xfrm>
            <a:custGeom>
              <a:rect b="b" l="l" r="r" t="t"/>
              <a:pathLst>
                <a:path extrusionOk="0" h="749" w="3294">
                  <a:moveTo>
                    <a:pt x="1498" y="0"/>
                  </a:moveTo>
                  <a:lnTo>
                    <a:pt x="151" y="300"/>
                  </a:lnTo>
                  <a:lnTo>
                    <a:pt x="1" y="449"/>
                  </a:lnTo>
                  <a:lnTo>
                    <a:pt x="151" y="599"/>
                  </a:lnTo>
                  <a:lnTo>
                    <a:pt x="1647" y="749"/>
                  </a:lnTo>
                  <a:lnTo>
                    <a:pt x="2396" y="749"/>
                  </a:lnTo>
                  <a:lnTo>
                    <a:pt x="2995" y="599"/>
                  </a:lnTo>
                  <a:lnTo>
                    <a:pt x="3144" y="599"/>
                  </a:lnTo>
                  <a:lnTo>
                    <a:pt x="3294" y="449"/>
                  </a:lnTo>
                  <a:lnTo>
                    <a:pt x="3144" y="150"/>
                  </a:lnTo>
                  <a:lnTo>
                    <a:pt x="2995" y="150"/>
                  </a:lnTo>
                  <a:lnTo>
                    <a:pt x="2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6" name="Google Shape;3036;p84"/>
            <p:cNvSpPr/>
            <p:nvPr/>
          </p:nvSpPr>
          <p:spPr>
            <a:xfrm>
              <a:off x="3744500" y="780700"/>
              <a:ext cx="71125" cy="22475"/>
            </a:xfrm>
            <a:custGeom>
              <a:rect b="b" l="l" r="r" t="t"/>
              <a:pathLst>
                <a:path extrusionOk="0" h="899" w="2845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1946" y="898"/>
                  </a:lnTo>
                  <a:lnTo>
                    <a:pt x="2545" y="749"/>
                  </a:lnTo>
                  <a:lnTo>
                    <a:pt x="2695" y="599"/>
                  </a:lnTo>
                  <a:lnTo>
                    <a:pt x="2845" y="449"/>
                  </a:lnTo>
                  <a:lnTo>
                    <a:pt x="2695" y="300"/>
                  </a:lnTo>
                  <a:lnTo>
                    <a:pt x="2545" y="150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7" name="Google Shape;3037;p84"/>
            <p:cNvSpPr/>
            <p:nvPr/>
          </p:nvSpPr>
          <p:spPr>
            <a:xfrm>
              <a:off x="3759475" y="698375"/>
              <a:ext cx="67375" cy="26225"/>
            </a:xfrm>
            <a:custGeom>
              <a:rect b="b" l="l" r="r" t="t"/>
              <a:pathLst>
                <a:path extrusionOk="0" h="1049" w="2695">
                  <a:moveTo>
                    <a:pt x="1497" y="0"/>
                  </a:moveTo>
                  <a:lnTo>
                    <a:pt x="150" y="300"/>
                  </a:lnTo>
                  <a:lnTo>
                    <a:pt x="0" y="450"/>
                  </a:lnTo>
                  <a:lnTo>
                    <a:pt x="150" y="749"/>
                  </a:lnTo>
                  <a:lnTo>
                    <a:pt x="749" y="899"/>
                  </a:lnTo>
                  <a:lnTo>
                    <a:pt x="1497" y="1048"/>
                  </a:lnTo>
                  <a:lnTo>
                    <a:pt x="2096" y="899"/>
                  </a:lnTo>
                  <a:lnTo>
                    <a:pt x="2395" y="899"/>
                  </a:lnTo>
                  <a:lnTo>
                    <a:pt x="2695" y="749"/>
                  </a:lnTo>
                  <a:lnTo>
                    <a:pt x="2695" y="450"/>
                  </a:lnTo>
                  <a:lnTo>
                    <a:pt x="26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p84"/>
            <p:cNvSpPr/>
            <p:nvPr/>
          </p:nvSpPr>
          <p:spPr>
            <a:xfrm>
              <a:off x="3766950" y="62352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048" y="1"/>
                  </a:moveTo>
                  <a:lnTo>
                    <a:pt x="1" y="151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048" y="600"/>
                  </a:lnTo>
                  <a:lnTo>
                    <a:pt x="2246" y="450"/>
                  </a:lnTo>
                  <a:lnTo>
                    <a:pt x="2396" y="300"/>
                  </a:lnTo>
                  <a:lnTo>
                    <a:pt x="2246" y="151"/>
                  </a:lnTo>
                  <a:lnTo>
                    <a:pt x="2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p84"/>
            <p:cNvSpPr/>
            <p:nvPr/>
          </p:nvSpPr>
          <p:spPr>
            <a:xfrm>
              <a:off x="3512500" y="2827550"/>
              <a:ext cx="18725" cy="295650"/>
            </a:xfrm>
            <a:custGeom>
              <a:rect b="b" l="l" r="r" t="t"/>
              <a:pathLst>
                <a:path extrusionOk="0" h="11826" w="749">
                  <a:moveTo>
                    <a:pt x="300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150" y="749"/>
                  </a:lnTo>
                  <a:lnTo>
                    <a:pt x="1" y="1497"/>
                  </a:lnTo>
                  <a:lnTo>
                    <a:pt x="1" y="2096"/>
                  </a:lnTo>
                  <a:lnTo>
                    <a:pt x="1" y="2695"/>
                  </a:lnTo>
                  <a:lnTo>
                    <a:pt x="1" y="7185"/>
                  </a:lnTo>
                  <a:lnTo>
                    <a:pt x="150" y="11676"/>
                  </a:lnTo>
                  <a:lnTo>
                    <a:pt x="300" y="11825"/>
                  </a:lnTo>
                  <a:lnTo>
                    <a:pt x="450" y="11676"/>
                  </a:lnTo>
                  <a:lnTo>
                    <a:pt x="749" y="7185"/>
                  </a:lnTo>
                  <a:lnTo>
                    <a:pt x="599" y="2695"/>
                  </a:lnTo>
                  <a:lnTo>
                    <a:pt x="599" y="2096"/>
                  </a:lnTo>
                  <a:lnTo>
                    <a:pt x="599" y="1497"/>
                  </a:lnTo>
                  <a:lnTo>
                    <a:pt x="599" y="1348"/>
                  </a:lnTo>
                  <a:lnTo>
                    <a:pt x="599" y="749"/>
                  </a:lnTo>
                  <a:lnTo>
                    <a:pt x="450" y="30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84"/>
            <p:cNvSpPr/>
            <p:nvPr/>
          </p:nvSpPr>
          <p:spPr>
            <a:xfrm>
              <a:off x="3351600" y="2850000"/>
              <a:ext cx="15000" cy="280675"/>
            </a:xfrm>
            <a:custGeom>
              <a:rect b="b" l="l" r="r" t="t"/>
              <a:pathLst>
                <a:path extrusionOk="0" h="11227" w="600">
                  <a:moveTo>
                    <a:pt x="300" y="1"/>
                  </a:moveTo>
                  <a:lnTo>
                    <a:pt x="150" y="150"/>
                  </a:lnTo>
                  <a:lnTo>
                    <a:pt x="0" y="5539"/>
                  </a:lnTo>
                  <a:lnTo>
                    <a:pt x="0" y="6587"/>
                  </a:lnTo>
                  <a:lnTo>
                    <a:pt x="0" y="7634"/>
                  </a:lnTo>
                  <a:lnTo>
                    <a:pt x="0" y="9430"/>
                  </a:lnTo>
                  <a:lnTo>
                    <a:pt x="150" y="11077"/>
                  </a:lnTo>
                  <a:lnTo>
                    <a:pt x="300" y="11227"/>
                  </a:lnTo>
                  <a:lnTo>
                    <a:pt x="449" y="11077"/>
                  </a:lnTo>
                  <a:lnTo>
                    <a:pt x="599" y="8832"/>
                  </a:lnTo>
                  <a:lnTo>
                    <a:pt x="599" y="6587"/>
                  </a:lnTo>
                  <a:lnTo>
                    <a:pt x="599" y="5539"/>
                  </a:lnTo>
                  <a:lnTo>
                    <a:pt x="599" y="4641"/>
                  </a:lnTo>
                  <a:lnTo>
                    <a:pt x="449" y="15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84"/>
            <p:cNvSpPr/>
            <p:nvPr/>
          </p:nvSpPr>
          <p:spPr>
            <a:xfrm>
              <a:off x="3265525" y="28462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50" y="1"/>
                  </a:moveTo>
                  <a:lnTo>
                    <a:pt x="150" y="2396"/>
                  </a:lnTo>
                  <a:lnTo>
                    <a:pt x="1" y="4940"/>
                  </a:lnTo>
                  <a:lnTo>
                    <a:pt x="1" y="7485"/>
                  </a:lnTo>
                  <a:lnTo>
                    <a:pt x="300" y="9880"/>
                  </a:lnTo>
                  <a:lnTo>
                    <a:pt x="300" y="10778"/>
                  </a:lnTo>
                  <a:lnTo>
                    <a:pt x="450" y="10928"/>
                  </a:lnTo>
                  <a:lnTo>
                    <a:pt x="600" y="10778"/>
                  </a:lnTo>
                  <a:lnTo>
                    <a:pt x="600" y="10478"/>
                  </a:lnTo>
                  <a:lnTo>
                    <a:pt x="749" y="9131"/>
                  </a:lnTo>
                  <a:lnTo>
                    <a:pt x="1049" y="6886"/>
                  </a:lnTo>
                  <a:lnTo>
                    <a:pt x="1049" y="4491"/>
                  </a:lnTo>
                  <a:lnTo>
                    <a:pt x="899" y="2246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2" name="Google Shape;3042;p84"/>
            <p:cNvSpPr/>
            <p:nvPr/>
          </p:nvSpPr>
          <p:spPr>
            <a:xfrm>
              <a:off x="3186950" y="28575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150" y="1048"/>
                  </a:lnTo>
                  <a:lnTo>
                    <a:pt x="1" y="2245"/>
                  </a:lnTo>
                  <a:lnTo>
                    <a:pt x="1" y="4640"/>
                  </a:lnTo>
                  <a:lnTo>
                    <a:pt x="1" y="7484"/>
                  </a:lnTo>
                  <a:lnTo>
                    <a:pt x="300" y="10178"/>
                  </a:lnTo>
                  <a:lnTo>
                    <a:pt x="300" y="10328"/>
                  </a:lnTo>
                  <a:lnTo>
                    <a:pt x="599" y="10328"/>
                  </a:lnTo>
                  <a:lnTo>
                    <a:pt x="599" y="10178"/>
                  </a:lnTo>
                  <a:lnTo>
                    <a:pt x="749" y="7484"/>
                  </a:lnTo>
                  <a:lnTo>
                    <a:pt x="899" y="4640"/>
                  </a:lnTo>
                  <a:lnTo>
                    <a:pt x="899" y="2245"/>
                  </a:lnTo>
                  <a:lnTo>
                    <a:pt x="749" y="104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3" name="Google Shape;3043;p84"/>
            <p:cNvSpPr/>
            <p:nvPr/>
          </p:nvSpPr>
          <p:spPr>
            <a:xfrm>
              <a:off x="3100875" y="28575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0"/>
                  </a:moveTo>
                  <a:lnTo>
                    <a:pt x="300" y="1197"/>
                  </a:lnTo>
                  <a:lnTo>
                    <a:pt x="151" y="2395"/>
                  </a:lnTo>
                  <a:lnTo>
                    <a:pt x="1" y="4790"/>
                  </a:lnTo>
                  <a:lnTo>
                    <a:pt x="300" y="7334"/>
                  </a:lnTo>
                  <a:lnTo>
                    <a:pt x="450" y="9579"/>
                  </a:lnTo>
                  <a:lnTo>
                    <a:pt x="600" y="9729"/>
                  </a:lnTo>
                  <a:lnTo>
                    <a:pt x="749" y="9579"/>
                  </a:lnTo>
                  <a:lnTo>
                    <a:pt x="899" y="7334"/>
                  </a:lnTo>
                  <a:lnTo>
                    <a:pt x="1198" y="4790"/>
                  </a:lnTo>
                  <a:lnTo>
                    <a:pt x="1198" y="2395"/>
                  </a:lnTo>
                  <a:lnTo>
                    <a:pt x="1049" y="1197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4" name="Google Shape;3044;p84"/>
            <p:cNvSpPr/>
            <p:nvPr/>
          </p:nvSpPr>
          <p:spPr>
            <a:xfrm>
              <a:off x="3026050" y="2846250"/>
              <a:ext cx="22475" cy="243275"/>
            </a:xfrm>
            <a:custGeom>
              <a:rect b="b" l="l" r="r" t="t"/>
              <a:pathLst>
                <a:path extrusionOk="0" h="9731" w="899">
                  <a:moveTo>
                    <a:pt x="449" y="1"/>
                  </a:moveTo>
                  <a:lnTo>
                    <a:pt x="300" y="151"/>
                  </a:lnTo>
                  <a:lnTo>
                    <a:pt x="0" y="1198"/>
                  </a:lnTo>
                  <a:lnTo>
                    <a:pt x="0" y="2396"/>
                  </a:lnTo>
                  <a:lnTo>
                    <a:pt x="0" y="4641"/>
                  </a:lnTo>
                  <a:lnTo>
                    <a:pt x="0" y="7036"/>
                  </a:lnTo>
                  <a:lnTo>
                    <a:pt x="300" y="9580"/>
                  </a:lnTo>
                  <a:lnTo>
                    <a:pt x="300" y="9730"/>
                  </a:lnTo>
                  <a:lnTo>
                    <a:pt x="599" y="9730"/>
                  </a:lnTo>
                  <a:lnTo>
                    <a:pt x="599" y="9580"/>
                  </a:lnTo>
                  <a:lnTo>
                    <a:pt x="749" y="7036"/>
                  </a:lnTo>
                  <a:lnTo>
                    <a:pt x="749" y="4641"/>
                  </a:lnTo>
                  <a:lnTo>
                    <a:pt x="898" y="239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p84"/>
            <p:cNvSpPr/>
            <p:nvPr/>
          </p:nvSpPr>
          <p:spPr>
            <a:xfrm>
              <a:off x="2943725" y="284625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300" y="1"/>
                  </a:moveTo>
                  <a:lnTo>
                    <a:pt x="300" y="151"/>
                  </a:lnTo>
                  <a:lnTo>
                    <a:pt x="0" y="4641"/>
                  </a:lnTo>
                  <a:lnTo>
                    <a:pt x="150" y="6886"/>
                  </a:lnTo>
                  <a:lnTo>
                    <a:pt x="300" y="9131"/>
                  </a:lnTo>
                  <a:lnTo>
                    <a:pt x="599" y="9281"/>
                  </a:lnTo>
                  <a:lnTo>
                    <a:pt x="749" y="9131"/>
                  </a:lnTo>
                  <a:lnTo>
                    <a:pt x="899" y="6886"/>
                  </a:lnTo>
                  <a:lnTo>
                    <a:pt x="899" y="4641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6" name="Google Shape;3046;p84"/>
            <p:cNvSpPr/>
            <p:nvPr/>
          </p:nvSpPr>
          <p:spPr>
            <a:xfrm>
              <a:off x="2861400" y="2835025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599" y="1"/>
                  </a:moveTo>
                  <a:lnTo>
                    <a:pt x="450" y="151"/>
                  </a:lnTo>
                  <a:lnTo>
                    <a:pt x="300" y="300"/>
                  </a:lnTo>
                  <a:lnTo>
                    <a:pt x="150" y="2695"/>
                  </a:lnTo>
                  <a:lnTo>
                    <a:pt x="1" y="5090"/>
                  </a:lnTo>
                  <a:lnTo>
                    <a:pt x="1" y="7186"/>
                  </a:lnTo>
                  <a:lnTo>
                    <a:pt x="1" y="8383"/>
                  </a:lnTo>
                  <a:lnTo>
                    <a:pt x="150" y="9431"/>
                  </a:lnTo>
                  <a:lnTo>
                    <a:pt x="599" y="9431"/>
                  </a:lnTo>
                  <a:lnTo>
                    <a:pt x="749" y="8383"/>
                  </a:lnTo>
                  <a:lnTo>
                    <a:pt x="899" y="7186"/>
                  </a:lnTo>
                  <a:lnTo>
                    <a:pt x="899" y="5090"/>
                  </a:lnTo>
                  <a:lnTo>
                    <a:pt x="899" y="2695"/>
                  </a:lnTo>
                  <a:lnTo>
                    <a:pt x="749" y="300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7" name="Google Shape;3047;p84"/>
            <p:cNvSpPr/>
            <p:nvPr/>
          </p:nvSpPr>
          <p:spPr>
            <a:xfrm>
              <a:off x="2782825" y="2850000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449" y="1"/>
                  </a:moveTo>
                  <a:lnTo>
                    <a:pt x="300" y="150"/>
                  </a:lnTo>
                  <a:lnTo>
                    <a:pt x="150" y="300"/>
                  </a:lnTo>
                  <a:lnTo>
                    <a:pt x="0" y="2246"/>
                  </a:lnTo>
                  <a:lnTo>
                    <a:pt x="0" y="4192"/>
                  </a:lnTo>
                  <a:lnTo>
                    <a:pt x="0" y="6137"/>
                  </a:lnTo>
                  <a:lnTo>
                    <a:pt x="300" y="8083"/>
                  </a:lnTo>
                  <a:lnTo>
                    <a:pt x="300" y="8233"/>
                  </a:lnTo>
                  <a:lnTo>
                    <a:pt x="449" y="8083"/>
                  </a:lnTo>
                  <a:lnTo>
                    <a:pt x="898" y="4192"/>
                  </a:lnTo>
                  <a:lnTo>
                    <a:pt x="898" y="2246"/>
                  </a:lnTo>
                  <a:lnTo>
                    <a:pt x="749" y="300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p84"/>
            <p:cNvSpPr/>
            <p:nvPr/>
          </p:nvSpPr>
          <p:spPr>
            <a:xfrm>
              <a:off x="2696750" y="2797625"/>
              <a:ext cx="29975" cy="246975"/>
            </a:xfrm>
            <a:custGeom>
              <a:rect b="b" l="l" r="r" t="t"/>
              <a:pathLst>
                <a:path extrusionOk="0" h="9879" w="1199">
                  <a:moveTo>
                    <a:pt x="599" y="0"/>
                  </a:moveTo>
                  <a:lnTo>
                    <a:pt x="450" y="150"/>
                  </a:lnTo>
                  <a:lnTo>
                    <a:pt x="150" y="2545"/>
                  </a:lnTo>
                  <a:lnTo>
                    <a:pt x="1" y="4940"/>
                  </a:lnTo>
                  <a:lnTo>
                    <a:pt x="150" y="7334"/>
                  </a:lnTo>
                  <a:lnTo>
                    <a:pt x="450" y="9729"/>
                  </a:lnTo>
                  <a:lnTo>
                    <a:pt x="599" y="9879"/>
                  </a:lnTo>
                  <a:lnTo>
                    <a:pt x="749" y="9729"/>
                  </a:lnTo>
                  <a:lnTo>
                    <a:pt x="1048" y="7634"/>
                  </a:lnTo>
                  <a:lnTo>
                    <a:pt x="1198" y="5688"/>
                  </a:lnTo>
                  <a:lnTo>
                    <a:pt x="1198" y="3892"/>
                  </a:lnTo>
                  <a:lnTo>
                    <a:pt x="1048" y="1946"/>
                  </a:lnTo>
                  <a:lnTo>
                    <a:pt x="899" y="150"/>
                  </a:lnTo>
                  <a:lnTo>
                    <a:pt x="74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p84"/>
            <p:cNvSpPr/>
            <p:nvPr/>
          </p:nvSpPr>
          <p:spPr>
            <a:xfrm>
              <a:off x="2621925" y="283877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299" y="1"/>
                  </a:moveTo>
                  <a:lnTo>
                    <a:pt x="150" y="150"/>
                  </a:lnTo>
                  <a:lnTo>
                    <a:pt x="0" y="2096"/>
                  </a:lnTo>
                  <a:lnTo>
                    <a:pt x="0" y="3892"/>
                  </a:lnTo>
                  <a:lnTo>
                    <a:pt x="0" y="5838"/>
                  </a:lnTo>
                  <a:lnTo>
                    <a:pt x="299" y="7634"/>
                  </a:lnTo>
                  <a:lnTo>
                    <a:pt x="449" y="7784"/>
                  </a:lnTo>
                  <a:lnTo>
                    <a:pt x="599" y="7634"/>
                  </a:lnTo>
                  <a:lnTo>
                    <a:pt x="749" y="5838"/>
                  </a:lnTo>
                  <a:lnTo>
                    <a:pt x="898" y="3892"/>
                  </a:lnTo>
                  <a:lnTo>
                    <a:pt x="749" y="2096"/>
                  </a:lnTo>
                  <a:lnTo>
                    <a:pt x="59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0" name="Google Shape;3050;p84"/>
            <p:cNvSpPr/>
            <p:nvPr/>
          </p:nvSpPr>
          <p:spPr>
            <a:xfrm>
              <a:off x="2461000" y="2846250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450" y="1"/>
                  </a:moveTo>
                  <a:lnTo>
                    <a:pt x="300" y="151"/>
                  </a:lnTo>
                  <a:lnTo>
                    <a:pt x="151" y="300"/>
                  </a:lnTo>
                  <a:lnTo>
                    <a:pt x="151" y="899"/>
                  </a:lnTo>
                  <a:lnTo>
                    <a:pt x="1" y="2246"/>
                  </a:lnTo>
                  <a:lnTo>
                    <a:pt x="1" y="3743"/>
                  </a:lnTo>
                  <a:lnTo>
                    <a:pt x="151" y="5090"/>
                  </a:lnTo>
                  <a:lnTo>
                    <a:pt x="300" y="6587"/>
                  </a:lnTo>
                  <a:lnTo>
                    <a:pt x="600" y="6587"/>
                  </a:lnTo>
                  <a:lnTo>
                    <a:pt x="899" y="4940"/>
                  </a:lnTo>
                  <a:lnTo>
                    <a:pt x="899" y="3444"/>
                  </a:lnTo>
                  <a:lnTo>
                    <a:pt x="899" y="1797"/>
                  </a:lnTo>
                  <a:lnTo>
                    <a:pt x="600" y="300"/>
                  </a:lnTo>
                  <a:lnTo>
                    <a:pt x="600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1" name="Google Shape;3051;p84"/>
            <p:cNvSpPr/>
            <p:nvPr/>
          </p:nvSpPr>
          <p:spPr>
            <a:xfrm>
              <a:off x="2539600" y="285000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1"/>
                  </a:moveTo>
                  <a:lnTo>
                    <a:pt x="300" y="150"/>
                  </a:lnTo>
                  <a:lnTo>
                    <a:pt x="0" y="1797"/>
                  </a:lnTo>
                  <a:lnTo>
                    <a:pt x="0" y="3443"/>
                  </a:lnTo>
                  <a:lnTo>
                    <a:pt x="150" y="5090"/>
                  </a:lnTo>
                  <a:lnTo>
                    <a:pt x="300" y="6736"/>
                  </a:lnTo>
                  <a:lnTo>
                    <a:pt x="449" y="6886"/>
                  </a:lnTo>
                  <a:lnTo>
                    <a:pt x="599" y="6886"/>
                  </a:lnTo>
                  <a:lnTo>
                    <a:pt x="599" y="6736"/>
                  </a:lnTo>
                  <a:lnTo>
                    <a:pt x="898" y="5090"/>
                  </a:lnTo>
                  <a:lnTo>
                    <a:pt x="898" y="3443"/>
                  </a:lnTo>
                  <a:lnTo>
                    <a:pt x="898" y="1797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2" name="Google Shape;3052;p84"/>
            <p:cNvSpPr/>
            <p:nvPr/>
          </p:nvSpPr>
          <p:spPr>
            <a:xfrm>
              <a:off x="2378700" y="28537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299" y="0"/>
                  </a:moveTo>
                  <a:lnTo>
                    <a:pt x="299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150" y="4491"/>
                  </a:lnTo>
                  <a:lnTo>
                    <a:pt x="299" y="5838"/>
                  </a:lnTo>
                  <a:lnTo>
                    <a:pt x="449" y="5987"/>
                  </a:lnTo>
                  <a:lnTo>
                    <a:pt x="599" y="5838"/>
                  </a:lnTo>
                  <a:lnTo>
                    <a:pt x="898" y="4491"/>
                  </a:lnTo>
                  <a:lnTo>
                    <a:pt x="898" y="2994"/>
                  </a:lnTo>
                  <a:lnTo>
                    <a:pt x="898" y="1497"/>
                  </a:lnTo>
                  <a:lnTo>
                    <a:pt x="748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3" name="Google Shape;3053;p84"/>
            <p:cNvSpPr/>
            <p:nvPr/>
          </p:nvSpPr>
          <p:spPr>
            <a:xfrm>
              <a:off x="2296375" y="2853750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449" y="0"/>
                  </a:moveTo>
                  <a:lnTo>
                    <a:pt x="299" y="150"/>
                  </a:lnTo>
                  <a:lnTo>
                    <a:pt x="150" y="1497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239"/>
                  </a:lnTo>
                  <a:lnTo>
                    <a:pt x="449" y="5389"/>
                  </a:lnTo>
                  <a:lnTo>
                    <a:pt x="74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1048" y="149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4" name="Google Shape;3054;p84"/>
            <p:cNvSpPr/>
            <p:nvPr/>
          </p:nvSpPr>
          <p:spPr>
            <a:xfrm>
              <a:off x="2217775" y="2838775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300" y="1"/>
                  </a:moveTo>
                  <a:lnTo>
                    <a:pt x="151" y="599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1" y="4042"/>
                  </a:lnTo>
                  <a:lnTo>
                    <a:pt x="300" y="5539"/>
                  </a:lnTo>
                  <a:lnTo>
                    <a:pt x="450" y="5688"/>
                  </a:lnTo>
                  <a:lnTo>
                    <a:pt x="749" y="5539"/>
                  </a:lnTo>
                  <a:lnTo>
                    <a:pt x="899" y="4042"/>
                  </a:lnTo>
                  <a:lnTo>
                    <a:pt x="899" y="2695"/>
                  </a:lnTo>
                  <a:lnTo>
                    <a:pt x="899" y="1348"/>
                  </a:lnTo>
                  <a:lnTo>
                    <a:pt x="749" y="599"/>
                  </a:lnTo>
                  <a:lnTo>
                    <a:pt x="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5" name="Google Shape;3055;p84"/>
            <p:cNvSpPr/>
            <p:nvPr/>
          </p:nvSpPr>
          <p:spPr>
            <a:xfrm>
              <a:off x="2139200" y="2831300"/>
              <a:ext cx="22475" cy="134725"/>
            </a:xfrm>
            <a:custGeom>
              <a:rect b="b" l="l" r="r" t="t"/>
              <a:pathLst>
                <a:path extrusionOk="0" h="5389" w="899">
                  <a:moveTo>
                    <a:pt x="300" y="0"/>
                  </a:moveTo>
                  <a:lnTo>
                    <a:pt x="150" y="150"/>
                  </a:lnTo>
                  <a:lnTo>
                    <a:pt x="1" y="749"/>
                  </a:lnTo>
                  <a:lnTo>
                    <a:pt x="1" y="1347"/>
                  </a:lnTo>
                  <a:lnTo>
                    <a:pt x="1" y="2545"/>
                  </a:lnTo>
                  <a:lnTo>
                    <a:pt x="1" y="3892"/>
                  </a:lnTo>
                  <a:lnTo>
                    <a:pt x="150" y="5239"/>
                  </a:lnTo>
                  <a:lnTo>
                    <a:pt x="300" y="5389"/>
                  </a:lnTo>
                  <a:lnTo>
                    <a:pt x="599" y="5389"/>
                  </a:lnTo>
                  <a:lnTo>
                    <a:pt x="599" y="5239"/>
                  </a:lnTo>
                  <a:lnTo>
                    <a:pt x="749" y="3892"/>
                  </a:lnTo>
                  <a:lnTo>
                    <a:pt x="899" y="2545"/>
                  </a:lnTo>
                  <a:lnTo>
                    <a:pt x="749" y="1347"/>
                  </a:lnTo>
                  <a:lnTo>
                    <a:pt x="749" y="749"/>
                  </a:lnTo>
                  <a:lnTo>
                    <a:pt x="450" y="15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6" name="Google Shape;3056;p84"/>
            <p:cNvSpPr/>
            <p:nvPr/>
          </p:nvSpPr>
          <p:spPr>
            <a:xfrm>
              <a:off x="2053150" y="2827550"/>
              <a:ext cx="29950" cy="138475"/>
            </a:xfrm>
            <a:custGeom>
              <a:rect b="b" l="l" r="r" t="t"/>
              <a:pathLst>
                <a:path extrusionOk="0" h="5539" w="1198">
                  <a:moveTo>
                    <a:pt x="599" y="1"/>
                  </a:moveTo>
                  <a:lnTo>
                    <a:pt x="449" y="150"/>
                  </a:lnTo>
                  <a:lnTo>
                    <a:pt x="150" y="749"/>
                  </a:lnTo>
                  <a:lnTo>
                    <a:pt x="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449" y="5389"/>
                  </a:lnTo>
                  <a:lnTo>
                    <a:pt x="599" y="5539"/>
                  </a:lnTo>
                  <a:lnTo>
                    <a:pt x="748" y="5389"/>
                  </a:lnTo>
                  <a:lnTo>
                    <a:pt x="1048" y="4042"/>
                  </a:lnTo>
                  <a:lnTo>
                    <a:pt x="1197" y="2695"/>
                  </a:lnTo>
                  <a:lnTo>
                    <a:pt x="1048" y="1348"/>
                  </a:lnTo>
                  <a:lnTo>
                    <a:pt x="1048" y="749"/>
                  </a:lnTo>
                  <a:lnTo>
                    <a:pt x="748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7" name="Google Shape;3057;p84"/>
            <p:cNvSpPr/>
            <p:nvPr/>
          </p:nvSpPr>
          <p:spPr>
            <a:xfrm>
              <a:off x="1974550" y="28125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450" y="1"/>
                  </a:moveTo>
                  <a:lnTo>
                    <a:pt x="300" y="151"/>
                  </a:lnTo>
                  <a:lnTo>
                    <a:pt x="1" y="1348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300" y="5240"/>
                  </a:lnTo>
                  <a:lnTo>
                    <a:pt x="450" y="5389"/>
                  </a:lnTo>
                  <a:lnTo>
                    <a:pt x="599" y="5240"/>
                  </a:lnTo>
                  <a:lnTo>
                    <a:pt x="899" y="4042"/>
                  </a:lnTo>
                  <a:lnTo>
                    <a:pt x="1049" y="2695"/>
                  </a:lnTo>
                  <a:lnTo>
                    <a:pt x="899" y="1348"/>
                  </a:lnTo>
                  <a:lnTo>
                    <a:pt x="749" y="151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p84"/>
            <p:cNvSpPr/>
            <p:nvPr/>
          </p:nvSpPr>
          <p:spPr>
            <a:xfrm>
              <a:off x="1895975" y="282755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450" y="1"/>
                  </a:moveTo>
                  <a:lnTo>
                    <a:pt x="150" y="150"/>
                  </a:lnTo>
                  <a:lnTo>
                    <a:pt x="1" y="599"/>
                  </a:lnTo>
                  <a:lnTo>
                    <a:pt x="1" y="1048"/>
                  </a:lnTo>
                  <a:lnTo>
                    <a:pt x="1" y="2096"/>
                  </a:lnTo>
                  <a:lnTo>
                    <a:pt x="1" y="3144"/>
                  </a:lnTo>
                  <a:lnTo>
                    <a:pt x="300" y="4192"/>
                  </a:lnTo>
                  <a:lnTo>
                    <a:pt x="450" y="4341"/>
                  </a:lnTo>
                  <a:lnTo>
                    <a:pt x="599" y="4192"/>
                  </a:lnTo>
                  <a:lnTo>
                    <a:pt x="899" y="3144"/>
                  </a:lnTo>
                  <a:lnTo>
                    <a:pt x="899" y="2096"/>
                  </a:lnTo>
                  <a:lnTo>
                    <a:pt x="899" y="1048"/>
                  </a:lnTo>
                  <a:lnTo>
                    <a:pt x="749" y="599"/>
                  </a:lnTo>
                  <a:lnTo>
                    <a:pt x="599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9" name="Google Shape;3059;p84"/>
            <p:cNvSpPr/>
            <p:nvPr/>
          </p:nvSpPr>
          <p:spPr>
            <a:xfrm>
              <a:off x="1813650" y="2846250"/>
              <a:ext cx="22475" cy="78625"/>
            </a:xfrm>
            <a:custGeom>
              <a:rect b="b" l="l" r="r" t="t"/>
              <a:pathLst>
                <a:path extrusionOk="0" h="3145" w="899">
                  <a:moveTo>
                    <a:pt x="300" y="1"/>
                  </a:moveTo>
                  <a:lnTo>
                    <a:pt x="150" y="151"/>
                  </a:lnTo>
                  <a:lnTo>
                    <a:pt x="1" y="899"/>
                  </a:lnTo>
                  <a:lnTo>
                    <a:pt x="150" y="1647"/>
                  </a:lnTo>
                  <a:lnTo>
                    <a:pt x="300" y="3144"/>
                  </a:lnTo>
                  <a:lnTo>
                    <a:pt x="599" y="3144"/>
                  </a:lnTo>
                  <a:lnTo>
                    <a:pt x="899" y="1647"/>
                  </a:lnTo>
                  <a:lnTo>
                    <a:pt x="899" y="899"/>
                  </a:lnTo>
                  <a:lnTo>
                    <a:pt x="74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0" name="Google Shape;3060;p84"/>
            <p:cNvSpPr/>
            <p:nvPr/>
          </p:nvSpPr>
          <p:spPr>
            <a:xfrm>
              <a:off x="1735075" y="28537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150"/>
                  </a:lnTo>
                  <a:lnTo>
                    <a:pt x="0" y="749"/>
                  </a:lnTo>
                  <a:lnTo>
                    <a:pt x="0" y="1347"/>
                  </a:lnTo>
                  <a:lnTo>
                    <a:pt x="0" y="1946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8" y="1347"/>
                  </a:lnTo>
                  <a:lnTo>
                    <a:pt x="749" y="749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1" name="Google Shape;3061;p84"/>
            <p:cNvSpPr/>
            <p:nvPr/>
          </p:nvSpPr>
          <p:spPr>
            <a:xfrm>
              <a:off x="1652750" y="28387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1"/>
                  </a:moveTo>
                  <a:lnTo>
                    <a:pt x="150" y="300"/>
                  </a:lnTo>
                  <a:lnTo>
                    <a:pt x="0" y="599"/>
                  </a:lnTo>
                  <a:lnTo>
                    <a:pt x="0" y="1348"/>
                  </a:lnTo>
                  <a:lnTo>
                    <a:pt x="300" y="2545"/>
                  </a:lnTo>
                  <a:lnTo>
                    <a:pt x="449" y="2695"/>
                  </a:lnTo>
                  <a:lnTo>
                    <a:pt x="599" y="2545"/>
                  </a:lnTo>
                  <a:lnTo>
                    <a:pt x="74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749" y="30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2" name="Google Shape;3062;p84"/>
            <p:cNvSpPr/>
            <p:nvPr/>
          </p:nvSpPr>
          <p:spPr>
            <a:xfrm>
              <a:off x="1574175" y="284252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0"/>
                  </a:moveTo>
                  <a:lnTo>
                    <a:pt x="150" y="150"/>
                  </a:lnTo>
                  <a:lnTo>
                    <a:pt x="0" y="1198"/>
                  </a:lnTo>
                  <a:lnTo>
                    <a:pt x="150" y="2245"/>
                  </a:lnTo>
                  <a:lnTo>
                    <a:pt x="300" y="2395"/>
                  </a:lnTo>
                  <a:lnTo>
                    <a:pt x="449" y="2395"/>
                  </a:lnTo>
                  <a:lnTo>
                    <a:pt x="599" y="2245"/>
                  </a:lnTo>
                  <a:lnTo>
                    <a:pt x="749" y="1198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84"/>
            <p:cNvSpPr/>
            <p:nvPr/>
          </p:nvSpPr>
          <p:spPr>
            <a:xfrm>
              <a:off x="3781925" y="3138125"/>
              <a:ext cx="291900" cy="18750"/>
            </a:xfrm>
            <a:custGeom>
              <a:rect b="b" l="l" r="r" t="t"/>
              <a:pathLst>
                <a:path extrusionOk="0" h="750" w="11676">
                  <a:moveTo>
                    <a:pt x="2096" y="1"/>
                  </a:moveTo>
                  <a:lnTo>
                    <a:pt x="898" y="151"/>
                  </a:lnTo>
                  <a:lnTo>
                    <a:pt x="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150" y="450"/>
                  </a:lnTo>
                  <a:lnTo>
                    <a:pt x="898" y="600"/>
                  </a:lnTo>
                  <a:lnTo>
                    <a:pt x="2246" y="600"/>
                  </a:lnTo>
                  <a:lnTo>
                    <a:pt x="6886" y="749"/>
                  </a:lnTo>
                  <a:lnTo>
                    <a:pt x="9280" y="600"/>
                  </a:lnTo>
                  <a:lnTo>
                    <a:pt x="11526" y="450"/>
                  </a:lnTo>
                  <a:lnTo>
                    <a:pt x="11675" y="450"/>
                  </a:lnTo>
                  <a:lnTo>
                    <a:pt x="11675" y="300"/>
                  </a:lnTo>
                  <a:lnTo>
                    <a:pt x="11526" y="151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84"/>
            <p:cNvSpPr/>
            <p:nvPr/>
          </p:nvSpPr>
          <p:spPr>
            <a:xfrm>
              <a:off x="3804375" y="3299050"/>
              <a:ext cx="280675" cy="18725"/>
            </a:xfrm>
            <a:custGeom>
              <a:rect b="b" l="l" r="r" t="t"/>
              <a:pathLst>
                <a:path extrusionOk="0" h="749" w="11227">
                  <a:moveTo>
                    <a:pt x="3742" y="0"/>
                  </a:moveTo>
                  <a:lnTo>
                    <a:pt x="150" y="150"/>
                  </a:lnTo>
                  <a:lnTo>
                    <a:pt x="0" y="299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4491" y="748"/>
                  </a:lnTo>
                  <a:lnTo>
                    <a:pt x="8682" y="748"/>
                  </a:lnTo>
                  <a:lnTo>
                    <a:pt x="10478" y="599"/>
                  </a:lnTo>
                  <a:lnTo>
                    <a:pt x="11077" y="449"/>
                  </a:lnTo>
                  <a:lnTo>
                    <a:pt x="11226" y="299"/>
                  </a:lnTo>
                  <a:lnTo>
                    <a:pt x="11077" y="299"/>
                  </a:lnTo>
                  <a:lnTo>
                    <a:pt x="10628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5" name="Google Shape;3065;p84"/>
            <p:cNvSpPr/>
            <p:nvPr/>
          </p:nvSpPr>
          <p:spPr>
            <a:xfrm>
              <a:off x="3800625" y="3377625"/>
              <a:ext cx="273200" cy="26225"/>
            </a:xfrm>
            <a:custGeom>
              <a:rect b="b" l="l" r="r" t="t"/>
              <a:pathLst>
                <a:path extrusionOk="0" h="1049" w="10928">
                  <a:moveTo>
                    <a:pt x="1947" y="0"/>
                  </a:moveTo>
                  <a:lnTo>
                    <a:pt x="1" y="300"/>
                  </a:lnTo>
                  <a:lnTo>
                    <a:pt x="1" y="449"/>
                  </a:lnTo>
                  <a:lnTo>
                    <a:pt x="2246" y="898"/>
                  </a:lnTo>
                  <a:lnTo>
                    <a:pt x="4491" y="1048"/>
                  </a:lnTo>
                  <a:lnTo>
                    <a:pt x="6886" y="898"/>
                  </a:lnTo>
                  <a:lnTo>
                    <a:pt x="9131" y="749"/>
                  </a:lnTo>
                  <a:lnTo>
                    <a:pt x="10029" y="749"/>
                  </a:lnTo>
                  <a:lnTo>
                    <a:pt x="10179" y="599"/>
                  </a:lnTo>
                  <a:lnTo>
                    <a:pt x="10927" y="599"/>
                  </a:lnTo>
                  <a:lnTo>
                    <a:pt x="10927" y="449"/>
                  </a:lnTo>
                  <a:lnTo>
                    <a:pt x="10778" y="300"/>
                  </a:lnTo>
                  <a:lnTo>
                    <a:pt x="10329" y="300"/>
                  </a:lnTo>
                  <a:lnTo>
                    <a:pt x="9281" y="150"/>
                  </a:lnTo>
                  <a:lnTo>
                    <a:pt x="8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6" name="Google Shape;3066;p84"/>
            <p:cNvSpPr/>
            <p:nvPr/>
          </p:nvSpPr>
          <p:spPr>
            <a:xfrm>
              <a:off x="3808125" y="3459950"/>
              <a:ext cx="261950" cy="18725"/>
            </a:xfrm>
            <a:custGeom>
              <a:rect b="b" l="l" r="r" t="t"/>
              <a:pathLst>
                <a:path extrusionOk="0" h="749" w="10478">
                  <a:moveTo>
                    <a:pt x="1198" y="0"/>
                  </a:moveTo>
                  <a:lnTo>
                    <a:pt x="0" y="300"/>
                  </a:lnTo>
                  <a:lnTo>
                    <a:pt x="0" y="449"/>
                  </a:lnTo>
                  <a:lnTo>
                    <a:pt x="1198" y="749"/>
                  </a:lnTo>
                  <a:lnTo>
                    <a:pt x="7185" y="749"/>
                  </a:lnTo>
                  <a:lnTo>
                    <a:pt x="9430" y="599"/>
                  </a:lnTo>
                  <a:lnTo>
                    <a:pt x="10178" y="599"/>
                  </a:lnTo>
                  <a:lnTo>
                    <a:pt x="10328" y="449"/>
                  </a:lnTo>
                  <a:lnTo>
                    <a:pt x="10478" y="449"/>
                  </a:lnTo>
                  <a:lnTo>
                    <a:pt x="10328" y="150"/>
                  </a:lnTo>
                  <a:lnTo>
                    <a:pt x="9580" y="150"/>
                  </a:lnTo>
                  <a:lnTo>
                    <a:pt x="71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84"/>
            <p:cNvSpPr/>
            <p:nvPr/>
          </p:nvSpPr>
          <p:spPr>
            <a:xfrm>
              <a:off x="3808125" y="3534775"/>
              <a:ext cx="246975" cy="29975"/>
            </a:xfrm>
            <a:custGeom>
              <a:rect b="b" l="l" r="r" t="t"/>
              <a:pathLst>
                <a:path extrusionOk="0" h="1199" w="9879">
                  <a:moveTo>
                    <a:pt x="4640" y="1"/>
                  </a:moveTo>
                  <a:lnTo>
                    <a:pt x="2245" y="151"/>
                  </a:lnTo>
                  <a:lnTo>
                    <a:pt x="1198" y="300"/>
                  </a:lnTo>
                  <a:lnTo>
                    <a:pt x="15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898" y="899"/>
                  </a:lnTo>
                  <a:lnTo>
                    <a:pt x="2395" y="1198"/>
                  </a:lnTo>
                  <a:lnTo>
                    <a:pt x="4341" y="1198"/>
                  </a:lnTo>
                  <a:lnTo>
                    <a:pt x="6287" y="1049"/>
                  </a:lnTo>
                  <a:lnTo>
                    <a:pt x="7933" y="899"/>
                  </a:lnTo>
                  <a:lnTo>
                    <a:pt x="8981" y="899"/>
                  </a:lnTo>
                  <a:lnTo>
                    <a:pt x="9729" y="749"/>
                  </a:lnTo>
                  <a:lnTo>
                    <a:pt x="9879" y="600"/>
                  </a:lnTo>
                  <a:lnTo>
                    <a:pt x="9729" y="600"/>
                  </a:lnTo>
                  <a:lnTo>
                    <a:pt x="9131" y="450"/>
                  </a:lnTo>
                  <a:lnTo>
                    <a:pt x="6885" y="300"/>
                  </a:lnTo>
                  <a:lnTo>
                    <a:pt x="46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8" name="Google Shape;3068;p84"/>
            <p:cNvSpPr/>
            <p:nvPr/>
          </p:nvSpPr>
          <p:spPr>
            <a:xfrm>
              <a:off x="3800625" y="3620850"/>
              <a:ext cx="243250" cy="18725"/>
            </a:xfrm>
            <a:custGeom>
              <a:rect b="b" l="l" r="r" t="t"/>
              <a:pathLst>
                <a:path extrusionOk="0" h="749" w="973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749"/>
                  </a:lnTo>
                  <a:lnTo>
                    <a:pt x="4491" y="749"/>
                  </a:lnTo>
                  <a:lnTo>
                    <a:pt x="8832" y="599"/>
                  </a:lnTo>
                  <a:lnTo>
                    <a:pt x="9580" y="599"/>
                  </a:lnTo>
                  <a:lnTo>
                    <a:pt x="9730" y="449"/>
                  </a:lnTo>
                  <a:lnTo>
                    <a:pt x="9730" y="300"/>
                  </a:lnTo>
                  <a:lnTo>
                    <a:pt x="9580" y="150"/>
                  </a:lnTo>
                  <a:lnTo>
                    <a:pt x="8982" y="150"/>
                  </a:lnTo>
                  <a:lnTo>
                    <a:pt x="6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9" name="Google Shape;3069;p84"/>
            <p:cNvSpPr/>
            <p:nvPr/>
          </p:nvSpPr>
          <p:spPr>
            <a:xfrm>
              <a:off x="3796900" y="3699425"/>
              <a:ext cx="235750" cy="22475"/>
            </a:xfrm>
            <a:custGeom>
              <a:rect b="b" l="l" r="r" t="t"/>
              <a:pathLst>
                <a:path extrusionOk="0" h="899" w="9430">
                  <a:moveTo>
                    <a:pt x="4490" y="1"/>
                  </a:moveTo>
                  <a:lnTo>
                    <a:pt x="299" y="30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299" y="749"/>
                  </a:lnTo>
                  <a:lnTo>
                    <a:pt x="4490" y="899"/>
                  </a:lnTo>
                  <a:lnTo>
                    <a:pt x="6586" y="899"/>
                  </a:lnTo>
                  <a:lnTo>
                    <a:pt x="8681" y="599"/>
                  </a:lnTo>
                  <a:lnTo>
                    <a:pt x="9280" y="599"/>
                  </a:lnTo>
                  <a:lnTo>
                    <a:pt x="9430" y="450"/>
                  </a:lnTo>
                  <a:lnTo>
                    <a:pt x="9280" y="300"/>
                  </a:lnTo>
                  <a:lnTo>
                    <a:pt x="8681" y="150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0" name="Google Shape;3070;p84"/>
            <p:cNvSpPr/>
            <p:nvPr/>
          </p:nvSpPr>
          <p:spPr>
            <a:xfrm>
              <a:off x="3789400" y="3781750"/>
              <a:ext cx="235775" cy="26225"/>
            </a:xfrm>
            <a:custGeom>
              <a:rect b="b" l="l" r="r" t="t"/>
              <a:pathLst>
                <a:path extrusionOk="0" h="1049" w="9431">
                  <a:moveTo>
                    <a:pt x="3593" y="1"/>
                  </a:moveTo>
                  <a:lnTo>
                    <a:pt x="1947" y="150"/>
                  </a:lnTo>
                  <a:lnTo>
                    <a:pt x="150" y="150"/>
                  </a:lnTo>
                  <a:lnTo>
                    <a:pt x="1" y="300"/>
                  </a:lnTo>
                  <a:lnTo>
                    <a:pt x="1" y="45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2695" y="749"/>
                  </a:lnTo>
                  <a:lnTo>
                    <a:pt x="5090" y="899"/>
                  </a:lnTo>
                  <a:lnTo>
                    <a:pt x="6736" y="1048"/>
                  </a:lnTo>
                  <a:lnTo>
                    <a:pt x="8383" y="899"/>
                  </a:lnTo>
                  <a:lnTo>
                    <a:pt x="9131" y="749"/>
                  </a:lnTo>
                  <a:lnTo>
                    <a:pt x="9431" y="749"/>
                  </a:lnTo>
                  <a:lnTo>
                    <a:pt x="9431" y="599"/>
                  </a:lnTo>
                  <a:lnTo>
                    <a:pt x="9431" y="450"/>
                  </a:lnTo>
                  <a:lnTo>
                    <a:pt x="9281" y="300"/>
                  </a:lnTo>
                  <a:lnTo>
                    <a:pt x="8532" y="150"/>
                  </a:lnTo>
                  <a:lnTo>
                    <a:pt x="7185" y="150"/>
                  </a:lnTo>
                  <a:lnTo>
                    <a:pt x="5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1" name="Google Shape;3071;p84"/>
            <p:cNvSpPr/>
            <p:nvPr/>
          </p:nvSpPr>
          <p:spPr>
            <a:xfrm>
              <a:off x="3804375" y="3864075"/>
              <a:ext cx="205825" cy="22475"/>
            </a:xfrm>
            <a:custGeom>
              <a:rect b="b" l="l" r="r" t="t"/>
              <a:pathLst>
                <a:path extrusionOk="0" h="899" w="8233">
                  <a:moveTo>
                    <a:pt x="2096" y="1"/>
                  </a:moveTo>
                  <a:lnTo>
                    <a:pt x="150" y="150"/>
                  </a:lnTo>
                  <a:lnTo>
                    <a:pt x="0" y="150"/>
                  </a:lnTo>
                  <a:lnTo>
                    <a:pt x="0" y="300"/>
                  </a:lnTo>
                  <a:lnTo>
                    <a:pt x="0" y="599"/>
                  </a:lnTo>
                  <a:lnTo>
                    <a:pt x="150" y="599"/>
                  </a:lnTo>
                  <a:lnTo>
                    <a:pt x="2096" y="749"/>
                  </a:lnTo>
                  <a:lnTo>
                    <a:pt x="3892" y="899"/>
                  </a:lnTo>
                  <a:lnTo>
                    <a:pt x="7484" y="599"/>
                  </a:lnTo>
                  <a:lnTo>
                    <a:pt x="8083" y="599"/>
                  </a:lnTo>
                  <a:lnTo>
                    <a:pt x="8233" y="450"/>
                  </a:lnTo>
                  <a:lnTo>
                    <a:pt x="8083" y="300"/>
                  </a:lnTo>
                  <a:lnTo>
                    <a:pt x="7484" y="300"/>
                  </a:lnTo>
                  <a:lnTo>
                    <a:pt x="3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2" name="Google Shape;3072;p84"/>
            <p:cNvSpPr/>
            <p:nvPr/>
          </p:nvSpPr>
          <p:spPr>
            <a:xfrm>
              <a:off x="3751975" y="3938925"/>
              <a:ext cx="243275" cy="29950"/>
            </a:xfrm>
            <a:custGeom>
              <a:rect b="b" l="l" r="r" t="t"/>
              <a:pathLst>
                <a:path extrusionOk="0" h="1198" w="9731">
                  <a:moveTo>
                    <a:pt x="3743" y="0"/>
                  </a:moveTo>
                  <a:lnTo>
                    <a:pt x="1947" y="150"/>
                  </a:lnTo>
                  <a:lnTo>
                    <a:pt x="151" y="449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51" y="898"/>
                  </a:lnTo>
                  <a:lnTo>
                    <a:pt x="2246" y="1048"/>
                  </a:lnTo>
                  <a:lnTo>
                    <a:pt x="4641" y="1198"/>
                  </a:lnTo>
                  <a:lnTo>
                    <a:pt x="6886" y="1048"/>
                  </a:lnTo>
                  <a:lnTo>
                    <a:pt x="9131" y="898"/>
                  </a:lnTo>
                  <a:lnTo>
                    <a:pt x="9580" y="749"/>
                  </a:lnTo>
                  <a:lnTo>
                    <a:pt x="9730" y="599"/>
                  </a:lnTo>
                  <a:lnTo>
                    <a:pt x="9580" y="449"/>
                  </a:lnTo>
                  <a:lnTo>
                    <a:pt x="9131" y="299"/>
                  </a:lnTo>
                  <a:lnTo>
                    <a:pt x="7635" y="150"/>
                  </a:lnTo>
                  <a:lnTo>
                    <a:pt x="5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3" name="Google Shape;3073;p84"/>
            <p:cNvSpPr/>
            <p:nvPr/>
          </p:nvSpPr>
          <p:spPr>
            <a:xfrm>
              <a:off x="3789400" y="4021250"/>
              <a:ext cx="198350" cy="26200"/>
            </a:xfrm>
            <a:custGeom>
              <a:rect b="b" l="l" r="r" t="t"/>
              <a:pathLst>
                <a:path extrusionOk="0" h="1048" w="7934">
                  <a:moveTo>
                    <a:pt x="3743" y="0"/>
                  </a:moveTo>
                  <a:lnTo>
                    <a:pt x="1947" y="150"/>
                  </a:lnTo>
                  <a:lnTo>
                    <a:pt x="300" y="299"/>
                  </a:lnTo>
                  <a:lnTo>
                    <a:pt x="150" y="299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300" y="748"/>
                  </a:lnTo>
                  <a:lnTo>
                    <a:pt x="3743" y="1048"/>
                  </a:lnTo>
                  <a:lnTo>
                    <a:pt x="5389" y="1048"/>
                  </a:lnTo>
                  <a:lnTo>
                    <a:pt x="7185" y="748"/>
                  </a:lnTo>
                  <a:lnTo>
                    <a:pt x="7784" y="748"/>
                  </a:lnTo>
                  <a:lnTo>
                    <a:pt x="7934" y="599"/>
                  </a:lnTo>
                  <a:lnTo>
                    <a:pt x="7784" y="449"/>
                  </a:lnTo>
                  <a:lnTo>
                    <a:pt x="7185" y="299"/>
                  </a:lnTo>
                  <a:lnTo>
                    <a:pt x="5539" y="150"/>
                  </a:lnTo>
                  <a:lnTo>
                    <a:pt x="3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4" name="Google Shape;3074;p84"/>
            <p:cNvSpPr/>
            <p:nvPr/>
          </p:nvSpPr>
          <p:spPr>
            <a:xfrm>
              <a:off x="3800625" y="4182150"/>
              <a:ext cx="164675" cy="26200"/>
            </a:xfrm>
            <a:custGeom>
              <a:rect b="b" l="l" r="r" t="t"/>
              <a:pathLst>
                <a:path extrusionOk="0" h="1048" w="6587">
                  <a:moveTo>
                    <a:pt x="2994" y="0"/>
                  </a:moveTo>
                  <a:lnTo>
                    <a:pt x="1498" y="150"/>
                  </a:lnTo>
                  <a:lnTo>
                    <a:pt x="150" y="300"/>
                  </a:lnTo>
                  <a:lnTo>
                    <a:pt x="1" y="449"/>
                  </a:lnTo>
                  <a:lnTo>
                    <a:pt x="1" y="599"/>
                  </a:lnTo>
                  <a:lnTo>
                    <a:pt x="1" y="749"/>
                  </a:lnTo>
                  <a:lnTo>
                    <a:pt x="150" y="749"/>
                  </a:lnTo>
                  <a:lnTo>
                    <a:pt x="749" y="898"/>
                  </a:lnTo>
                  <a:lnTo>
                    <a:pt x="2096" y="1048"/>
                  </a:lnTo>
                  <a:lnTo>
                    <a:pt x="3294" y="1048"/>
                  </a:lnTo>
                  <a:lnTo>
                    <a:pt x="5838" y="749"/>
                  </a:lnTo>
                  <a:lnTo>
                    <a:pt x="6437" y="599"/>
                  </a:lnTo>
                  <a:lnTo>
                    <a:pt x="6587" y="599"/>
                  </a:lnTo>
                  <a:lnTo>
                    <a:pt x="6587" y="449"/>
                  </a:lnTo>
                  <a:lnTo>
                    <a:pt x="6587" y="300"/>
                  </a:lnTo>
                  <a:lnTo>
                    <a:pt x="6437" y="300"/>
                  </a:lnTo>
                  <a:lnTo>
                    <a:pt x="5838" y="150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84"/>
            <p:cNvSpPr/>
            <p:nvPr/>
          </p:nvSpPr>
          <p:spPr>
            <a:xfrm>
              <a:off x="3804375" y="4103550"/>
              <a:ext cx="172150" cy="22500"/>
            </a:xfrm>
            <a:custGeom>
              <a:rect b="b" l="l" r="r" t="t"/>
              <a:pathLst>
                <a:path extrusionOk="0" h="900" w="6886">
                  <a:moveTo>
                    <a:pt x="1647" y="1"/>
                  </a:moveTo>
                  <a:lnTo>
                    <a:pt x="150" y="151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600"/>
                  </a:lnTo>
                  <a:lnTo>
                    <a:pt x="150" y="749"/>
                  </a:lnTo>
                  <a:lnTo>
                    <a:pt x="1647" y="899"/>
                  </a:lnTo>
                  <a:lnTo>
                    <a:pt x="3144" y="899"/>
                  </a:lnTo>
                  <a:lnTo>
                    <a:pt x="6137" y="749"/>
                  </a:lnTo>
                  <a:lnTo>
                    <a:pt x="6736" y="600"/>
                  </a:lnTo>
                  <a:lnTo>
                    <a:pt x="6886" y="600"/>
                  </a:lnTo>
                  <a:lnTo>
                    <a:pt x="6886" y="450"/>
                  </a:lnTo>
                  <a:lnTo>
                    <a:pt x="6886" y="300"/>
                  </a:lnTo>
                  <a:lnTo>
                    <a:pt x="6736" y="300"/>
                  </a:lnTo>
                  <a:lnTo>
                    <a:pt x="6137" y="151"/>
                  </a:lnTo>
                  <a:lnTo>
                    <a:pt x="3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84"/>
            <p:cNvSpPr/>
            <p:nvPr/>
          </p:nvSpPr>
          <p:spPr>
            <a:xfrm>
              <a:off x="3804375" y="4264475"/>
              <a:ext cx="149700" cy="22475"/>
            </a:xfrm>
            <a:custGeom>
              <a:rect b="b" l="l" r="r" t="t"/>
              <a:pathLst>
                <a:path extrusionOk="0" h="899" w="5988">
                  <a:moveTo>
                    <a:pt x="1497" y="0"/>
                  </a:moveTo>
                  <a:lnTo>
                    <a:pt x="15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150" y="749"/>
                  </a:lnTo>
                  <a:lnTo>
                    <a:pt x="1497" y="898"/>
                  </a:lnTo>
                  <a:lnTo>
                    <a:pt x="3892" y="898"/>
                  </a:lnTo>
                  <a:lnTo>
                    <a:pt x="5239" y="749"/>
                  </a:lnTo>
                  <a:lnTo>
                    <a:pt x="5988" y="599"/>
                  </a:lnTo>
                  <a:lnTo>
                    <a:pt x="5988" y="449"/>
                  </a:lnTo>
                  <a:lnTo>
                    <a:pt x="5988" y="300"/>
                  </a:lnTo>
                  <a:lnTo>
                    <a:pt x="5239" y="150"/>
                  </a:lnTo>
                  <a:lnTo>
                    <a:pt x="4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7" name="Google Shape;3077;p84"/>
            <p:cNvSpPr/>
            <p:nvPr/>
          </p:nvSpPr>
          <p:spPr>
            <a:xfrm>
              <a:off x="3808125" y="4343050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2395" y="0"/>
                  </a:moveTo>
                  <a:lnTo>
                    <a:pt x="1198" y="150"/>
                  </a:lnTo>
                  <a:lnTo>
                    <a:pt x="150" y="30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0" y="749"/>
                  </a:lnTo>
                  <a:lnTo>
                    <a:pt x="150" y="749"/>
                  </a:lnTo>
                  <a:lnTo>
                    <a:pt x="300" y="898"/>
                  </a:lnTo>
                  <a:lnTo>
                    <a:pt x="1347" y="1048"/>
                  </a:lnTo>
                  <a:lnTo>
                    <a:pt x="2395" y="1048"/>
                  </a:lnTo>
                  <a:lnTo>
                    <a:pt x="3892" y="898"/>
                  </a:lnTo>
                  <a:lnTo>
                    <a:pt x="4640" y="749"/>
                  </a:lnTo>
                  <a:lnTo>
                    <a:pt x="5239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8" name="Google Shape;3078;p84"/>
            <p:cNvSpPr/>
            <p:nvPr/>
          </p:nvSpPr>
          <p:spPr>
            <a:xfrm>
              <a:off x="3789400" y="4425375"/>
              <a:ext cx="142225" cy="22475"/>
            </a:xfrm>
            <a:custGeom>
              <a:rect b="b" l="l" r="r" t="t"/>
              <a:pathLst>
                <a:path extrusionOk="0" h="899" w="5689">
                  <a:moveTo>
                    <a:pt x="1348" y="0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1" y="599"/>
                  </a:lnTo>
                  <a:lnTo>
                    <a:pt x="150" y="599"/>
                  </a:lnTo>
                  <a:lnTo>
                    <a:pt x="749" y="898"/>
                  </a:lnTo>
                  <a:lnTo>
                    <a:pt x="2695" y="898"/>
                  </a:lnTo>
                  <a:lnTo>
                    <a:pt x="4940" y="749"/>
                  </a:lnTo>
                  <a:lnTo>
                    <a:pt x="5539" y="599"/>
                  </a:lnTo>
                  <a:lnTo>
                    <a:pt x="5689" y="599"/>
                  </a:lnTo>
                  <a:lnTo>
                    <a:pt x="5689" y="449"/>
                  </a:lnTo>
                  <a:lnTo>
                    <a:pt x="5539" y="300"/>
                  </a:lnTo>
                  <a:lnTo>
                    <a:pt x="4940" y="150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p84"/>
            <p:cNvSpPr/>
            <p:nvPr/>
          </p:nvSpPr>
          <p:spPr>
            <a:xfrm>
              <a:off x="3785675" y="4507700"/>
              <a:ext cx="134725" cy="22475"/>
            </a:xfrm>
            <a:custGeom>
              <a:rect b="b" l="l" r="r" t="t"/>
              <a:pathLst>
                <a:path extrusionOk="0" h="899" w="5389">
                  <a:moveTo>
                    <a:pt x="1497" y="0"/>
                  </a:moveTo>
                  <a:lnTo>
                    <a:pt x="449" y="150"/>
                  </a:lnTo>
                  <a:lnTo>
                    <a:pt x="150" y="30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150" y="599"/>
                  </a:lnTo>
                  <a:lnTo>
                    <a:pt x="599" y="749"/>
                  </a:lnTo>
                  <a:lnTo>
                    <a:pt x="1198" y="898"/>
                  </a:lnTo>
                  <a:lnTo>
                    <a:pt x="2545" y="898"/>
                  </a:lnTo>
                  <a:lnTo>
                    <a:pt x="4640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389" y="300"/>
                  </a:lnTo>
                  <a:lnTo>
                    <a:pt x="5239" y="150"/>
                  </a:lnTo>
                  <a:lnTo>
                    <a:pt x="4640" y="15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0" name="Google Shape;3080;p84"/>
            <p:cNvSpPr/>
            <p:nvPr/>
          </p:nvSpPr>
          <p:spPr>
            <a:xfrm>
              <a:off x="3781925" y="4586275"/>
              <a:ext cx="134725" cy="26225"/>
            </a:xfrm>
            <a:custGeom>
              <a:rect b="b" l="l" r="r" t="t"/>
              <a:pathLst>
                <a:path extrusionOk="0" h="1049" w="5389">
                  <a:moveTo>
                    <a:pt x="1348" y="1"/>
                  </a:moveTo>
                  <a:lnTo>
                    <a:pt x="74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0" y="599"/>
                  </a:lnTo>
                  <a:lnTo>
                    <a:pt x="150" y="749"/>
                  </a:lnTo>
                  <a:lnTo>
                    <a:pt x="1048" y="1048"/>
                  </a:lnTo>
                  <a:lnTo>
                    <a:pt x="3293" y="1048"/>
                  </a:lnTo>
                  <a:lnTo>
                    <a:pt x="4341" y="899"/>
                  </a:lnTo>
                  <a:lnTo>
                    <a:pt x="5089" y="749"/>
                  </a:lnTo>
                  <a:lnTo>
                    <a:pt x="5239" y="749"/>
                  </a:lnTo>
                  <a:lnTo>
                    <a:pt x="5389" y="599"/>
                  </a:lnTo>
                  <a:lnTo>
                    <a:pt x="5389" y="450"/>
                  </a:lnTo>
                  <a:lnTo>
                    <a:pt x="5239" y="300"/>
                  </a:lnTo>
                  <a:lnTo>
                    <a:pt x="5089" y="300"/>
                  </a:lnTo>
                  <a:lnTo>
                    <a:pt x="4341" y="150"/>
                  </a:lnTo>
                  <a:lnTo>
                    <a:pt x="35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1" name="Google Shape;3081;p84"/>
            <p:cNvSpPr/>
            <p:nvPr/>
          </p:nvSpPr>
          <p:spPr>
            <a:xfrm>
              <a:off x="3766950" y="4668600"/>
              <a:ext cx="134750" cy="26225"/>
            </a:xfrm>
            <a:custGeom>
              <a:rect b="b" l="l" r="r" t="t"/>
              <a:pathLst>
                <a:path extrusionOk="0" h="1049" w="5390">
                  <a:moveTo>
                    <a:pt x="1198" y="0"/>
                  </a:moveTo>
                  <a:lnTo>
                    <a:pt x="150" y="300"/>
                  </a:lnTo>
                  <a:lnTo>
                    <a:pt x="1" y="449"/>
                  </a:lnTo>
                  <a:lnTo>
                    <a:pt x="150" y="599"/>
                  </a:lnTo>
                  <a:lnTo>
                    <a:pt x="1198" y="899"/>
                  </a:lnTo>
                  <a:lnTo>
                    <a:pt x="2246" y="1048"/>
                  </a:lnTo>
                  <a:lnTo>
                    <a:pt x="3294" y="899"/>
                  </a:lnTo>
                  <a:lnTo>
                    <a:pt x="4491" y="749"/>
                  </a:lnTo>
                  <a:lnTo>
                    <a:pt x="5239" y="599"/>
                  </a:lnTo>
                  <a:lnTo>
                    <a:pt x="5389" y="449"/>
                  </a:lnTo>
                  <a:lnTo>
                    <a:pt x="5239" y="300"/>
                  </a:lnTo>
                  <a:lnTo>
                    <a:pt x="4491" y="150"/>
                  </a:ln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p84"/>
            <p:cNvSpPr/>
            <p:nvPr/>
          </p:nvSpPr>
          <p:spPr>
            <a:xfrm>
              <a:off x="3781925" y="4750925"/>
              <a:ext cx="108550" cy="18725"/>
            </a:xfrm>
            <a:custGeom>
              <a:rect b="b" l="l" r="r" t="t"/>
              <a:pathLst>
                <a:path extrusionOk="0" h="749" w="4342">
                  <a:moveTo>
                    <a:pt x="599" y="0"/>
                  </a:moveTo>
                  <a:lnTo>
                    <a:pt x="0" y="150"/>
                  </a:lnTo>
                  <a:lnTo>
                    <a:pt x="0" y="449"/>
                  </a:lnTo>
                  <a:lnTo>
                    <a:pt x="0" y="599"/>
                  </a:lnTo>
                  <a:lnTo>
                    <a:pt x="599" y="749"/>
                  </a:lnTo>
                  <a:lnTo>
                    <a:pt x="3443" y="749"/>
                  </a:lnTo>
                  <a:lnTo>
                    <a:pt x="4191" y="449"/>
                  </a:lnTo>
                  <a:lnTo>
                    <a:pt x="4341" y="449"/>
                  </a:lnTo>
                  <a:lnTo>
                    <a:pt x="4191" y="300"/>
                  </a:lnTo>
                  <a:lnTo>
                    <a:pt x="4191" y="150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p84"/>
            <p:cNvSpPr/>
            <p:nvPr/>
          </p:nvSpPr>
          <p:spPr>
            <a:xfrm>
              <a:off x="3796900" y="4829500"/>
              <a:ext cx="82350" cy="22475"/>
            </a:xfrm>
            <a:custGeom>
              <a:rect b="b" l="l" r="r" t="t"/>
              <a:pathLst>
                <a:path extrusionOk="0" h="899" w="3294">
                  <a:moveTo>
                    <a:pt x="749" y="1"/>
                  </a:moveTo>
                  <a:lnTo>
                    <a:pt x="299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299" y="749"/>
                  </a:lnTo>
                  <a:lnTo>
                    <a:pt x="749" y="899"/>
                  </a:lnTo>
                  <a:lnTo>
                    <a:pt x="1347" y="899"/>
                  </a:lnTo>
                  <a:lnTo>
                    <a:pt x="2395" y="749"/>
                  </a:lnTo>
                  <a:lnTo>
                    <a:pt x="3143" y="599"/>
                  </a:lnTo>
                  <a:lnTo>
                    <a:pt x="3293" y="450"/>
                  </a:lnTo>
                  <a:lnTo>
                    <a:pt x="3143" y="300"/>
                  </a:lnTo>
                  <a:lnTo>
                    <a:pt x="2545" y="15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p84"/>
            <p:cNvSpPr/>
            <p:nvPr/>
          </p:nvSpPr>
          <p:spPr>
            <a:xfrm>
              <a:off x="3804375" y="4911825"/>
              <a:ext cx="71125" cy="18725"/>
            </a:xfrm>
            <a:custGeom>
              <a:rect b="b" l="l" r="r" t="t"/>
              <a:pathLst>
                <a:path extrusionOk="0" h="749" w="2845">
                  <a:moveTo>
                    <a:pt x="899" y="1"/>
                  </a:moveTo>
                  <a:lnTo>
                    <a:pt x="150" y="150"/>
                  </a:lnTo>
                  <a:lnTo>
                    <a:pt x="150" y="300"/>
                  </a:lnTo>
                  <a:lnTo>
                    <a:pt x="0" y="450"/>
                  </a:lnTo>
                  <a:lnTo>
                    <a:pt x="150" y="599"/>
                  </a:lnTo>
                  <a:lnTo>
                    <a:pt x="899" y="749"/>
                  </a:lnTo>
                  <a:lnTo>
                    <a:pt x="1647" y="749"/>
                  </a:lnTo>
                  <a:lnTo>
                    <a:pt x="2395" y="599"/>
                  </a:lnTo>
                  <a:lnTo>
                    <a:pt x="2695" y="599"/>
                  </a:lnTo>
                  <a:lnTo>
                    <a:pt x="2844" y="450"/>
                  </a:lnTo>
                  <a:lnTo>
                    <a:pt x="2695" y="150"/>
                  </a:lnTo>
                  <a:lnTo>
                    <a:pt x="2395" y="150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84"/>
            <p:cNvSpPr/>
            <p:nvPr/>
          </p:nvSpPr>
          <p:spPr>
            <a:xfrm>
              <a:off x="3793150" y="4990400"/>
              <a:ext cx="67375" cy="22475"/>
            </a:xfrm>
            <a:custGeom>
              <a:rect b="b" l="l" r="r" t="t"/>
              <a:pathLst>
                <a:path extrusionOk="0" h="899" w="2695">
                  <a:moveTo>
                    <a:pt x="1048" y="1"/>
                  </a:moveTo>
                  <a:lnTo>
                    <a:pt x="449" y="150"/>
                  </a:lnTo>
                  <a:lnTo>
                    <a:pt x="0" y="300"/>
                  </a:lnTo>
                  <a:lnTo>
                    <a:pt x="0" y="450"/>
                  </a:lnTo>
                  <a:lnTo>
                    <a:pt x="0" y="749"/>
                  </a:lnTo>
                  <a:lnTo>
                    <a:pt x="300" y="899"/>
                  </a:lnTo>
                  <a:lnTo>
                    <a:pt x="1647" y="899"/>
                  </a:lnTo>
                  <a:lnTo>
                    <a:pt x="2395" y="749"/>
                  </a:lnTo>
                  <a:lnTo>
                    <a:pt x="2545" y="600"/>
                  </a:lnTo>
                  <a:lnTo>
                    <a:pt x="2695" y="450"/>
                  </a:lnTo>
                  <a:lnTo>
                    <a:pt x="2545" y="300"/>
                  </a:lnTo>
                  <a:lnTo>
                    <a:pt x="2395" y="300"/>
                  </a:lnTo>
                  <a:lnTo>
                    <a:pt x="1797" y="150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p84"/>
            <p:cNvSpPr/>
            <p:nvPr/>
          </p:nvSpPr>
          <p:spPr>
            <a:xfrm>
              <a:off x="3793150" y="5076475"/>
              <a:ext cx="59900" cy="15000"/>
            </a:xfrm>
            <a:custGeom>
              <a:rect b="b" l="l" r="r" t="t"/>
              <a:pathLst>
                <a:path extrusionOk="0" h="600" w="2396">
                  <a:moveTo>
                    <a:pt x="150" y="0"/>
                  </a:moveTo>
                  <a:lnTo>
                    <a:pt x="150" y="150"/>
                  </a:lnTo>
                  <a:lnTo>
                    <a:pt x="0" y="300"/>
                  </a:lnTo>
                  <a:lnTo>
                    <a:pt x="0" y="449"/>
                  </a:lnTo>
                  <a:lnTo>
                    <a:pt x="300" y="449"/>
                  </a:lnTo>
                  <a:lnTo>
                    <a:pt x="1048" y="599"/>
                  </a:lnTo>
                  <a:lnTo>
                    <a:pt x="1946" y="599"/>
                  </a:lnTo>
                  <a:lnTo>
                    <a:pt x="2395" y="449"/>
                  </a:lnTo>
                  <a:lnTo>
                    <a:pt x="2395" y="300"/>
                  </a:lnTo>
                  <a:lnTo>
                    <a:pt x="2395" y="150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7" name="Google Shape;3087;p84"/>
            <p:cNvSpPr/>
            <p:nvPr/>
          </p:nvSpPr>
          <p:spPr>
            <a:xfrm>
              <a:off x="1192500" y="238125"/>
              <a:ext cx="5235000" cy="5238750"/>
            </a:xfrm>
            <a:custGeom>
              <a:rect b="b" l="l" r="r" t="t"/>
              <a:pathLst>
                <a:path extrusionOk="0" h="209550" w="209400">
                  <a:moveTo>
                    <a:pt x="100135" y="23200"/>
                  </a:moveTo>
                  <a:lnTo>
                    <a:pt x="98638" y="34276"/>
                  </a:lnTo>
                  <a:lnTo>
                    <a:pt x="94597" y="34725"/>
                  </a:lnTo>
                  <a:lnTo>
                    <a:pt x="90555" y="35324"/>
                  </a:lnTo>
                  <a:lnTo>
                    <a:pt x="90555" y="35324"/>
                  </a:lnTo>
                  <a:lnTo>
                    <a:pt x="90705" y="24248"/>
                  </a:lnTo>
                  <a:lnTo>
                    <a:pt x="95345" y="23649"/>
                  </a:lnTo>
                  <a:lnTo>
                    <a:pt x="100135" y="23200"/>
                  </a:lnTo>
                  <a:close/>
                  <a:moveTo>
                    <a:pt x="108517" y="23200"/>
                  </a:moveTo>
                  <a:lnTo>
                    <a:pt x="113606" y="23500"/>
                  </a:lnTo>
                  <a:lnTo>
                    <a:pt x="118845" y="24248"/>
                  </a:lnTo>
                  <a:lnTo>
                    <a:pt x="118845" y="35324"/>
                  </a:lnTo>
                  <a:lnTo>
                    <a:pt x="114504" y="34576"/>
                  </a:lnTo>
                  <a:lnTo>
                    <a:pt x="110163" y="34127"/>
                  </a:lnTo>
                  <a:lnTo>
                    <a:pt x="108517" y="23200"/>
                  </a:lnTo>
                  <a:close/>
                  <a:moveTo>
                    <a:pt x="89657" y="24398"/>
                  </a:moveTo>
                  <a:lnTo>
                    <a:pt x="89657" y="24547"/>
                  </a:lnTo>
                  <a:lnTo>
                    <a:pt x="88310" y="24996"/>
                  </a:lnTo>
                  <a:lnTo>
                    <a:pt x="87262" y="25146"/>
                  </a:lnTo>
                  <a:lnTo>
                    <a:pt x="86215" y="25595"/>
                  </a:lnTo>
                  <a:lnTo>
                    <a:pt x="86215" y="25745"/>
                  </a:lnTo>
                  <a:lnTo>
                    <a:pt x="88011" y="25296"/>
                  </a:lnTo>
                  <a:lnTo>
                    <a:pt x="88909" y="25146"/>
                  </a:lnTo>
                  <a:lnTo>
                    <a:pt x="89657" y="24996"/>
                  </a:lnTo>
                  <a:lnTo>
                    <a:pt x="89657" y="25745"/>
                  </a:lnTo>
                  <a:lnTo>
                    <a:pt x="88310" y="26194"/>
                  </a:lnTo>
                  <a:lnTo>
                    <a:pt x="87412" y="26493"/>
                  </a:lnTo>
                  <a:lnTo>
                    <a:pt x="86514" y="26792"/>
                  </a:lnTo>
                  <a:lnTo>
                    <a:pt x="86364" y="26942"/>
                  </a:lnTo>
                  <a:lnTo>
                    <a:pt x="86514" y="26942"/>
                  </a:lnTo>
                  <a:lnTo>
                    <a:pt x="88460" y="26493"/>
                  </a:lnTo>
                  <a:lnTo>
                    <a:pt x="89657" y="26194"/>
                  </a:lnTo>
                  <a:lnTo>
                    <a:pt x="89657" y="27092"/>
                  </a:lnTo>
                  <a:lnTo>
                    <a:pt x="88310" y="27541"/>
                  </a:lnTo>
                  <a:lnTo>
                    <a:pt x="87412" y="27691"/>
                  </a:lnTo>
                  <a:lnTo>
                    <a:pt x="86514" y="28140"/>
                  </a:lnTo>
                  <a:lnTo>
                    <a:pt x="86514" y="28289"/>
                  </a:lnTo>
                  <a:lnTo>
                    <a:pt x="87412" y="27990"/>
                  </a:lnTo>
                  <a:lnTo>
                    <a:pt x="88310" y="27840"/>
                  </a:lnTo>
                  <a:lnTo>
                    <a:pt x="89657" y="27391"/>
                  </a:lnTo>
                  <a:lnTo>
                    <a:pt x="89657" y="28289"/>
                  </a:lnTo>
                  <a:lnTo>
                    <a:pt x="88310" y="28589"/>
                  </a:lnTo>
                  <a:lnTo>
                    <a:pt x="87562" y="28888"/>
                  </a:lnTo>
                  <a:lnTo>
                    <a:pt x="86963" y="29187"/>
                  </a:lnTo>
                  <a:lnTo>
                    <a:pt x="86963" y="29337"/>
                  </a:lnTo>
                  <a:lnTo>
                    <a:pt x="87113" y="29337"/>
                  </a:lnTo>
                  <a:lnTo>
                    <a:pt x="88759" y="28738"/>
                  </a:lnTo>
                  <a:lnTo>
                    <a:pt x="89657" y="28589"/>
                  </a:lnTo>
                  <a:lnTo>
                    <a:pt x="89657" y="29786"/>
                  </a:lnTo>
                  <a:lnTo>
                    <a:pt x="88610" y="30085"/>
                  </a:lnTo>
                  <a:lnTo>
                    <a:pt x="87712" y="30385"/>
                  </a:lnTo>
                  <a:lnTo>
                    <a:pt x="86963" y="30684"/>
                  </a:lnTo>
                  <a:lnTo>
                    <a:pt x="86963" y="30834"/>
                  </a:lnTo>
                  <a:lnTo>
                    <a:pt x="87861" y="30534"/>
                  </a:lnTo>
                  <a:lnTo>
                    <a:pt x="88610" y="30385"/>
                  </a:lnTo>
                  <a:lnTo>
                    <a:pt x="89657" y="30085"/>
                  </a:lnTo>
                  <a:lnTo>
                    <a:pt x="89657" y="30983"/>
                  </a:lnTo>
                  <a:lnTo>
                    <a:pt x="88759" y="31133"/>
                  </a:lnTo>
                  <a:lnTo>
                    <a:pt x="88011" y="31433"/>
                  </a:lnTo>
                  <a:lnTo>
                    <a:pt x="87262" y="31732"/>
                  </a:lnTo>
                  <a:lnTo>
                    <a:pt x="87262" y="31882"/>
                  </a:lnTo>
                  <a:lnTo>
                    <a:pt x="89208" y="31283"/>
                  </a:lnTo>
                  <a:lnTo>
                    <a:pt x="89657" y="31283"/>
                  </a:lnTo>
                  <a:lnTo>
                    <a:pt x="89657" y="32031"/>
                  </a:lnTo>
                  <a:lnTo>
                    <a:pt x="89059" y="32181"/>
                  </a:lnTo>
                  <a:lnTo>
                    <a:pt x="87562" y="32780"/>
                  </a:lnTo>
                  <a:lnTo>
                    <a:pt x="87562" y="32929"/>
                  </a:lnTo>
                  <a:lnTo>
                    <a:pt x="87712" y="32929"/>
                  </a:lnTo>
                  <a:lnTo>
                    <a:pt x="89059" y="32480"/>
                  </a:lnTo>
                  <a:lnTo>
                    <a:pt x="89657" y="32331"/>
                  </a:lnTo>
                  <a:lnTo>
                    <a:pt x="89657" y="32331"/>
                  </a:lnTo>
                  <a:lnTo>
                    <a:pt x="89508" y="33229"/>
                  </a:lnTo>
                  <a:lnTo>
                    <a:pt x="88759" y="33378"/>
                  </a:lnTo>
                  <a:lnTo>
                    <a:pt x="87861" y="33678"/>
                  </a:lnTo>
                  <a:lnTo>
                    <a:pt x="87861" y="33827"/>
                  </a:lnTo>
                  <a:lnTo>
                    <a:pt x="88759" y="33678"/>
                  </a:lnTo>
                  <a:lnTo>
                    <a:pt x="89508" y="33378"/>
                  </a:lnTo>
                  <a:lnTo>
                    <a:pt x="89508" y="34276"/>
                  </a:lnTo>
                  <a:lnTo>
                    <a:pt x="89208" y="34276"/>
                  </a:lnTo>
                  <a:lnTo>
                    <a:pt x="88759" y="34576"/>
                  </a:lnTo>
                  <a:lnTo>
                    <a:pt x="88161" y="34725"/>
                  </a:lnTo>
                  <a:lnTo>
                    <a:pt x="88161" y="34875"/>
                  </a:lnTo>
                  <a:lnTo>
                    <a:pt x="89358" y="34576"/>
                  </a:lnTo>
                  <a:lnTo>
                    <a:pt x="89508" y="34426"/>
                  </a:lnTo>
                  <a:lnTo>
                    <a:pt x="89508" y="35174"/>
                  </a:lnTo>
                  <a:lnTo>
                    <a:pt x="88310" y="35773"/>
                  </a:lnTo>
                  <a:lnTo>
                    <a:pt x="88310" y="35923"/>
                  </a:lnTo>
                  <a:lnTo>
                    <a:pt x="88460" y="35923"/>
                  </a:lnTo>
                  <a:lnTo>
                    <a:pt x="89059" y="35624"/>
                  </a:lnTo>
                  <a:lnTo>
                    <a:pt x="89508" y="35474"/>
                  </a:lnTo>
                  <a:lnTo>
                    <a:pt x="89508" y="35624"/>
                  </a:lnTo>
                  <a:lnTo>
                    <a:pt x="89508" y="36222"/>
                  </a:lnTo>
                  <a:lnTo>
                    <a:pt x="89358" y="36222"/>
                  </a:lnTo>
                  <a:lnTo>
                    <a:pt x="88909" y="36522"/>
                  </a:lnTo>
                  <a:lnTo>
                    <a:pt x="88460" y="36821"/>
                  </a:lnTo>
                  <a:lnTo>
                    <a:pt x="88610" y="36821"/>
                  </a:lnTo>
                  <a:lnTo>
                    <a:pt x="88909" y="36671"/>
                  </a:lnTo>
                  <a:lnTo>
                    <a:pt x="89358" y="36522"/>
                  </a:lnTo>
                  <a:lnTo>
                    <a:pt x="89508" y="36522"/>
                  </a:lnTo>
                  <a:lnTo>
                    <a:pt x="89508" y="37120"/>
                  </a:lnTo>
                  <a:lnTo>
                    <a:pt x="89508" y="37270"/>
                  </a:lnTo>
                  <a:lnTo>
                    <a:pt x="88909" y="37569"/>
                  </a:lnTo>
                  <a:lnTo>
                    <a:pt x="88909" y="37719"/>
                  </a:lnTo>
                  <a:lnTo>
                    <a:pt x="89508" y="37420"/>
                  </a:lnTo>
                  <a:lnTo>
                    <a:pt x="89508" y="38318"/>
                  </a:lnTo>
                  <a:lnTo>
                    <a:pt x="88909" y="38617"/>
                  </a:lnTo>
                  <a:lnTo>
                    <a:pt x="88011" y="36971"/>
                  </a:lnTo>
                  <a:lnTo>
                    <a:pt x="87412" y="36073"/>
                  </a:lnTo>
                  <a:lnTo>
                    <a:pt x="82024" y="26343"/>
                  </a:lnTo>
                  <a:lnTo>
                    <a:pt x="85766" y="25296"/>
                  </a:lnTo>
                  <a:lnTo>
                    <a:pt x="89657" y="24398"/>
                  </a:lnTo>
                  <a:close/>
                  <a:moveTo>
                    <a:pt x="119743" y="24398"/>
                  </a:moveTo>
                  <a:lnTo>
                    <a:pt x="123634" y="25296"/>
                  </a:lnTo>
                  <a:lnTo>
                    <a:pt x="127526" y="26343"/>
                  </a:lnTo>
                  <a:lnTo>
                    <a:pt x="121988" y="36073"/>
                  </a:lnTo>
                  <a:lnTo>
                    <a:pt x="121389" y="36971"/>
                  </a:lnTo>
                  <a:lnTo>
                    <a:pt x="120491" y="38617"/>
                  </a:lnTo>
                  <a:lnTo>
                    <a:pt x="120042" y="38318"/>
                  </a:lnTo>
                  <a:lnTo>
                    <a:pt x="119892" y="38318"/>
                  </a:lnTo>
                  <a:lnTo>
                    <a:pt x="119892" y="37420"/>
                  </a:lnTo>
                  <a:lnTo>
                    <a:pt x="120491" y="37719"/>
                  </a:lnTo>
                  <a:lnTo>
                    <a:pt x="120641" y="37569"/>
                  </a:lnTo>
                  <a:lnTo>
                    <a:pt x="119892" y="37270"/>
                  </a:lnTo>
                  <a:lnTo>
                    <a:pt x="119892" y="37120"/>
                  </a:lnTo>
                  <a:lnTo>
                    <a:pt x="119892" y="36671"/>
                  </a:lnTo>
                  <a:lnTo>
                    <a:pt x="119892" y="36522"/>
                  </a:lnTo>
                  <a:lnTo>
                    <a:pt x="120042" y="36522"/>
                  </a:lnTo>
                  <a:lnTo>
                    <a:pt x="120491" y="36821"/>
                  </a:lnTo>
                  <a:lnTo>
                    <a:pt x="120940" y="36821"/>
                  </a:lnTo>
                  <a:lnTo>
                    <a:pt x="120491" y="36522"/>
                  </a:lnTo>
                  <a:lnTo>
                    <a:pt x="120042" y="36222"/>
                  </a:lnTo>
                  <a:lnTo>
                    <a:pt x="119892" y="36222"/>
                  </a:lnTo>
                  <a:lnTo>
                    <a:pt x="119892" y="35624"/>
                  </a:lnTo>
                  <a:lnTo>
                    <a:pt x="119892" y="35474"/>
                  </a:lnTo>
                  <a:lnTo>
                    <a:pt x="120491" y="35773"/>
                  </a:lnTo>
                  <a:lnTo>
                    <a:pt x="120940" y="35923"/>
                  </a:lnTo>
                  <a:lnTo>
                    <a:pt x="121090" y="35923"/>
                  </a:lnTo>
                  <a:lnTo>
                    <a:pt x="121090" y="35773"/>
                  </a:lnTo>
                  <a:lnTo>
                    <a:pt x="119892" y="35174"/>
                  </a:lnTo>
                  <a:lnTo>
                    <a:pt x="119892" y="34426"/>
                  </a:lnTo>
                  <a:lnTo>
                    <a:pt x="120042" y="34576"/>
                  </a:lnTo>
                  <a:lnTo>
                    <a:pt x="121239" y="34875"/>
                  </a:lnTo>
                  <a:lnTo>
                    <a:pt x="121239" y="34725"/>
                  </a:lnTo>
                  <a:lnTo>
                    <a:pt x="120790" y="34576"/>
                  </a:lnTo>
                  <a:lnTo>
                    <a:pt x="120192" y="34276"/>
                  </a:lnTo>
                  <a:lnTo>
                    <a:pt x="119892" y="34276"/>
                  </a:lnTo>
                  <a:lnTo>
                    <a:pt x="119892" y="33378"/>
                  </a:lnTo>
                  <a:lnTo>
                    <a:pt x="120641" y="33678"/>
                  </a:lnTo>
                  <a:lnTo>
                    <a:pt x="121539" y="33827"/>
                  </a:lnTo>
                  <a:lnTo>
                    <a:pt x="121539" y="33678"/>
                  </a:lnTo>
                  <a:lnTo>
                    <a:pt x="120790" y="33378"/>
                  </a:lnTo>
                  <a:lnTo>
                    <a:pt x="119892" y="33229"/>
                  </a:lnTo>
                  <a:lnTo>
                    <a:pt x="119892" y="32331"/>
                  </a:lnTo>
                  <a:lnTo>
                    <a:pt x="120491" y="32480"/>
                  </a:lnTo>
                  <a:lnTo>
                    <a:pt x="121838" y="32929"/>
                  </a:lnTo>
                  <a:lnTo>
                    <a:pt x="121838" y="32780"/>
                  </a:lnTo>
                  <a:lnTo>
                    <a:pt x="120341" y="32181"/>
                  </a:lnTo>
                  <a:lnTo>
                    <a:pt x="119892" y="32031"/>
                  </a:lnTo>
                  <a:lnTo>
                    <a:pt x="119892" y="31283"/>
                  </a:lnTo>
                  <a:lnTo>
                    <a:pt x="120192" y="31283"/>
                  </a:lnTo>
                  <a:lnTo>
                    <a:pt x="122138" y="31882"/>
                  </a:lnTo>
                  <a:lnTo>
                    <a:pt x="122138" y="31732"/>
                  </a:lnTo>
                  <a:lnTo>
                    <a:pt x="121539" y="31433"/>
                  </a:lnTo>
                  <a:lnTo>
                    <a:pt x="120641" y="31133"/>
                  </a:lnTo>
                  <a:lnTo>
                    <a:pt x="119892" y="30983"/>
                  </a:lnTo>
                  <a:lnTo>
                    <a:pt x="119892" y="30085"/>
                  </a:lnTo>
                  <a:lnTo>
                    <a:pt x="120790" y="30385"/>
                  </a:lnTo>
                  <a:lnTo>
                    <a:pt x="121688" y="30534"/>
                  </a:lnTo>
                  <a:lnTo>
                    <a:pt x="122437" y="30834"/>
                  </a:lnTo>
                  <a:lnTo>
                    <a:pt x="122437" y="30684"/>
                  </a:lnTo>
                  <a:lnTo>
                    <a:pt x="121688" y="30385"/>
                  </a:lnTo>
                  <a:lnTo>
                    <a:pt x="120940" y="30085"/>
                  </a:lnTo>
                  <a:lnTo>
                    <a:pt x="119892" y="29786"/>
                  </a:lnTo>
                  <a:lnTo>
                    <a:pt x="119743" y="28589"/>
                  </a:lnTo>
                  <a:lnTo>
                    <a:pt x="120790" y="28738"/>
                  </a:lnTo>
                  <a:lnTo>
                    <a:pt x="122437" y="29337"/>
                  </a:lnTo>
                  <a:lnTo>
                    <a:pt x="122437" y="29187"/>
                  </a:lnTo>
                  <a:lnTo>
                    <a:pt x="121838" y="28888"/>
                  </a:lnTo>
                  <a:lnTo>
                    <a:pt x="121239" y="28589"/>
                  </a:lnTo>
                  <a:lnTo>
                    <a:pt x="119743" y="28289"/>
                  </a:lnTo>
                  <a:lnTo>
                    <a:pt x="119743" y="27391"/>
                  </a:lnTo>
                  <a:lnTo>
                    <a:pt x="121090" y="27840"/>
                  </a:lnTo>
                  <a:lnTo>
                    <a:pt x="121988" y="27990"/>
                  </a:lnTo>
                  <a:lnTo>
                    <a:pt x="122886" y="28289"/>
                  </a:lnTo>
                  <a:lnTo>
                    <a:pt x="122886" y="28140"/>
                  </a:lnTo>
                  <a:lnTo>
                    <a:pt x="121988" y="27691"/>
                  </a:lnTo>
                  <a:lnTo>
                    <a:pt x="121090" y="27541"/>
                  </a:lnTo>
                  <a:lnTo>
                    <a:pt x="119743" y="27092"/>
                  </a:lnTo>
                  <a:lnTo>
                    <a:pt x="119743" y="26194"/>
                  </a:lnTo>
                  <a:lnTo>
                    <a:pt x="120940" y="26493"/>
                  </a:lnTo>
                  <a:lnTo>
                    <a:pt x="122886" y="26942"/>
                  </a:lnTo>
                  <a:lnTo>
                    <a:pt x="123036" y="26942"/>
                  </a:lnTo>
                  <a:lnTo>
                    <a:pt x="123036" y="26792"/>
                  </a:lnTo>
                  <a:lnTo>
                    <a:pt x="122138" y="26493"/>
                  </a:lnTo>
                  <a:lnTo>
                    <a:pt x="121239" y="26194"/>
                  </a:lnTo>
                  <a:lnTo>
                    <a:pt x="119743" y="25745"/>
                  </a:lnTo>
                  <a:lnTo>
                    <a:pt x="119743" y="24996"/>
                  </a:lnTo>
                  <a:lnTo>
                    <a:pt x="120641" y="25146"/>
                  </a:lnTo>
                  <a:lnTo>
                    <a:pt x="121539" y="25296"/>
                  </a:lnTo>
                  <a:lnTo>
                    <a:pt x="123185" y="25745"/>
                  </a:lnTo>
                  <a:lnTo>
                    <a:pt x="123335" y="25595"/>
                  </a:lnTo>
                  <a:lnTo>
                    <a:pt x="123185" y="25595"/>
                  </a:lnTo>
                  <a:lnTo>
                    <a:pt x="122287" y="25146"/>
                  </a:lnTo>
                  <a:lnTo>
                    <a:pt x="121090" y="24996"/>
                  </a:lnTo>
                  <a:lnTo>
                    <a:pt x="119743" y="24547"/>
                  </a:lnTo>
                  <a:lnTo>
                    <a:pt x="119743" y="24398"/>
                  </a:lnTo>
                  <a:close/>
                  <a:moveTo>
                    <a:pt x="89508" y="38467"/>
                  </a:moveTo>
                  <a:lnTo>
                    <a:pt x="89508" y="39665"/>
                  </a:lnTo>
                  <a:lnTo>
                    <a:pt x="89059" y="38767"/>
                  </a:lnTo>
                  <a:lnTo>
                    <a:pt x="89508" y="38467"/>
                  </a:lnTo>
                  <a:close/>
                  <a:moveTo>
                    <a:pt x="119892" y="38467"/>
                  </a:moveTo>
                  <a:lnTo>
                    <a:pt x="120491" y="38767"/>
                  </a:lnTo>
                  <a:lnTo>
                    <a:pt x="119892" y="39665"/>
                  </a:lnTo>
                  <a:lnTo>
                    <a:pt x="119892" y="38467"/>
                  </a:lnTo>
                  <a:close/>
                  <a:moveTo>
                    <a:pt x="80976" y="26643"/>
                  </a:moveTo>
                  <a:lnTo>
                    <a:pt x="86514" y="36372"/>
                  </a:lnTo>
                  <a:lnTo>
                    <a:pt x="81874" y="37719"/>
                  </a:lnTo>
                  <a:lnTo>
                    <a:pt x="77384" y="39515"/>
                  </a:lnTo>
                  <a:lnTo>
                    <a:pt x="73043" y="41461"/>
                  </a:lnTo>
                  <a:lnTo>
                    <a:pt x="68702" y="43706"/>
                  </a:lnTo>
                  <a:lnTo>
                    <a:pt x="65260" y="33229"/>
                  </a:lnTo>
                  <a:lnTo>
                    <a:pt x="69002" y="31283"/>
                  </a:lnTo>
                  <a:lnTo>
                    <a:pt x="72893" y="29487"/>
                  </a:lnTo>
                  <a:lnTo>
                    <a:pt x="76935" y="27990"/>
                  </a:lnTo>
                  <a:lnTo>
                    <a:pt x="80976" y="26643"/>
                  </a:lnTo>
                  <a:close/>
                  <a:moveTo>
                    <a:pt x="128424" y="26643"/>
                  </a:moveTo>
                  <a:lnTo>
                    <a:pt x="132465" y="27990"/>
                  </a:lnTo>
                  <a:lnTo>
                    <a:pt x="136507" y="29487"/>
                  </a:lnTo>
                  <a:lnTo>
                    <a:pt x="140398" y="31283"/>
                  </a:lnTo>
                  <a:lnTo>
                    <a:pt x="144140" y="33229"/>
                  </a:lnTo>
                  <a:lnTo>
                    <a:pt x="140698" y="43706"/>
                  </a:lnTo>
                  <a:lnTo>
                    <a:pt x="136507" y="41461"/>
                  </a:lnTo>
                  <a:lnTo>
                    <a:pt x="132166" y="39515"/>
                  </a:lnTo>
                  <a:lnTo>
                    <a:pt x="127526" y="37719"/>
                  </a:lnTo>
                  <a:lnTo>
                    <a:pt x="122886" y="36372"/>
                  </a:lnTo>
                  <a:lnTo>
                    <a:pt x="128424" y="26643"/>
                  </a:lnTo>
                  <a:close/>
                  <a:moveTo>
                    <a:pt x="64511" y="33678"/>
                  </a:moveTo>
                  <a:lnTo>
                    <a:pt x="64511" y="33827"/>
                  </a:lnTo>
                  <a:lnTo>
                    <a:pt x="63314" y="34576"/>
                  </a:lnTo>
                  <a:lnTo>
                    <a:pt x="62416" y="35174"/>
                  </a:lnTo>
                  <a:lnTo>
                    <a:pt x="61518" y="35923"/>
                  </a:lnTo>
                  <a:lnTo>
                    <a:pt x="61667" y="35923"/>
                  </a:lnTo>
                  <a:lnTo>
                    <a:pt x="63613" y="34725"/>
                  </a:lnTo>
                  <a:lnTo>
                    <a:pt x="64511" y="34127"/>
                  </a:lnTo>
                  <a:lnTo>
                    <a:pt x="64811" y="35025"/>
                  </a:lnTo>
                  <a:lnTo>
                    <a:pt x="63613" y="35923"/>
                  </a:lnTo>
                  <a:lnTo>
                    <a:pt x="62865" y="36372"/>
                  </a:lnTo>
                  <a:lnTo>
                    <a:pt x="62117" y="36971"/>
                  </a:lnTo>
                  <a:lnTo>
                    <a:pt x="62117" y="37120"/>
                  </a:lnTo>
                  <a:lnTo>
                    <a:pt x="62266" y="37120"/>
                  </a:lnTo>
                  <a:lnTo>
                    <a:pt x="63913" y="36073"/>
                  </a:lnTo>
                  <a:lnTo>
                    <a:pt x="64960" y="35324"/>
                  </a:lnTo>
                  <a:lnTo>
                    <a:pt x="65260" y="36222"/>
                  </a:lnTo>
                  <a:lnTo>
                    <a:pt x="64062" y="36971"/>
                  </a:lnTo>
                  <a:lnTo>
                    <a:pt x="63314" y="37569"/>
                  </a:lnTo>
                  <a:lnTo>
                    <a:pt x="62566" y="38168"/>
                  </a:lnTo>
                  <a:lnTo>
                    <a:pt x="62566" y="38318"/>
                  </a:lnTo>
                  <a:lnTo>
                    <a:pt x="62715" y="38318"/>
                  </a:lnTo>
                  <a:lnTo>
                    <a:pt x="63464" y="37869"/>
                  </a:lnTo>
                  <a:lnTo>
                    <a:pt x="64212" y="37270"/>
                  </a:lnTo>
                  <a:lnTo>
                    <a:pt x="65409" y="36372"/>
                  </a:lnTo>
                  <a:lnTo>
                    <a:pt x="65559" y="37270"/>
                  </a:lnTo>
                  <a:lnTo>
                    <a:pt x="64661" y="38018"/>
                  </a:lnTo>
                  <a:lnTo>
                    <a:pt x="63913" y="38467"/>
                  </a:lnTo>
                  <a:lnTo>
                    <a:pt x="63464" y="39066"/>
                  </a:lnTo>
                  <a:lnTo>
                    <a:pt x="63464" y="39216"/>
                  </a:lnTo>
                  <a:lnTo>
                    <a:pt x="63613" y="39216"/>
                  </a:lnTo>
                  <a:lnTo>
                    <a:pt x="64960" y="38168"/>
                  </a:lnTo>
                  <a:lnTo>
                    <a:pt x="65709" y="37569"/>
                  </a:lnTo>
                  <a:lnTo>
                    <a:pt x="66158" y="38767"/>
                  </a:lnTo>
                  <a:lnTo>
                    <a:pt x="65260" y="39365"/>
                  </a:lnTo>
                  <a:lnTo>
                    <a:pt x="64511" y="39815"/>
                  </a:lnTo>
                  <a:lnTo>
                    <a:pt x="63913" y="40413"/>
                  </a:lnTo>
                  <a:lnTo>
                    <a:pt x="63913" y="40563"/>
                  </a:lnTo>
                  <a:lnTo>
                    <a:pt x="64661" y="40114"/>
                  </a:lnTo>
                  <a:lnTo>
                    <a:pt x="65409" y="39515"/>
                  </a:lnTo>
                  <a:lnTo>
                    <a:pt x="66158" y="39066"/>
                  </a:lnTo>
                  <a:lnTo>
                    <a:pt x="66457" y="39964"/>
                  </a:lnTo>
                  <a:lnTo>
                    <a:pt x="65709" y="40264"/>
                  </a:lnTo>
                  <a:lnTo>
                    <a:pt x="65110" y="40862"/>
                  </a:lnTo>
                  <a:lnTo>
                    <a:pt x="64511" y="41461"/>
                  </a:lnTo>
                  <a:lnTo>
                    <a:pt x="64511" y="41461"/>
                  </a:lnTo>
                  <a:lnTo>
                    <a:pt x="66308" y="40264"/>
                  </a:lnTo>
                  <a:lnTo>
                    <a:pt x="66607" y="40114"/>
                  </a:lnTo>
                  <a:lnTo>
                    <a:pt x="66757" y="40862"/>
                  </a:lnTo>
                  <a:lnTo>
                    <a:pt x="66457" y="41162"/>
                  </a:lnTo>
                  <a:lnTo>
                    <a:pt x="65858" y="41611"/>
                  </a:lnTo>
                  <a:lnTo>
                    <a:pt x="65110" y="42209"/>
                  </a:lnTo>
                  <a:lnTo>
                    <a:pt x="65110" y="42359"/>
                  </a:lnTo>
                  <a:lnTo>
                    <a:pt x="65260" y="42359"/>
                  </a:lnTo>
                  <a:lnTo>
                    <a:pt x="66457" y="41461"/>
                  </a:lnTo>
                  <a:lnTo>
                    <a:pt x="66906" y="41162"/>
                  </a:lnTo>
                  <a:lnTo>
                    <a:pt x="67206" y="41910"/>
                  </a:lnTo>
                  <a:lnTo>
                    <a:pt x="66607" y="42359"/>
                  </a:lnTo>
                  <a:lnTo>
                    <a:pt x="65709" y="43107"/>
                  </a:lnTo>
                  <a:lnTo>
                    <a:pt x="65858" y="43107"/>
                  </a:lnTo>
                  <a:lnTo>
                    <a:pt x="66308" y="42808"/>
                  </a:lnTo>
                  <a:lnTo>
                    <a:pt x="66757" y="42509"/>
                  </a:lnTo>
                  <a:lnTo>
                    <a:pt x="67206" y="42209"/>
                  </a:lnTo>
                  <a:lnTo>
                    <a:pt x="67505" y="42958"/>
                  </a:lnTo>
                  <a:lnTo>
                    <a:pt x="67206" y="43257"/>
                  </a:lnTo>
                  <a:lnTo>
                    <a:pt x="66757" y="43556"/>
                  </a:lnTo>
                  <a:lnTo>
                    <a:pt x="66308" y="44006"/>
                  </a:lnTo>
                  <a:lnTo>
                    <a:pt x="66457" y="44006"/>
                  </a:lnTo>
                  <a:lnTo>
                    <a:pt x="67505" y="43257"/>
                  </a:lnTo>
                  <a:lnTo>
                    <a:pt x="67804" y="43856"/>
                  </a:lnTo>
                  <a:lnTo>
                    <a:pt x="66906" y="44754"/>
                  </a:lnTo>
                  <a:lnTo>
                    <a:pt x="66906" y="44904"/>
                  </a:lnTo>
                  <a:lnTo>
                    <a:pt x="67505" y="44455"/>
                  </a:lnTo>
                  <a:lnTo>
                    <a:pt x="67954" y="44155"/>
                  </a:lnTo>
                  <a:lnTo>
                    <a:pt x="67954" y="44305"/>
                  </a:lnTo>
                  <a:lnTo>
                    <a:pt x="68104" y="44754"/>
                  </a:lnTo>
                  <a:lnTo>
                    <a:pt x="67954" y="45053"/>
                  </a:lnTo>
                  <a:lnTo>
                    <a:pt x="67505" y="45353"/>
                  </a:lnTo>
                  <a:lnTo>
                    <a:pt x="67355" y="45652"/>
                  </a:lnTo>
                  <a:lnTo>
                    <a:pt x="67355" y="45802"/>
                  </a:lnTo>
                  <a:lnTo>
                    <a:pt x="67804" y="45502"/>
                  </a:lnTo>
                  <a:lnTo>
                    <a:pt x="68104" y="45203"/>
                  </a:lnTo>
                  <a:lnTo>
                    <a:pt x="68253" y="45053"/>
                  </a:lnTo>
                  <a:lnTo>
                    <a:pt x="68253" y="45203"/>
                  </a:lnTo>
                  <a:lnTo>
                    <a:pt x="68403" y="45802"/>
                  </a:lnTo>
                  <a:lnTo>
                    <a:pt x="67954" y="46400"/>
                  </a:lnTo>
                  <a:lnTo>
                    <a:pt x="68553" y="46101"/>
                  </a:lnTo>
                  <a:lnTo>
                    <a:pt x="68702" y="46849"/>
                  </a:lnTo>
                  <a:lnTo>
                    <a:pt x="68403" y="47298"/>
                  </a:lnTo>
                  <a:lnTo>
                    <a:pt x="66906" y="46101"/>
                  </a:lnTo>
                  <a:lnTo>
                    <a:pt x="66158" y="45353"/>
                  </a:lnTo>
                  <a:lnTo>
                    <a:pt x="57776" y="38018"/>
                  </a:lnTo>
                  <a:lnTo>
                    <a:pt x="61069" y="35773"/>
                  </a:lnTo>
                  <a:lnTo>
                    <a:pt x="64511" y="33678"/>
                  </a:lnTo>
                  <a:close/>
                  <a:moveTo>
                    <a:pt x="145038" y="33678"/>
                  </a:moveTo>
                  <a:lnTo>
                    <a:pt x="148331" y="35773"/>
                  </a:lnTo>
                  <a:lnTo>
                    <a:pt x="151624" y="38018"/>
                  </a:lnTo>
                  <a:lnTo>
                    <a:pt x="143242" y="45353"/>
                  </a:lnTo>
                  <a:lnTo>
                    <a:pt x="142494" y="46101"/>
                  </a:lnTo>
                  <a:lnTo>
                    <a:pt x="141147" y="47298"/>
                  </a:lnTo>
                  <a:lnTo>
                    <a:pt x="140698" y="46849"/>
                  </a:lnTo>
                  <a:lnTo>
                    <a:pt x="140997" y="46101"/>
                  </a:lnTo>
                  <a:lnTo>
                    <a:pt x="141446" y="46400"/>
                  </a:lnTo>
                  <a:lnTo>
                    <a:pt x="140997" y="45802"/>
                  </a:lnTo>
                  <a:lnTo>
                    <a:pt x="141147" y="45203"/>
                  </a:lnTo>
                  <a:lnTo>
                    <a:pt x="141296" y="45053"/>
                  </a:lnTo>
                  <a:lnTo>
                    <a:pt x="141296" y="45203"/>
                  </a:lnTo>
                  <a:lnTo>
                    <a:pt x="141895" y="45652"/>
                  </a:lnTo>
                  <a:lnTo>
                    <a:pt x="142045" y="45802"/>
                  </a:lnTo>
                  <a:lnTo>
                    <a:pt x="142194" y="45652"/>
                  </a:lnTo>
                  <a:lnTo>
                    <a:pt x="141895" y="45353"/>
                  </a:lnTo>
                  <a:lnTo>
                    <a:pt x="141446" y="45053"/>
                  </a:lnTo>
                  <a:lnTo>
                    <a:pt x="141296" y="44754"/>
                  </a:lnTo>
                  <a:lnTo>
                    <a:pt x="141596" y="44305"/>
                  </a:lnTo>
                  <a:lnTo>
                    <a:pt x="141596" y="44155"/>
                  </a:lnTo>
                  <a:lnTo>
                    <a:pt x="142194" y="44754"/>
                  </a:lnTo>
                  <a:lnTo>
                    <a:pt x="142494" y="44904"/>
                  </a:lnTo>
                  <a:lnTo>
                    <a:pt x="142643" y="44754"/>
                  </a:lnTo>
                  <a:lnTo>
                    <a:pt x="141596" y="43856"/>
                  </a:lnTo>
                  <a:lnTo>
                    <a:pt x="141895" y="43257"/>
                  </a:lnTo>
                  <a:lnTo>
                    <a:pt x="142045" y="43257"/>
                  </a:lnTo>
                  <a:lnTo>
                    <a:pt x="143093" y="44006"/>
                  </a:lnTo>
                  <a:lnTo>
                    <a:pt x="143093" y="44006"/>
                  </a:lnTo>
                  <a:lnTo>
                    <a:pt x="142643" y="43556"/>
                  </a:lnTo>
                  <a:lnTo>
                    <a:pt x="142344" y="43257"/>
                  </a:lnTo>
                  <a:lnTo>
                    <a:pt x="141895" y="42958"/>
                  </a:lnTo>
                  <a:lnTo>
                    <a:pt x="142194" y="42209"/>
                  </a:lnTo>
                  <a:lnTo>
                    <a:pt x="142643" y="42509"/>
                  </a:lnTo>
                  <a:lnTo>
                    <a:pt x="143093" y="42808"/>
                  </a:lnTo>
                  <a:lnTo>
                    <a:pt x="143691" y="43107"/>
                  </a:lnTo>
                  <a:lnTo>
                    <a:pt x="142793" y="42359"/>
                  </a:lnTo>
                  <a:lnTo>
                    <a:pt x="142344" y="41910"/>
                  </a:lnTo>
                  <a:lnTo>
                    <a:pt x="142494" y="41162"/>
                  </a:lnTo>
                  <a:lnTo>
                    <a:pt x="143093" y="41461"/>
                  </a:lnTo>
                  <a:lnTo>
                    <a:pt x="144140" y="42359"/>
                  </a:lnTo>
                  <a:lnTo>
                    <a:pt x="144290" y="42359"/>
                  </a:lnTo>
                  <a:lnTo>
                    <a:pt x="144290" y="42209"/>
                  </a:lnTo>
                  <a:lnTo>
                    <a:pt x="143691" y="41611"/>
                  </a:lnTo>
                  <a:lnTo>
                    <a:pt x="142943" y="41162"/>
                  </a:lnTo>
                  <a:lnTo>
                    <a:pt x="142643" y="40862"/>
                  </a:lnTo>
                  <a:lnTo>
                    <a:pt x="142943" y="40114"/>
                  </a:lnTo>
                  <a:lnTo>
                    <a:pt x="143093" y="40264"/>
                  </a:lnTo>
                  <a:lnTo>
                    <a:pt x="144889" y="41461"/>
                  </a:lnTo>
                  <a:lnTo>
                    <a:pt x="144290" y="40862"/>
                  </a:lnTo>
                  <a:lnTo>
                    <a:pt x="143691" y="40264"/>
                  </a:lnTo>
                  <a:lnTo>
                    <a:pt x="142943" y="39964"/>
                  </a:lnTo>
                  <a:lnTo>
                    <a:pt x="143242" y="39066"/>
                  </a:lnTo>
                  <a:lnTo>
                    <a:pt x="143991" y="39515"/>
                  </a:lnTo>
                  <a:lnTo>
                    <a:pt x="144739" y="40114"/>
                  </a:lnTo>
                  <a:lnTo>
                    <a:pt x="145487" y="40563"/>
                  </a:lnTo>
                  <a:lnTo>
                    <a:pt x="145487" y="40413"/>
                  </a:lnTo>
                  <a:lnTo>
                    <a:pt x="144889" y="39815"/>
                  </a:lnTo>
                  <a:lnTo>
                    <a:pt x="144290" y="39365"/>
                  </a:lnTo>
                  <a:lnTo>
                    <a:pt x="143392" y="38767"/>
                  </a:lnTo>
                  <a:lnTo>
                    <a:pt x="143691" y="37569"/>
                  </a:lnTo>
                  <a:lnTo>
                    <a:pt x="144589" y="38168"/>
                  </a:lnTo>
                  <a:lnTo>
                    <a:pt x="145936" y="39216"/>
                  </a:lnTo>
                  <a:lnTo>
                    <a:pt x="145936" y="39066"/>
                  </a:lnTo>
                  <a:lnTo>
                    <a:pt x="145487" y="38467"/>
                  </a:lnTo>
                  <a:lnTo>
                    <a:pt x="144889" y="38018"/>
                  </a:lnTo>
                  <a:lnTo>
                    <a:pt x="143841" y="37270"/>
                  </a:lnTo>
                  <a:lnTo>
                    <a:pt x="144140" y="36372"/>
                  </a:lnTo>
                  <a:lnTo>
                    <a:pt x="145188" y="37270"/>
                  </a:lnTo>
                  <a:lnTo>
                    <a:pt x="145936" y="37869"/>
                  </a:lnTo>
                  <a:lnTo>
                    <a:pt x="146834" y="38318"/>
                  </a:lnTo>
                  <a:lnTo>
                    <a:pt x="146834" y="38168"/>
                  </a:lnTo>
                  <a:lnTo>
                    <a:pt x="146086" y="37569"/>
                  </a:lnTo>
                  <a:lnTo>
                    <a:pt x="145338" y="36971"/>
                  </a:lnTo>
                  <a:lnTo>
                    <a:pt x="144140" y="36222"/>
                  </a:lnTo>
                  <a:lnTo>
                    <a:pt x="144440" y="35324"/>
                  </a:lnTo>
                  <a:lnTo>
                    <a:pt x="145487" y="36073"/>
                  </a:lnTo>
                  <a:lnTo>
                    <a:pt x="147134" y="37120"/>
                  </a:lnTo>
                  <a:lnTo>
                    <a:pt x="147283" y="37120"/>
                  </a:lnTo>
                  <a:lnTo>
                    <a:pt x="147283" y="36971"/>
                  </a:lnTo>
                  <a:lnTo>
                    <a:pt x="146535" y="36372"/>
                  </a:lnTo>
                  <a:lnTo>
                    <a:pt x="145936" y="35923"/>
                  </a:lnTo>
                  <a:lnTo>
                    <a:pt x="144589" y="35025"/>
                  </a:lnTo>
                  <a:lnTo>
                    <a:pt x="144889" y="34127"/>
                  </a:lnTo>
                  <a:lnTo>
                    <a:pt x="145787" y="34725"/>
                  </a:lnTo>
                  <a:lnTo>
                    <a:pt x="147882" y="35923"/>
                  </a:lnTo>
                  <a:lnTo>
                    <a:pt x="147134" y="35174"/>
                  </a:lnTo>
                  <a:lnTo>
                    <a:pt x="146236" y="34576"/>
                  </a:lnTo>
                  <a:lnTo>
                    <a:pt x="145038" y="33827"/>
                  </a:lnTo>
                  <a:lnTo>
                    <a:pt x="145038" y="33678"/>
                  </a:lnTo>
                  <a:close/>
                  <a:moveTo>
                    <a:pt x="140548" y="46999"/>
                  </a:moveTo>
                  <a:lnTo>
                    <a:pt x="140997" y="47448"/>
                  </a:lnTo>
                  <a:lnTo>
                    <a:pt x="140249" y="48047"/>
                  </a:lnTo>
                  <a:lnTo>
                    <a:pt x="140249" y="48047"/>
                  </a:lnTo>
                  <a:lnTo>
                    <a:pt x="140548" y="46999"/>
                  </a:lnTo>
                  <a:close/>
                  <a:moveTo>
                    <a:pt x="68852" y="46999"/>
                  </a:moveTo>
                  <a:lnTo>
                    <a:pt x="69151" y="48047"/>
                  </a:lnTo>
                  <a:lnTo>
                    <a:pt x="69151" y="48047"/>
                  </a:lnTo>
                  <a:lnTo>
                    <a:pt x="68403" y="47448"/>
                  </a:lnTo>
                  <a:lnTo>
                    <a:pt x="68852" y="46999"/>
                  </a:lnTo>
                  <a:close/>
                  <a:moveTo>
                    <a:pt x="96094" y="53286"/>
                  </a:moveTo>
                  <a:lnTo>
                    <a:pt x="95046" y="60620"/>
                  </a:lnTo>
                  <a:lnTo>
                    <a:pt x="94896" y="60620"/>
                  </a:lnTo>
                  <a:lnTo>
                    <a:pt x="93100" y="53884"/>
                  </a:lnTo>
                  <a:lnTo>
                    <a:pt x="96094" y="53286"/>
                  </a:lnTo>
                  <a:close/>
                  <a:moveTo>
                    <a:pt x="113007" y="53286"/>
                  </a:moveTo>
                  <a:lnTo>
                    <a:pt x="116150" y="53884"/>
                  </a:lnTo>
                  <a:lnTo>
                    <a:pt x="114803" y="60620"/>
                  </a:lnTo>
                  <a:lnTo>
                    <a:pt x="114055" y="60470"/>
                  </a:lnTo>
                  <a:lnTo>
                    <a:pt x="113007" y="53286"/>
                  </a:lnTo>
                  <a:close/>
                  <a:moveTo>
                    <a:pt x="110313" y="35174"/>
                  </a:moveTo>
                  <a:lnTo>
                    <a:pt x="114654" y="35624"/>
                  </a:lnTo>
                  <a:lnTo>
                    <a:pt x="118994" y="36372"/>
                  </a:lnTo>
                  <a:lnTo>
                    <a:pt x="118994" y="43257"/>
                  </a:lnTo>
                  <a:lnTo>
                    <a:pt x="122437" y="37270"/>
                  </a:lnTo>
                  <a:lnTo>
                    <a:pt x="127077" y="38617"/>
                  </a:lnTo>
                  <a:lnTo>
                    <a:pt x="131717" y="40413"/>
                  </a:lnTo>
                  <a:lnTo>
                    <a:pt x="136058" y="42359"/>
                  </a:lnTo>
                  <a:lnTo>
                    <a:pt x="140398" y="44754"/>
                  </a:lnTo>
                  <a:lnTo>
                    <a:pt x="138153" y="51190"/>
                  </a:lnTo>
                  <a:lnTo>
                    <a:pt x="138153" y="51190"/>
                  </a:lnTo>
                  <a:lnTo>
                    <a:pt x="143392" y="46700"/>
                  </a:lnTo>
                  <a:lnTo>
                    <a:pt x="145637" y="48197"/>
                  </a:lnTo>
                  <a:lnTo>
                    <a:pt x="147733" y="49843"/>
                  </a:lnTo>
                  <a:lnTo>
                    <a:pt x="149828" y="51489"/>
                  </a:lnTo>
                  <a:lnTo>
                    <a:pt x="151774" y="53286"/>
                  </a:lnTo>
                  <a:lnTo>
                    <a:pt x="138902" y="63164"/>
                  </a:lnTo>
                  <a:lnTo>
                    <a:pt x="136207" y="61069"/>
                  </a:lnTo>
                  <a:lnTo>
                    <a:pt x="133513" y="59273"/>
                  </a:lnTo>
                  <a:lnTo>
                    <a:pt x="135609" y="55980"/>
                  </a:lnTo>
                  <a:lnTo>
                    <a:pt x="136357" y="55980"/>
                  </a:lnTo>
                  <a:lnTo>
                    <a:pt x="137105" y="55830"/>
                  </a:lnTo>
                  <a:lnTo>
                    <a:pt x="137704" y="55231"/>
                  </a:lnTo>
                  <a:lnTo>
                    <a:pt x="138153" y="54483"/>
                  </a:lnTo>
                  <a:lnTo>
                    <a:pt x="138303" y="54034"/>
                  </a:lnTo>
                  <a:lnTo>
                    <a:pt x="138303" y="53735"/>
                  </a:lnTo>
                  <a:lnTo>
                    <a:pt x="138003" y="52837"/>
                  </a:lnTo>
                  <a:lnTo>
                    <a:pt x="137554" y="52238"/>
                  </a:lnTo>
                  <a:lnTo>
                    <a:pt x="137255" y="51938"/>
                  </a:lnTo>
                  <a:lnTo>
                    <a:pt x="136806" y="51789"/>
                  </a:lnTo>
                  <a:lnTo>
                    <a:pt x="136357" y="51639"/>
                  </a:lnTo>
                  <a:lnTo>
                    <a:pt x="135908" y="51639"/>
                  </a:lnTo>
                  <a:lnTo>
                    <a:pt x="135160" y="51789"/>
                  </a:lnTo>
                  <a:lnTo>
                    <a:pt x="134411" y="52388"/>
                  </a:lnTo>
                  <a:lnTo>
                    <a:pt x="134261" y="52687"/>
                  </a:lnTo>
                  <a:lnTo>
                    <a:pt x="133962" y="53136"/>
                  </a:lnTo>
                  <a:lnTo>
                    <a:pt x="133962" y="53735"/>
                  </a:lnTo>
                  <a:lnTo>
                    <a:pt x="133962" y="54483"/>
                  </a:lnTo>
                  <a:lnTo>
                    <a:pt x="134261" y="55082"/>
                  </a:lnTo>
                  <a:lnTo>
                    <a:pt x="134711" y="55531"/>
                  </a:lnTo>
                  <a:lnTo>
                    <a:pt x="132765" y="58824"/>
                  </a:lnTo>
                  <a:lnTo>
                    <a:pt x="129172" y="56728"/>
                  </a:lnTo>
                  <a:lnTo>
                    <a:pt x="125430" y="54932"/>
                  </a:lnTo>
                  <a:lnTo>
                    <a:pt x="121539" y="53585"/>
                  </a:lnTo>
                  <a:lnTo>
                    <a:pt x="117348" y="52388"/>
                  </a:lnTo>
                  <a:lnTo>
                    <a:pt x="118246" y="48346"/>
                  </a:lnTo>
                  <a:lnTo>
                    <a:pt x="118994" y="48047"/>
                  </a:lnTo>
                  <a:lnTo>
                    <a:pt x="119743" y="47598"/>
                  </a:lnTo>
                  <a:lnTo>
                    <a:pt x="120192" y="46999"/>
                  </a:lnTo>
                  <a:lnTo>
                    <a:pt x="120341" y="46101"/>
                  </a:lnTo>
                  <a:lnTo>
                    <a:pt x="120341" y="45652"/>
                  </a:lnTo>
                  <a:lnTo>
                    <a:pt x="120192" y="45203"/>
                  </a:lnTo>
                  <a:lnTo>
                    <a:pt x="119743" y="44604"/>
                  </a:lnTo>
                  <a:lnTo>
                    <a:pt x="118994" y="44155"/>
                  </a:lnTo>
                  <a:lnTo>
                    <a:pt x="118545" y="44006"/>
                  </a:lnTo>
                  <a:lnTo>
                    <a:pt x="118096" y="43856"/>
                  </a:lnTo>
                  <a:lnTo>
                    <a:pt x="117647" y="44006"/>
                  </a:lnTo>
                  <a:lnTo>
                    <a:pt x="117198" y="44155"/>
                  </a:lnTo>
                  <a:lnTo>
                    <a:pt x="116599" y="44604"/>
                  </a:lnTo>
                  <a:lnTo>
                    <a:pt x="116150" y="45203"/>
                  </a:lnTo>
                  <a:lnTo>
                    <a:pt x="116001" y="45652"/>
                  </a:lnTo>
                  <a:lnTo>
                    <a:pt x="115851" y="46101"/>
                  </a:lnTo>
                  <a:lnTo>
                    <a:pt x="116001" y="46849"/>
                  </a:lnTo>
                  <a:lnTo>
                    <a:pt x="116300" y="47298"/>
                  </a:lnTo>
                  <a:lnTo>
                    <a:pt x="116749" y="47897"/>
                  </a:lnTo>
                  <a:lnTo>
                    <a:pt x="117348" y="48197"/>
                  </a:lnTo>
                  <a:lnTo>
                    <a:pt x="116450" y="52238"/>
                  </a:lnTo>
                  <a:lnTo>
                    <a:pt x="112708" y="51489"/>
                  </a:lnTo>
                  <a:lnTo>
                    <a:pt x="110313" y="35174"/>
                  </a:lnTo>
                  <a:close/>
                  <a:moveTo>
                    <a:pt x="98488" y="35174"/>
                  </a:moveTo>
                  <a:lnTo>
                    <a:pt x="96243" y="51489"/>
                  </a:lnTo>
                  <a:lnTo>
                    <a:pt x="92651" y="52238"/>
                  </a:lnTo>
                  <a:lnTo>
                    <a:pt x="91453" y="48346"/>
                  </a:lnTo>
                  <a:lnTo>
                    <a:pt x="92052" y="47747"/>
                  </a:lnTo>
                  <a:lnTo>
                    <a:pt x="92501" y="46999"/>
                  </a:lnTo>
                  <a:lnTo>
                    <a:pt x="92501" y="46251"/>
                  </a:lnTo>
                  <a:lnTo>
                    <a:pt x="92352" y="45353"/>
                  </a:lnTo>
                  <a:lnTo>
                    <a:pt x="92052" y="45053"/>
                  </a:lnTo>
                  <a:lnTo>
                    <a:pt x="91753" y="44754"/>
                  </a:lnTo>
                  <a:lnTo>
                    <a:pt x="91004" y="44305"/>
                  </a:lnTo>
                  <a:lnTo>
                    <a:pt x="90256" y="44155"/>
                  </a:lnTo>
                  <a:lnTo>
                    <a:pt x="89807" y="44305"/>
                  </a:lnTo>
                  <a:lnTo>
                    <a:pt x="89358" y="44455"/>
                  </a:lnTo>
                  <a:lnTo>
                    <a:pt x="88909" y="44604"/>
                  </a:lnTo>
                  <a:lnTo>
                    <a:pt x="88610" y="44904"/>
                  </a:lnTo>
                  <a:lnTo>
                    <a:pt x="88310" y="45652"/>
                  </a:lnTo>
                  <a:lnTo>
                    <a:pt x="88161" y="46550"/>
                  </a:lnTo>
                  <a:lnTo>
                    <a:pt x="88161" y="46999"/>
                  </a:lnTo>
                  <a:lnTo>
                    <a:pt x="88310" y="47448"/>
                  </a:lnTo>
                  <a:lnTo>
                    <a:pt x="88759" y="47897"/>
                  </a:lnTo>
                  <a:lnTo>
                    <a:pt x="89208" y="48346"/>
                  </a:lnTo>
                  <a:lnTo>
                    <a:pt x="89807" y="48496"/>
                  </a:lnTo>
                  <a:lnTo>
                    <a:pt x="90555" y="48646"/>
                  </a:lnTo>
                  <a:lnTo>
                    <a:pt x="91603" y="52537"/>
                  </a:lnTo>
                  <a:lnTo>
                    <a:pt x="87412" y="53735"/>
                  </a:lnTo>
                  <a:lnTo>
                    <a:pt x="83521" y="55231"/>
                  </a:lnTo>
                  <a:lnTo>
                    <a:pt x="79629" y="57028"/>
                  </a:lnTo>
                  <a:lnTo>
                    <a:pt x="75887" y="59273"/>
                  </a:lnTo>
                  <a:lnTo>
                    <a:pt x="73941" y="55680"/>
                  </a:lnTo>
                  <a:lnTo>
                    <a:pt x="74390" y="54932"/>
                  </a:lnTo>
                  <a:lnTo>
                    <a:pt x="74540" y="54034"/>
                  </a:lnTo>
                  <a:lnTo>
                    <a:pt x="74240" y="53286"/>
                  </a:lnTo>
                  <a:lnTo>
                    <a:pt x="73791" y="52537"/>
                  </a:lnTo>
                  <a:lnTo>
                    <a:pt x="73492" y="52238"/>
                  </a:lnTo>
                  <a:lnTo>
                    <a:pt x="73043" y="52088"/>
                  </a:lnTo>
                  <a:lnTo>
                    <a:pt x="72295" y="51938"/>
                  </a:lnTo>
                  <a:lnTo>
                    <a:pt x="71397" y="52088"/>
                  </a:lnTo>
                  <a:lnTo>
                    <a:pt x="71097" y="52388"/>
                  </a:lnTo>
                  <a:lnTo>
                    <a:pt x="70648" y="52687"/>
                  </a:lnTo>
                  <a:lnTo>
                    <a:pt x="70499" y="52986"/>
                  </a:lnTo>
                  <a:lnTo>
                    <a:pt x="70199" y="53286"/>
                  </a:lnTo>
                  <a:lnTo>
                    <a:pt x="70049" y="54184"/>
                  </a:lnTo>
                  <a:lnTo>
                    <a:pt x="70199" y="55082"/>
                  </a:lnTo>
                  <a:lnTo>
                    <a:pt x="70499" y="55381"/>
                  </a:lnTo>
                  <a:lnTo>
                    <a:pt x="70798" y="55680"/>
                  </a:lnTo>
                  <a:lnTo>
                    <a:pt x="71247" y="56129"/>
                  </a:lnTo>
                  <a:lnTo>
                    <a:pt x="71846" y="56279"/>
                  </a:lnTo>
                  <a:lnTo>
                    <a:pt x="72444" y="56429"/>
                  </a:lnTo>
                  <a:lnTo>
                    <a:pt x="73043" y="56279"/>
                  </a:lnTo>
                  <a:lnTo>
                    <a:pt x="75139" y="59722"/>
                  </a:lnTo>
                  <a:lnTo>
                    <a:pt x="72444" y="61668"/>
                  </a:lnTo>
                  <a:lnTo>
                    <a:pt x="69750" y="63763"/>
                  </a:lnTo>
                  <a:lnTo>
                    <a:pt x="56728" y="54184"/>
                  </a:lnTo>
                  <a:lnTo>
                    <a:pt x="58824" y="52088"/>
                  </a:lnTo>
                  <a:lnTo>
                    <a:pt x="61218" y="50142"/>
                  </a:lnTo>
                  <a:lnTo>
                    <a:pt x="63613" y="48346"/>
                  </a:lnTo>
                  <a:lnTo>
                    <a:pt x="66008" y="46550"/>
                  </a:lnTo>
                  <a:lnTo>
                    <a:pt x="71247" y="51190"/>
                  </a:lnTo>
                  <a:lnTo>
                    <a:pt x="71247" y="51190"/>
                  </a:lnTo>
                  <a:lnTo>
                    <a:pt x="69151" y="44754"/>
                  </a:lnTo>
                  <a:lnTo>
                    <a:pt x="73342" y="42359"/>
                  </a:lnTo>
                  <a:lnTo>
                    <a:pt x="77683" y="40264"/>
                  </a:lnTo>
                  <a:lnTo>
                    <a:pt x="82323" y="38617"/>
                  </a:lnTo>
                  <a:lnTo>
                    <a:pt x="86963" y="37120"/>
                  </a:lnTo>
                  <a:lnTo>
                    <a:pt x="90406" y="43257"/>
                  </a:lnTo>
                  <a:lnTo>
                    <a:pt x="90555" y="36372"/>
                  </a:lnTo>
                  <a:lnTo>
                    <a:pt x="94447" y="35624"/>
                  </a:lnTo>
                  <a:lnTo>
                    <a:pt x="98488" y="35174"/>
                  </a:lnTo>
                  <a:close/>
                  <a:moveTo>
                    <a:pt x="56878" y="38467"/>
                  </a:moveTo>
                  <a:lnTo>
                    <a:pt x="65260" y="45951"/>
                  </a:lnTo>
                  <a:lnTo>
                    <a:pt x="62865" y="47747"/>
                  </a:lnTo>
                  <a:lnTo>
                    <a:pt x="60470" y="49544"/>
                  </a:lnTo>
                  <a:lnTo>
                    <a:pt x="58075" y="51489"/>
                  </a:lnTo>
                  <a:lnTo>
                    <a:pt x="55830" y="53585"/>
                  </a:lnTo>
                  <a:lnTo>
                    <a:pt x="48196" y="47897"/>
                  </a:lnTo>
                  <a:lnTo>
                    <a:pt x="47298" y="48646"/>
                  </a:lnTo>
                  <a:lnTo>
                    <a:pt x="53136" y="56279"/>
                  </a:lnTo>
                  <a:lnTo>
                    <a:pt x="51040" y="58524"/>
                  </a:lnTo>
                  <a:lnTo>
                    <a:pt x="49244" y="60770"/>
                  </a:lnTo>
                  <a:lnTo>
                    <a:pt x="47448" y="63164"/>
                  </a:lnTo>
                  <a:lnTo>
                    <a:pt x="45802" y="65559"/>
                  </a:lnTo>
                  <a:lnTo>
                    <a:pt x="38018" y="57477"/>
                  </a:lnTo>
                  <a:lnTo>
                    <a:pt x="40114" y="54782"/>
                  </a:lnTo>
                  <a:lnTo>
                    <a:pt x="42209" y="52238"/>
                  </a:lnTo>
                  <a:lnTo>
                    <a:pt x="44454" y="49693"/>
                  </a:lnTo>
                  <a:lnTo>
                    <a:pt x="46700" y="47298"/>
                  </a:lnTo>
                  <a:lnTo>
                    <a:pt x="49094" y="44904"/>
                  </a:lnTo>
                  <a:lnTo>
                    <a:pt x="51639" y="42658"/>
                  </a:lnTo>
                  <a:lnTo>
                    <a:pt x="54184" y="40563"/>
                  </a:lnTo>
                  <a:lnTo>
                    <a:pt x="56878" y="38467"/>
                  </a:lnTo>
                  <a:close/>
                  <a:moveTo>
                    <a:pt x="152522" y="38617"/>
                  </a:moveTo>
                  <a:lnTo>
                    <a:pt x="155216" y="40563"/>
                  </a:lnTo>
                  <a:lnTo>
                    <a:pt x="157761" y="42658"/>
                  </a:lnTo>
                  <a:lnTo>
                    <a:pt x="160306" y="44904"/>
                  </a:lnTo>
                  <a:lnTo>
                    <a:pt x="162700" y="47298"/>
                  </a:lnTo>
                  <a:lnTo>
                    <a:pt x="164946" y="49693"/>
                  </a:lnTo>
                  <a:lnTo>
                    <a:pt x="167191" y="52238"/>
                  </a:lnTo>
                  <a:lnTo>
                    <a:pt x="169286" y="54932"/>
                  </a:lnTo>
                  <a:lnTo>
                    <a:pt x="171382" y="57626"/>
                  </a:lnTo>
                  <a:lnTo>
                    <a:pt x="163748" y="65559"/>
                  </a:lnTo>
                  <a:lnTo>
                    <a:pt x="161802" y="62865"/>
                  </a:lnTo>
                  <a:lnTo>
                    <a:pt x="159707" y="60320"/>
                  </a:lnTo>
                  <a:lnTo>
                    <a:pt x="157611" y="57776"/>
                  </a:lnTo>
                  <a:lnTo>
                    <a:pt x="155366" y="55381"/>
                  </a:lnTo>
                  <a:lnTo>
                    <a:pt x="161054" y="47897"/>
                  </a:lnTo>
                  <a:lnTo>
                    <a:pt x="160156" y="46999"/>
                  </a:lnTo>
                  <a:lnTo>
                    <a:pt x="152672" y="52687"/>
                  </a:lnTo>
                  <a:lnTo>
                    <a:pt x="150576" y="50891"/>
                  </a:lnTo>
                  <a:lnTo>
                    <a:pt x="148481" y="49095"/>
                  </a:lnTo>
                  <a:lnTo>
                    <a:pt x="146385" y="47448"/>
                  </a:lnTo>
                  <a:lnTo>
                    <a:pt x="144140" y="45951"/>
                  </a:lnTo>
                  <a:lnTo>
                    <a:pt x="152522" y="38617"/>
                  </a:lnTo>
                  <a:close/>
                  <a:moveTo>
                    <a:pt x="117048" y="54184"/>
                  </a:moveTo>
                  <a:lnTo>
                    <a:pt x="120940" y="55231"/>
                  </a:lnTo>
                  <a:lnTo>
                    <a:pt x="124682" y="56579"/>
                  </a:lnTo>
                  <a:lnTo>
                    <a:pt x="128424" y="58375"/>
                  </a:lnTo>
                  <a:lnTo>
                    <a:pt x="131867" y="60320"/>
                  </a:lnTo>
                  <a:lnTo>
                    <a:pt x="128274" y="66158"/>
                  </a:lnTo>
                  <a:lnTo>
                    <a:pt x="125281" y="64511"/>
                  </a:lnTo>
                  <a:lnTo>
                    <a:pt x="122287" y="63015"/>
                  </a:lnTo>
                  <a:lnTo>
                    <a:pt x="118994" y="61817"/>
                  </a:lnTo>
                  <a:lnTo>
                    <a:pt x="115701" y="60919"/>
                  </a:lnTo>
                  <a:lnTo>
                    <a:pt x="117048" y="54184"/>
                  </a:lnTo>
                  <a:close/>
                  <a:moveTo>
                    <a:pt x="92052" y="54184"/>
                  </a:moveTo>
                  <a:lnTo>
                    <a:pt x="93998" y="60770"/>
                  </a:lnTo>
                  <a:lnTo>
                    <a:pt x="90406" y="61817"/>
                  </a:lnTo>
                  <a:lnTo>
                    <a:pt x="86813" y="63164"/>
                  </a:lnTo>
                  <a:lnTo>
                    <a:pt x="83521" y="64811"/>
                  </a:lnTo>
                  <a:lnTo>
                    <a:pt x="80228" y="66757"/>
                  </a:lnTo>
                  <a:lnTo>
                    <a:pt x="76785" y="60770"/>
                  </a:lnTo>
                  <a:lnTo>
                    <a:pt x="80377" y="58674"/>
                  </a:lnTo>
                  <a:lnTo>
                    <a:pt x="84119" y="56878"/>
                  </a:lnTo>
                  <a:lnTo>
                    <a:pt x="88011" y="55381"/>
                  </a:lnTo>
                  <a:lnTo>
                    <a:pt x="92052" y="54184"/>
                  </a:lnTo>
                  <a:close/>
                  <a:moveTo>
                    <a:pt x="132615" y="60770"/>
                  </a:moveTo>
                  <a:lnTo>
                    <a:pt x="135160" y="62416"/>
                  </a:lnTo>
                  <a:lnTo>
                    <a:pt x="137405" y="64212"/>
                  </a:lnTo>
                  <a:lnTo>
                    <a:pt x="131717" y="68553"/>
                  </a:lnTo>
                  <a:lnTo>
                    <a:pt x="129172" y="66607"/>
                  </a:lnTo>
                  <a:lnTo>
                    <a:pt x="132615" y="60770"/>
                  </a:lnTo>
                  <a:close/>
                  <a:moveTo>
                    <a:pt x="37569" y="58375"/>
                  </a:moveTo>
                  <a:lnTo>
                    <a:pt x="38168" y="59123"/>
                  </a:lnTo>
                  <a:lnTo>
                    <a:pt x="37420" y="60320"/>
                  </a:lnTo>
                  <a:lnTo>
                    <a:pt x="36971" y="61219"/>
                  </a:lnTo>
                  <a:lnTo>
                    <a:pt x="36671" y="62117"/>
                  </a:lnTo>
                  <a:lnTo>
                    <a:pt x="37719" y="60470"/>
                  </a:lnTo>
                  <a:lnTo>
                    <a:pt x="38467" y="59273"/>
                  </a:lnTo>
                  <a:lnTo>
                    <a:pt x="39066" y="60021"/>
                  </a:lnTo>
                  <a:lnTo>
                    <a:pt x="38318" y="61219"/>
                  </a:lnTo>
                  <a:lnTo>
                    <a:pt x="37869" y="62117"/>
                  </a:lnTo>
                  <a:lnTo>
                    <a:pt x="37569" y="63015"/>
                  </a:lnTo>
                  <a:lnTo>
                    <a:pt x="37569" y="63015"/>
                  </a:lnTo>
                  <a:lnTo>
                    <a:pt x="38168" y="62266"/>
                  </a:lnTo>
                  <a:lnTo>
                    <a:pt x="38617" y="61368"/>
                  </a:lnTo>
                  <a:lnTo>
                    <a:pt x="39216" y="60171"/>
                  </a:lnTo>
                  <a:lnTo>
                    <a:pt x="39814" y="60770"/>
                  </a:lnTo>
                  <a:lnTo>
                    <a:pt x="39066" y="62117"/>
                  </a:lnTo>
                  <a:lnTo>
                    <a:pt x="38916" y="62715"/>
                  </a:lnTo>
                  <a:lnTo>
                    <a:pt x="38617" y="63314"/>
                  </a:lnTo>
                  <a:lnTo>
                    <a:pt x="38767" y="63464"/>
                  </a:lnTo>
                  <a:lnTo>
                    <a:pt x="39665" y="61967"/>
                  </a:lnTo>
                  <a:lnTo>
                    <a:pt x="40114" y="61069"/>
                  </a:lnTo>
                  <a:lnTo>
                    <a:pt x="40862" y="61967"/>
                  </a:lnTo>
                  <a:lnTo>
                    <a:pt x="40413" y="62865"/>
                  </a:lnTo>
                  <a:lnTo>
                    <a:pt x="39964" y="63613"/>
                  </a:lnTo>
                  <a:lnTo>
                    <a:pt x="39665" y="64511"/>
                  </a:lnTo>
                  <a:lnTo>
                    <a:pt x="39814" y="64511"/>
                  </a:lnTo>
                  <a:lnTo>
                    <a:pt x="40263" y="63763"/>
                  </a:lnTo>
                  <a:lnTo>
                    <a:pt x="40563" y="63015"/>
                  </a:lnTo>
                  <a:lnTo>
                    <a:pt x="41162" y="62117"/>
                  </a:lnTo>
                  <a:lnTo>
                    <a:pt x="41760" y="62865"/>
                  </a:lnTo>
                  <a:lnTo>
                    <a:pt x="41311" y="63613"/>
                  </a:lnTo>
                  <a:lnTo>
                    <a:pt x="40862" y="64362"/>
                  </a:lnTo>
                  <a:lnTo>
                    <a:pt x="40563" y="65110"/>
                  </a:lnTo>
                  <a:lnTo>
                    <a:pt x="40713" y="65110"/>
                  </a:lnTo>
                  <a:lnTo>
                    <a:pt x="41760" y="63314"/>
                  </a:lnTo>
                  <a:lnTo>
                    <a:pt x="41910" y="63015"/>
                  </a:lnTo>
                  <a:lnTo>
                    <a:pt x="42509" y="63613"/>
                  </a:lnTo>
                  <a:lnTo>
                    <a:pt x="42209" y="64062"/>
                  </a:lnTo>
                  <a:lnTo>
                    <a:pt x="41611" y="65559"/>
                  </a:lnTo>
                  <a:lnTo>
                    <a:pt x="41760" y="65559"/>
                  </a:lnTo>
                  <a:lnTo>
                    <a:pt x="42359" y="64212"/>
                  </a:lnTo>
                  <a:lnTo>
                    <a:pt x="42658" y="63763"/>
                  </a:lnTo>
                  <a:lnTo>
                    <a:pt x="43257" y="64362"/>
                  </a:lnTo>
                  <a:lnTo>
                    <a:pt x="42958" y="64961"/>
                  </a:lnTo>
                  <a:lnTo>
                    <a:pt x="42509" y="66008"/>
                  </a:lnTo>
                  <a:lnTo>
                    <a:pt x="43107" y="65410"/>
                  </a:lnTo>
                  <a:lnTo>
                    <a:pt x="43407" y="64511"/>
                  </a:lnTo>
                  <a:lnTo>
                    <a:pt x="44005" y="65110"/>
                  </a:lnTo>
                  <a:lnTo>
                    <a:pt x="43856" y="65410"/>
                  </a:lnTo>
                  <a:lnTo>
                    <a:pt x="43556" y="66008"/>
                  </a:lnTo>
                  <a:lnTo>
                    <a:pt x="43407" y="66457"/>
                  </a:lnTo>
                  <a:lnTo>
                    <a:pt x="43556" y="66607"/>
                  </a:lnTo>
                  <a:lnTo>
                    <a:pt x="44005" y="65559"/>
                  </a:lnTo>
                  <a:lnTo>
                    <a:pt x="44155" y="65410"/>
                  </a:lnTo>
                  <a:lnTo>
                    <a:pt x="44754" y="65859"/>
                  </a:lnTo>
                  <a:lnTo>
                    <a:pt x="44155" y="67056"/>
                  </a:lnTo>
                  <a:lnTo>
                    <a:pt x="44305" y="67206"/>
                  </a:lnTo>
                  <a:lnTo>
                    <a:pt x="44904" y="66158"/>
                  </a:lnTo>
                  <a:lnTo>
                    <a:pt x="45203" y="66457"/>
                  </a:lnTo>
                  <a:lnTo>
                    <a:pt x="45353" y="66607"/>
                  </a:lnTo>
                  <a:lnTo>
                    <a:pt x="45203" y="66757"/>
                  </a:lnTo>
                  <a:lnTo>
                    <a:pt x="45053" y="67206"/>
                  </a:lnTo>
                  <a:lnTo>
                    <a:pt x="45053" y="67655"/>
                  </a:lnTo>
                  <a:lnTo>
                    <a:pt x="45053" y="67804"/>
                  </a:lnTo>
                  <a:lnTo>
                    <a:pt x="45203" y="67804"/>
                  </a:lnTo>
                  <a:lnTo>
                    <a:pt x="45502" y="66906"/>
                  </a:lnTo>
                  <a:lnTo>
                    <a:pt x="45502" y="66757"/>
                  </a:lnTo>
                  <a:lnTo>
                    <a:pt x="45951" y="67206"/>
                  </a:lnTo>
                  <a:lnTo>
                    <a:pt x="46101" y="67355"/>
                  </a:lnTo>
                  <a:lnTo>
                    <a:pt x="45802" y="68104"/>
                  </a:lnTo>
                  <a:lnTo>
                    <a:pt x="45951" y="68104"/>
                  </a:lnTo>
                  <a:lnTo>
                    <a:pt x="46251" y="67505"/>
                  </a:lnTo>
                  <a:lnTo>
                    <a:pt x="46849" y="68104"/>
                  </a:lnTo>
                  <a:lnTo>
                    <a:pt x="46700" y="68104"/>
                  </a:lnTo>
                  <a:lnTo>
                    <a:pt x="46700" y="68702"/>
                  </a:lnTo>
                  <a:lnTo>
                    <a:pt x="45203" y="68253"/>
                  </a:lnTo>
                  <a:lnTo>
                    <a:pt x="44155" y="68104"/>
                  </a:lnTo>
                  <a:lnTo>
                    <a:pt x="33378" y="64961"/>
                  </a:lnTo>
                  <a:lnTo>
                    <a:pt x="35534" y="61368"/>
                  </a:lnTo>
                  <a:lnTo>
                    <a:pt x="35623" y="61368"/>
                  </a:lnTo>
                  <a:lnTo>
                    <a:pt x="36971" y="59422"/>
                  </a:lnTo>
                  <a:lnTo>
                    <a:pt x="37569" y="58375"/>
                  </a:lnTo>
                  <a:close/>
                  <a:moveTo>
                    <a:pt x="171831" y="58375"/>
                  </a:moveTo>
                  <a:lnTo>
                    <a:pt x="172579" y="59422"/>
                  </a:lnTo>
                  <a:lnTo>
                    <a:pt x="173777" y="61368"/>
                  </a:lnTo>
                  <a:lnTo>
                    <a:pt x="173926" y="61368"/>
                  </a:lnTo>
                  <a:lnTo>
                    <a:pt x="176022" y="64961"/>
                  </a:lnTo>
                  <a:lnTo>
                    <a:pt x="165245" y="68104"/>
                  </a:lnTo>
                  <a:lnTo>
                    <a:pt x="164197" y="68403"/>
                  </a:lnTo>
                  <a:lnTo>
                    <a:pt x="162850" y="68702"/>
                  </a:lnTo>
                  <a:lnTo>
                    <a:pt x="162700" y="68104"/>
                  </a:lnTo>
                  <a:lnTo>
                    <a:pt x="163149" y="67505"/>
                  </a:lnTo>
                  <a:lnTo>
                    <a:pt x="163449" y="68104"/>
                  </a:lnTo>
                  <a:lnTo>
                    <a:pt x="163598" y="68104"/>
                  </a:lnTo>
                  <a:lnTo>
                    <a:pt x="163449" y="67355"/>
                  </a:lnTo>
                  <a:lnTo>
                    <a:pt x="163449" y="67206"/>
                  </a:lnTo>
                  <a:lnTo>
                    <a:pt x="163898" y="66757"/>
                  </a:lnTo>
                  <a:lnTo>
                    <a:pt x="163898" y="66906"/>
                  </a:lnTo>
                  <a:lnTo>
                    <a:pt x="164347" y="67804"/>
                  </a:lnTo>
                  <a:lnTo>
                    <a:pt x="164497" y="67655"/>
                  </a:lnTo>
                  <a:lnTo>
                    <a:pt x="164347" y="67206"/>
                  </a:lnTo>
                  <a:lnTo>
                    <a:pt x="164197" y="66757"/>
                  </a:lnTo>
                  <a:lnTo>
                    <a:pt x="164047" y="66607"/>
                  </a:lnTo>
                  <a:lnTo>
                    <a:pt x="164197" y="66457"/>
                  </a:lnTo>
                  <a:lnTo>
                    <a:pt x="164497" y="66158"/>
                  </a:lnTo>
                  <a:lnTo>
                    <a:pt x="165095" y="67206"/>
                  </a:lnTo>
                  <a:lnTo>
                    <a:pt x="165245" y="67206"/>
                  </a:lnTo>
                  <a:lnTo>
                    <a:pt x="165245" y="67056"/>
                  </a:lnTo>
                  <a:lnTo>
                    <a:pt x="164796" y="65859"/>
                  </a:lnTo>
                  <a:lnTo>
                    <a:pt x="165245" y="65410"/>
                  </a:lnTo>
                  <a:lnTo>
                    <a:pt x="165395" y="65559"/>
                  </a:lnTo>
                  <a:lnTo>
                    <a:pt x="165993" y="66607"/>
                  </a:lnTo>
                  <a:lnTo>
                    <a:pt x="165993" y="66457"/>
                  </a:lnTo>
                  <a:lnTo>
                    <a:pt x="165844" y="66008"/>
                  </a:lnTo>
                  <a:lnTo>
                    <a:pt x="165544" y="65410"/>
                  </a:lnTo>
                  <a:lnTo>
                    <a:pt x="165395" y="65110"/>
                  </a:lnTo>
                  <a:lnTo>
                    <a:pt x="165993" y="64511"/>
                  </a:lnTo>
                  <a:lnTo>
                    <a:pt x="166442" y="65410"/>
                  </a:lnTo>
                  <a:lnTo>
                    <a:pt x="166891" y="66008"/>
                  </a:lnTo>
                  <a:lnTo>
                    <a:pt x="167041" y="66008"/>
                  </a:lnTo>
                  <a:lnTo>
                    <a:pt x="166442" y="64961"/>
                  </a:lnTo>
                  <a:lnTo>
                    <a:pt x="166143" y="64362"/>
                  </a:lnTo>
                  <a:lnTo>
                    <a:pt x="166742" y="63763"/>
                  </a:lnTo>
                  <a:lnTo>
                    <a:pt x="167041" y="64212"/>
                  </a:lnTo>
                  <a:lnTo>
                    <a:pt x="167640" y="65559"/>
                  </a:lnTo>
                  <a:lnTo>
                    <a:pt x="167789" y="65559"/>
                  </a:lnTo>
                  <a:lnTo>
                    <a:pt x="167191" y="64062"/>
                  </a:lnTo>
                  <a:lnTo>
                    <a:pt x="166891" y="63613"/>
                  </a:lnTo>
                  <a:lnTo>
                    <a:pt x="167490" y="63015"/>
                  </a:lnTo>
                  <a:lnTo>
                    <a:pt x="167789" y="63314"/>
                  </a:lnTo>
                  <a:lnTo>
                    <a:pt x="168687" y="65110"/>
                  </a:lnTo>
                  <a:lnTo>
                    <a:pt x="168837" y="65110"/>
                  </a:lnTo>
                  <a:lnTo>
                    <a:pt x="168538" y="64362"/>
                  </a:lnTo>
                  <a:lnTo>
                    <a:pt x="168238" y="63613"/>
                  </a:lnTo>
                  <a:lnTo>
                    <a:pt x="167640" y="62865"/>
                  </a:lnTo>
                  <a:lnTo>
                    <a:pt x="168388" y="62117"/>
                  </a:lnTo>
                  <a:lnTo>
                    <a:pt x="168837" y="63015"/>
                  </a:lnTo>
                  <a:lnTo>
                    <a:pt x="169286" y="63763"/>
                  </a:lnTo>
                  <a:lnTo>
                    <a:pt x="169735" y="64511"/>
                  </a:lnTo>
                  <a:lnTo>
                    <a:pt x="169436" y="63613"/>
                  </a:lnTo>
                  <a:lnTo>
                    <a:pt x="168987" y="62865"/>
                  </a:lnTo>
                  <a:lnTo>
                    <a:pt x="168538" y="61967"/>
                  </a:lnTo>
                  <a:lnTo>
                    <a:pt x="169436" y="61069"/>
                  </a:lnTo>
                  <a:lnTo>
                    <a:pt x="169885" y="61967"/>
                  </a:lnTo>
                  <a:lnTo>
                    <a:pt x="170633" y="63464"/>
                  </a:lnTo>
                  <a:lnTo>
                    <a:pt x="170783" y="63464"/>
                  </a:lnTo>
                  <a:lnTo>
                    <a:pt x="170783" y="63314"/>
                  </a:lnTo>
                  <a:lnTo>
                    <a:pt x="170633" y="62715"/>
                  </a:lnTo>
                  <a:lnTo>
                    <a:pt x="170334" y="62117"/>
                  </a:lnTo>
                  <a:lnTo>
                    <a:pt x="169586" y="60770"/>
                  </a:lnTo>
                  <a:lnTo>
                    <a:pt x="170184" y="60171"/>
                  </a:lnTo>
                  <a:lnTo>
                    <a:pt x="170783" y="61368"/>
                  </a:lnTo>
                  <a:lnTo>
                    <a:pt x="171232" y="62266"/>
                  </a:lnTo>
                  <a:lnTo>
                    <a:pt x="171831" y="63015"/>
                  </a:lnTo>
                  <a:lnTo>
                    <a:pt x="171531" y="62117"/>
                  </a:lnTo>
                  <a:lnTo>
                    <a:pt x="171082" y="61219"/>
                  </a:lnTo>
                  <a:lnTo>
                    <a:pt x="170334" y="60021"/>
                  </a:lnTo>
                  <a:lnTo>
                    <a:pt x="171082" y="59273"/>
                  </a:lnTo>
                  <a:lnTo>
                    <a:pt x="171681" y="60470"/>
                  </a:lnTo>
                  <a:lnTo>
                    <a:pt x="172729" y="62117"/>
                  </a:lnTo>
                  <a:lnTo>
                    <a:pt x="172878" y="62117"/>
                  </a:lnTo>
                  <a:lnTo>
                    <a:pt x="172429" y="61219"/>
                  </a:lnTo>
                  <a:lnTo>
                    <a:pt x="171980" y="60320"/>
                  </a:lnTo>
                  <a:lnTo>
                    <a:pt x="171232" y="59123"/>
                  </a:lnTo>
                  <a:lnTo>
                    <a:pt x="171831" y="58375"/>
                  </a:lnTo>
                  <a:close/>
                  <a:moveTo>
                    <a:pt x="46999" y="68253"/>
                  </a:moveTo>
                  <a:lnTo>
                    <a:pt x="47747" y="69002"/>
                  </a:lnTo>
                  <a:lnTo>
                    <a:pt x="47747" y="69002"/>
                  </a:lnTo>
                  <a:lnTo>
                    <a:pt x="46849" y="68852"/>
                  </a:lnTo>
                  <a:lnTo>
                    <a:pt x="46999" y="68253"/>
                  </a:lnTo>
                  <a:close/>
                  <a:moveTo>
                    <a:pt x="162401" y="68253"/>
                  </a:moveTo>
                  <a:lnTo>
                    <a:pt x="162700" y="68852"/>
                  </a:lnTo>
                  <a:lnTo>
                    <a:pt x="161653" y="69002"/>
                  </a:lnTo>
                  <a:lnTo>
                    <a:pt x="161653" y="69002"/>
                  </a:lnTo>
                  <a:lnTo>
                    <a:pt x="162401" y="68253"/>
                  </a:lnTo>
                  <a:close/>
                  <a:moveTo>
                    <a:pt x="76037" y="61219"/>
                  </a:moveTo>
                  <a:lnTo>
                    <a:pt x="79479" y="67206"/>
                  </a:lnTo>
                  <a:lnTo>
                    <a:pt x="76935" y="69002"/>
                  </a:lnTo>
                  <a:lnTo>
                    <a:pt x="71247" y="64811"/>
                  </a:lnTo>
                  <a:lnTo>
                    <a:pt x="73492" y="63015"/>
                  </a:lnTo>
                  <a:lnTo>
                    <a:pt x="76037" y="61219"/>
                  </a:lnTo>
                  <a:close/>
                  <a:moveTo>
                    <a:pt x="114354" y="62117"/>
                  </a:moveTo>
                  <a:lnTo>
                    <a:pt x="116599" y="62566"/>
                  </a:lnTo>
                  <a:lnTo>
                    <a:pt x="118695" y="63314"/>
                  </a:lnTo>
                  <a:lnTo>
                    <a:pt x="120790" y="64062"/>
                  </a:lnTo>
                  <a:lnTo>
                    <a:pt x="122886" y="64961"/>
                  </a:lnTo>
                  <a:lnTo>
                    <a:pt x="124832" y="65859"/>
                  </a:lnTo>
                  <a:lnTo>
                    <a:pt x="126778" y="67056"/>
                  </a:lnTo>
                  <a:lnTo>
                    <a:pt x="128723" y="68104"/>
                  </a:lnTo>
                  <a:lnTo>
                    <a:pt x="130520" y="69451"/>
                  </a:lnTo>
                  <a:lnTo>
                    <a:pt x="117048" y="79629"/>
                  </a:lnTo>
                  <a:lnTo>
                    <a:pt x="114354" y="62117"/>
                  </a:lnTo>
                  <a:close/>
                  <a:moveTo>
                    <a:pt x="64511" y="71546"/>
                  </a:moveTo>
                  <a:lnTo>
                    <a:pt x="68852" y="77234"/>
                  </a:lnTo>
                  <a:lnTo>
                    <a:pt x="67056" y="79779"/>
                  </a:lnTo>
                  <a:lnTo>
                    <a:pt x="61218" y="76186"/>
                  </a:lnTo>
                  <a:lnTo>
                    <a:pt x="62865" y="73792"/>
                  </a:lnTo>
                  <a:lnTo>
                    <a:pt x="64511" y="71546"/>
                  </a:lnTo>
                  <a:close/>
                  <a:moveTo>
                    <a:pt x="94896" y="62117"/>
                  </a:moveTo>
                  <a:lnTo>
                    <a:pt x="92352" y="80377"/>
                  </a:lnTo>
                  <a:lnTo>
                    <a:pt x="78132" y="69900"/>
                  </a:lnTo>
                  <a:lnTo>
                    <a:pt x="80078" y="68553"/>
                  </a:lnTo>
                  <a:lnTo>
                    <a:pt x="81874" y="67355"/>
                  </a:lnTo>
                  <a:lnTo>
                    <a:pt x="83970" y="66158"/>
                  </a:lnTo>
                  <a:lnTo>
                    <a:pt x="86065" y="65110"/>
                  </a:lnTo>
                  <a:lnTo>
                    <a:pt x="88161" y="64212"/>
                  </a:lnTo>
                  <a:lnTo>
                    <a:pt x="90256" y="63464"/>
                  </a:lnTo>
                  <a:lnTo>
                    <a:pt x="92501" y="62715"/>
                  </a:lnTo>
                  <a:lnTo>
                    <a:pt x="94896" y="62117"/>
                  </a:lnTo>
                  <a:close/>
                  <a:moveTo>
                    <a:pt x="144140" y="70648"/>
                  </a:moveTo>
                  <a:lnTo>
                    <a:pt x="146535" y="73792"/>
                  </a:lnTo>
                  <a:lnTo>
                    <a:pt x="148780" y="77084"/>
                  </a:lnTo>
                  <a:lnTo>
                    <a:pt x="143093" y="80826"/>
                  </a:lnTo>
                  <a:lnTo>
                    <a:pt x="141596" y="78581"/>
                  </a:lnTo>
                  <a:lnTo>
                    <a:pt x="139949" y="76336"/>
                  </a:lnTo>
                  <a:lnTo>
                    <a:pt x="144140" y="70648"/>
                  </a:lnTo>
                  <a:close/>
                  <a:moveTo>
                    <a:pt x="32929" y="65859"/>
                  </a:moveTo>
                  <a:lnTo>
                    <a:pt x="43706" y="68852"/>
                  </a:lnTo>
                  <a:lnTo>
                    <a:pt x="41311" y="73193"/>
                  </a:lnTo>
                  <a:lnTo>
                    <a:pt x="39365" y="77534"/>
                  </a:lnTo>
                  <a:lnTo>
                    <a:pt x="37569" y="82024"/>
                  </a:lnTo>
                  <a:lnTo>
                    <a:pt x="36222" y="86664"/>
                  </a:lnTo>
                  <a:lnTo>
                    <a:pt x="26343" y="81575"/>
                  </a:lnTo>
                  <a:lnTo>
                    <a:pt x="26643" y="80527"/>
                  </a:lnTo>
                  <a:lnTo>
                    <a:pt x="27990" y="76635"/>
                  </a:lnTo>
                  <a:lnTo>
                    <a:pt x="29487" y="73043"/>
                  </a:lnTo>
                  <a:lnTo>
                    <a:pt x="31133" y="69301"/>
                  </a:lnTo>
                  <a:lnTo>
                    <a:pt x="32929" y="65859"/>
                  </a:lnTo>
                  <a:close/>
                  <a:moveTo>
                    <a:pt x="176471" y="65859"/>
                  </a:moveTo>
                  <a:lnTo>
                    <a:pt x="178417" y="69601"/>
                  </a:lnTo>
                  <a:lnTo>
                    <a:pt x="180213" y="73492"/>
                  </a:lnTo>
                  <a:lnTo>
                    <a:pt x="181710" y="77534"/>
                  </a:lnTo>
                  <a:lnTo>
                    <a:pt x="183057" y="81575"/>
                  </a:lnTo>
                  <a:lnTo>
                    <a:pt x="173178" y="86814"/>
                  </a:lnTo>
                  <a:lnTo>
                    <a:pt x="171831" y="82024"/>
                  </a:lnTo>
                  <a:lnTo>
                    <a:pt x="170035" y="77534"/>
                  </a:lnTo>
                  <a:lnTo>
                    <a:pt x="168089" y="73193"/>
                  </a:lnTo>
                  <a:lnTo>
                    <a:pt x="165694" y="68852"/>
                  </a:lnTo>
                  <a:lnTo>
                    <a:pt x="176471" y="65859"/>
                  </a:lnTo>
                  <a:close/>
                  <a:moveTo>
                    <a:pt x="38168" y="88909"/>
                  </a:moveTo>
                  <a:lnTo>
                    <a:pt x="39216" y="89358"/>
                  </a:lnTo>
                  <a:lnTo>
                    <a:pt x="38168" y="89358"/>
                  </a:lnTo>
                  <a:lnTo>
                    <a:pt x="38168" y="88909"/>
                  </a:lnTo>
                  <a:close/>
                  <a:moveTo>
                    <a:pt x="171232" y="88909"/>
                  </a:moveTo>
                  <a:lnTo>
                    <a:pt x="171232" y="89358"/>
                  </a:lnTo>
                  <a:lnTo>
                    <a:pt x="170334" y="89358"/>
                  </a:lnTo>
                  <a:lnTo>
                    <a:pt x="171232" y="88909"/>
                  </a:lnTo>
                  <a:close/>
                  <a:moveTo>
                    <a:pt x="26194" y="82623"/>
                  </a:moveTo>
                  <a:lnTo>
                    <a:pt x="26942" y="83072"/>
                  </a:lnTo>
                  <a:lnTo>
                    <a:pt x="26643" y="84568"/>
                  </a:lnTo>
                  <a:lnTo>
                    <a:pt x="26493" y="85466"/>
                  </a:lnTo>
                  <a:lnTo>
                    <a:pt x="26343" y="86365"/>
                  </a:lnTo>
                  <a:lnTo>
                    <a:pt x="26493" y="86365"/>
                  </a:lnTo>
                  <a:lnTo>
                    <a:pt x="26942" y="84419"/>
                  </a:lnTo>
                  <a:lnTo>
                    <a:pt x="27241" y="83221"/>
                  </a:lnTo>
                  <a:lnTo>
                    <a:pt x="27990" y="83670"/>
                  </a:lnTo>
                  <a:lnTo>
                    <a:pt x="27840" y="85017"/>
                  </a:lnTo>
                  <a:lnTo>
                    <a:pt x="27690" y="85916"/>
                  </a:lnTo>
                  <a:lnTo>
                    <a:pt x="27541" y="86814"/>
                  </a:lnTo>
                  <a:lnTo>
                    <a:pt x="27541" y="86963"/>
                  </a:lnTo>
                  <a:lnTo>
                    <a:pt x="27690" y="86963"/>
                  </a:lnTo>
                  <a:lnTo>
                    <a:pt x="27990" y="85916"/>
                  </a:lnTo>
                  <a:lnTo>
                    <a:pt x="28140" y="85017"/>
                  </a:lnTo>
                  <a:lnTo>
                    <a:pt x="28289" y="83670"/>
                  </a:lnTo>
                  <a:lnTo>
                    <a:pt x="29038" y="84119"/>
                  </a:lnTo>
                  <a:lnTo>
                    <a:pt x="28738" y="85466"/>
                  </a:lnTo>
                  <a:lnTo>
                    <a:pt x="28738" y="86215"/>
                  </a:lnTo>
                  <a:lnTo>
                    <a:pt x="28738" y="86963"/>
                  </a:lnTo>
                  <a:lnTo>
                    <a:pt x="28888" y="86963"/>
                  </a:lnTo>
                  <a:lnTo>
                    <a:pt x="29187" y="85167"/>
                  </a:lnTo>
                  <a:lnTo>
                    <a:pt x="29337" y="84269"/>
                  </a:lnTo>
                  <a:lnTo>
                    <a:pt x="30385" y="84868"/>
                  </a:lnTo>
                  <a:lnTo>
                    <a:pt x="30085" y="86215"/>
                  </a:lnTo>
                  <a:lnTo>
                    <a:pt x="30085" y="87562"/>
                  </a:lnTo>
                  <a:lnTo>
                    <a:pt x="30385" y="86814"/>
                  </a:lnTo>
                  <a:lnTo>
                    <a:pt x="30534" y="85766"/>
                  </a:lnTo>
                  <a:lnTo>
                    <a:pt x="30684" y="85017"/>
                  </a:lnTo>
                  <a:lnTo>
                    <a:pt x="31432" y="85317"/>
                  </a:lnTo>
                  <a:lnTo>
                    <a:pt x="31283" y="86365"/>
                  </a:lnTo>
                  <a:lnTo>
                    <a:pt x="31133" y="87113"/>
                  </a:lnTo>
                  <a:lnTo>
                    <a:pt x="31133" y="87861"/>
                  </a:lnTo>
                  <a:lnTo>
                    <a:pt x="31283" y="87861"/>
                  </a:lnTo>
                  <a:lnTo>
                    <a:pt x="31582" y="85916"/>
                  </a:lnTo>
                  <a:lnTo>
                    <a:pt x="31732" y="85466"/>
                  </a:lnTo>
                  <a:lnTo>
                    <a:pt x="32480" y="85916"/>
                  </a:lnTo>
                  <a:lnTo>
                    <a:pt x="32331" y="86215"/>
                  </a:lnTo>
                  <a:lnTo>
                    <a:pt x="32181" y="87113"/>
                  </a:lnTo>
                  <a:lnTo>
                    <a:pt x="32181" y="88011"/>
                  </a:lnTo>
                  <a:lnTo>
                    <a:pt x="32331" y="88011"/>
                  </a:lnTo>
                  <a:lnTo>
                    <a:pt x="32480" y="86814"/>
                  </a:lnTo>
                  <a:lnTo>
                    <a:pt x="32630" y="86065"/>
                  </a:lnTo>
                  <a:lnTo>
                    <a:pt x="33378" y="86365"/>
                  </a:lnTo>
                  <a:lnTo>
                    <a:pt x="33229" y="87263"/>
                  </a:lnTo>
                  <a:lnTo>
                    <a:pt x="33229" y="88161"/>
                  </a:lnTo>
                  <a:lnTo>
                    <a:pt x="33528" y="87412"/>
                  </a:lnTo>
                  <a:lnTo>
                    <a:pt x="33678" y="86514"/>
                  </a:lnTo>
                  <a:lnTo>
                    <a:pt x="34426" y="86814"/>
                  </a:lnTo>
                  <a:lnTo>
                    <a:pt x="34276" y="87263"/>
                  </a:lnTo>
                  <a:lnTo>
                    <a:pt x="34276" y="87712"/>
                  </a:lnTo>
                  <a:lnTo>
                    <a:pt x="34276" y="88310"/>
                  </a:lnTo>
                  <a:lnTo>
                    <a:pt x="34576" y="87263"/>
                  </a:lnTo>
                  <a:lnTo>
                    <a:pt x="34576" y="86963"/>
                  </a:lnTo>
                  <a:lnTo>
                    <a:pt x="35324" y="87263"/>
                  </a:lnTo>
                  <a:lnTo>
                    <a:pt x="35174" y="88610"/>
                  </a:lnTo>
                  <a:lnTo>
                    <a:pt x="35324" y="88759"/>
                  </a:lnTo>
                  <a:lnTo>
                    <a:pt x="35324" y="88610"/>
                  </a:lnTo>
                  <a:lnTo>
                    <a:pt x="35474" y="87412"/>
                  </a:lnTo>
                  <a:lnTo>
                    <a:pt x="35923" y="87712"/>
                  </a:lnTo>
                  <a:lnTo>
                    <a:pt x="36072" y="87712"/>
                  </a:lnTo>
                  <a:lnTo>
                    <a:pt x="36072" y="88011"/>
                  </a:lnTo>
                  <a:lnTo>
                    <a:pt x="36222" y="88909"/>
                  </a:lnTo>
                  <a:lnTo>
                    <a:pt x="36372" y="88161"/>
                  </a:lnTo>
                  <a:lnTo>
                    <a:pt x="36372" y="87861"/>
                  </a:lnTo>
                  <a:lnTo>
                    <a:pt x="36821" y="88161"/>
                  </a:lnTo>
                  <a:lnTo>
                    <a:pt x="36971" y="88310"/>
                  </a:lnTo>
                  <a:lnTo>
                    <a:pt x="37120" y="89059"/>
                  </a:lnTo>
                  <a:lnTo>
                    <a:pt x="37270" y="88310"/>
                  </a:lnTo>
                  <a:lnTo>
                    <a:pt x="38018" y="88759"/>
                  </a:lnTo>
                  <a:lnTo>
                    <a:pt x="38018" y="89358"/>
                  </a:lnTo>
                  <a:lnTo>
                    <a:pt x="36522" y="89508"/>
                  </a:lnTo>
                  <a:lnTo>
                    <a:pt x="35474" y="89508"/>
                  </a:lnTo>
                  <a:lnTo>
                    <a:pt x="24398" y="90107"/>
                  </a:lnTo>
                  <a:lnTo>
                    <a:pt x="24398" y="90107"/>
                  </a:lnTo>
                  <a:lnTo>
                    <a:pt x="25146" y="86065"/>
                  </a:lnTo>
                  <a:lnTo>
                    <a:pt x="25296" y="86065"/>
                  </a:lnTo>
                  <a:lnTo>
                    <a:pt x="25745" y="84269"/>
                  </a:lnTo>
                  <a:lnTo>
                    <a:pt x="26044" y="83521"/>
                  </a:lnTo>
                  <a:lnTo>
                    <a:pt x="26194" y="82623"/>
                  </a:lnTo>
                  <a:close/>
                  <a:moveTo>
                    <a:pt x="183356" y="82623"/>
                  </a:moveTo>
                  <a:lnTo>
                    <a:pt x="183506" y="83521"/>
                  </a:lnTo>
                  <a:lnTo>
                    <a:pt x="183655" y="84269"/>
                  </a:lnTo>
                  <a:lnTo>
                    <a:pt x="184104" y="86065"/>
                  </a:lnTo>
                  <a:lnTo>
                    <a:pt x="184254" y="86065"/>
                  </a:lnTo>
                  <a:lnTo>
                    <a:pt x="185002" y="90107"/>
                  </a:lnTo>
                  <a:lnTo>
                    <a:pt x="185002" y="90107"/>
                  </a:lnTo>
                  <a:lnTo>
                    <a:pt x="173926" y="89508"/>
                  </a:lnTo>
                  <a:lnTo>
                    <a:pt x="172878" y="89508"/>
                  </a:lnTo>
                  <a:lnTo>
                    <a:pt x="171382" y="89358"/>
                  </a:lnTo>
                  <a:lnTo>
                    <a:pt x="171531" y="88759"/>
                  </a:lnTo>
                  <a:lnTo>
                    <a:pt x="172130" y="88310"/>
                  </a:lnTo>
                  <a:lnTo>
                    <a:pt x="172280" y="89059"/>
                  </a:lnTo>
                  <a:lnTo>
                    <a:pt x="172429" y="89059"/>
                  </a:lnTo>
                  <a:lnTo>
                    <a:pt x="172429" y="88310"/>
                  </a:lnTo>
                  <a:lnTo>
                    <a:pt x="172579" y="88161"/>
                  </a:lnTo>
                  <a:lnTo>
                    <a:pt x="173028" y="87861"/>
                  </a:lnTo>
                  <a:lnTo>
                    <a:pt x="173028" y="88161"/>
                  </a:lnTo>
                  <a:lnTo>
                    <a:pt x="173178" y="88909"/>
                  </a:lnTo>
                  <a:lnTo>
                    <a:pt x="173178" y="89059"/>
                  </a:lnTo>
                  <a:lnTo>
                    <a:pt x="173328" y="88909"/>
                  </a:lnTo>
                  <a:lnTo>
                    <a:pt x="173328" y="88011"/>
                  </a:lnTo>
                  <a:lnTo>
                    <a:pt x="173328" y="87712"/>
                  </a:lnTo>
                  <a:lnTo>
                    <a:pt x="173477" y="87712"/>
                  </a:lnTo>
                  <a:lnTo>
                    <a:pt x="173926" y="87412"/>
                  </a:lnTo>
                  <a:lnTo>
                    <a:pt x="174076" y="88610"/>
                  </a:lnTo>
                  <a:lnTo>
                    <a:pt x="174226" y="88759"/>
                  </a:lnTo>
                  <a:lnTo>
                    <a:pt x="174226" y="88610"/>
                  </a:lnTo>
                  <a:lnTo>
                    <a:pt x="174226" y="87263"/>
                  </a:lnTo>
                  <a:lnTo>
                    <a:pt x="174824" y="86963"/>
                  </a:lnTo>
                  <a:lnTo>
                    <a:pt x="174824" y="87263"/>
                  </a:lnTo>
                  <a:lnTo>
                    <a:pt x="175124" y="88310"/>
                  </a:lnTo>
                  <a:lnTo>
                    <a:pt x="175273" y="87712"/>
                  </a:lnTo>
                  <a:lnTo>
                    <a:pt x="175124" y="87263"/>
                  </a:lnTo>
                  <a:lnTo>
                    <a:pt x="175124" y="86814"/>
                  </a:lnTo>
                  <a:lnTo>
                    <a:pt x="175722" y="86514"/>
                  </a:lnTo>
                  <a:lnTo>
                    <a:pt x="175872" y="87412"/>
                  </a:lnTo>
                  <a:lnTo>
                    <a:pt x="176171" y="88161"/>
                  </a:lnTo>
                  <a:lnTo>
                    <a:pt x="176171" y="87263"/>
                  </a:lnTo>
                  <a:lnTo>
                    <a:pt x="176022" y="86365"/>
                  </a:lnTo>
                  <a:lnTo>
                    <a:pt x="176770" y="86065"/>
                  </a:lnTo>
                  <a:lnTo>
                    <a:pt x="176920" y="86814"/>
                  </a:lnTo>
                  <a:lnTo>
                    <a:pt x="177069" y="88011"/>
                  </a:lnTo>
                  <a:lnTo>
                    <a:pt x="177219" y="88011"/>
                  </a:lnTo>
                  <a:lnTo>
                    <a:pt x="177219" y="87113"/>
                  </a:lnTo>
                  <a:lnTo>
                    <a:pt x="177069" y="86215"/>
                  </a:lnTo>
                  <a:lnTo>
                    <a:pt x="177069" y="85916"/>
                  </a:lnTo>
                  <a:lnTo>
                    <a:pt x="177668" y="85466"/>
                  </a:lnTo>
                  <a:lnTo>
                    <a:pt x="177818" y="85916"/>
                  </a:lnTo>
                  <a:lnTo>
                    <a:pt x="178267" y="87861"/>
                  </a:lnTo>
                  <a:lnTo>
                    <a:pt x="178267" y="87113"/>
                  </a:lnTo>
                  <a:lnTo>
                    <a:pt x="178117" y="86365"/>
                  </a:lnTo>
                  <a:lnTo>
                    <a:pt x="177968" y="85317"/>
                  </a:lnTo>
                  <a:lnTo>
                    <a:pt x="178716" y="85017"/>
                  </a:lnTo>
                  <a:lnTo>
                    <a:pt x="178866" y="85766"/>
                  </a:lnTo>
                  <a:lnTo>
                    <a:pt x="179015" y="86814"/>
                  </a:lnTo>
                  <a:lnTo>
                    <a:pt x="179315" y="87562"/>
                  </a:lnTo>
                  <a:lnTo>
                    <a:pt x="179315" y="86215"/>
                  </a:lnTo>
                  <a:lnTo>
                    <a:pt x="179015" y="84868"/>
                  </a:lnTo>
                  <a:lnTo>
                    <a:pt x="180063" y="84269"/>
                  </a:lnTo>
                  <a:lnTo>
                    <a:pt x="180362" y="85167"/>
                  </a:lnTo>
                  <a:lnTo>
                    <a:pt x="180512" y="86963"/>
                  </a:lnTo>
                  <a:lnTo>
                    <a:pt x="180662" y="86963"/>
                  </a:lnTo>
                  <a:lnTo>
                    <a:pt x="180662" y="86215"/>
                  </a:lnTo>
                  <a:lnTo>
                    <a:pt x="180662" y="85466"/>
                  </a:lnTo>
                  <a:lnTo>
                    <a:pt x="180362" y="84119"/>
                  </a:lnTo>
                  <a:lnTo>
                    <a:pt x="181111" y="83670"/>
                  </a:lnTo>
                  <a:lnTo>
                    <a:pt x="181410" y="85017"/>
                  </a:lnTo>
                  <a:lnTo>
                    <a:pt x="181560" y="85916"/>
                  </a:lnTo>
                  <a:lnTo>
                    <a:pt x="181859" y="86963"/>
                  </a:lnTo>
                  <a:lnTo>
                    <a:pt x="181859" y="86814"/>
                  </a:lnTo>
                  <a:lnTo>
                    <a:pt x="181859" y="85916"/>
                  </a:lnTo>
                  <a:lnTo>
                    <a:pt x="181710" y="85017"/>
                  </a:lnTo>
                  <a:lnTo>
                    <a:pt x="181410" y="83670"/>
                  </a:lnTo>
                  <a:lnTo>
                    <a:pt x="182308" y="83221"/>
                  </a:lnTo>
                  <a:lnTo>
                    <a:pt x="182458" y="84419"/>
                  </a:lnTo>
                  <a:lnTo>
                    <a:pt x="182907" y="86365"/>
                  </a:lnTo>
                  <a:lnTo>
                    <a:pt x="183057" y="86365"/>
                  </a:lnTo>
                  <a:lnTo>
                    <a:pt x="183057" y="85466"/>
                  </a:lnTo>
                  <a:lnTo>
                    <a:pt x="182907" y="84568"/>
                  </a:lnTo>
                  <a:lnTo>
                    <a:pt x="182608" y="83072"/>
                  </a:lnTo>
                  <a:lnTo>
                    <a:pt x="183356" y="82623"/>
                  </a:lnTo>
                  <a:close/>
                  <a:moveTo>
                    <a:pt x="50891" y="51340"/>
                  </a:moveTo>
                  <a:lnTo>
                    <a:pt x="54932" y="54333"/>
                  </a:lnTo>
                  <a:lnTo>
                    <a:pt x="55680" y="54932"/>
                  </a:lnTo>
                  <a:lnTo>
                    <a:pt x="68852" y="64661"/>
                  </a:lnTo>
                  <a:lnTo>
                    <a:pt x="70199" y="65709"/>
                  </a:lnTo>
                  <a:lnTo>
                    <a:pt x="75887" y="69900"/>
                  </a:lnTo>
                  <a:lnTo>
                    <a:pt x="77084" y="70798"/>
                  </a:lnTo>
                  <a:lnTo>
                    <a:pt x="92052" y="81874"/>
                  </a:lnTo>
                  <a:lnTo>
                    <a:pt x="90855" y="90705"/>
                  </a:lnTo>
                  <a:lnTo>
                    <a:pt x="88460" y="91154"/>
                  </a:lnTo>
                  <a:lnTo>
                    <a:pt x="89059" y="90406"/>
                  </a:lnTo>
                  <a:lnTo>
                    <a:pt x="89657" y="89807"/>
                  </a:lnTo>
                  <a:lnTo>
                    <a:pt x="89657" y="89657"/>
                  </a:lnTo>
                  <a:lnTo>
                    <a:pt x="89508" y="89657"/>
                  </a:lnTo>
                  <a:lnTo>
                    <a:pt x="88610" y="90406"/>
                  </a:lnTo>
                  <a:lnTo>
                    <a:pt x="87861" y="91154"/>
                  </a:lnTo>
                  <a:lnTo>
                    <a:pt x="84269" y="91753"/>
                  </a:lnTo>
                  <a:lnTo>
                    <a:pt x="85766" y="90406"/>
                  </a:lnTo>
                  <a:lnTo>
                    <a:pt x="86963" y="89059"/>
                  </a:lnTo>
                  <a:lnTo>
                    <a:pt x="87562" y="88460"/>
                  </a:lnTo>
                  <a:lnTo>
                    <a:pt x="88011" y="87861"/>
                  </a:lnTo>
                  <a:lnTo>
                    <a:pt x="88011" y="87712"/>
                  </a:lnTo>
                  <a:lnTo>
                    <a:pt x="87262" y="88310"/>
                  </a:lnTo>
                  <a:lnTo>
                    <a:pt x="86664" y="88909"/>
                  </a:lnTo>
                  <a:lnTo>
                    <a:pt x="85466" y="90107"/>
                  </a:lnTo>
                  <a:lnTo>
                    <a:pt x="83820" y="91753"/>
                  </a:lnTo>
                  <a:lnTo>
                    <a:pt x="81724" y="92052"/>
                  </a:lnTo>
                  <a:lnTo>
                    <a:pt x="70499" y="77384"/>
                  </a:lnTo>
                  <a:lnTo>
                    <a:pt x="69600" y="76186"/>
                  </a:lnTo>
                  <a:lnTo>
                    <a:pt x="65409" y="70499"/>
                  </a:lnTo>
                  <a:lnTo>
                    <a:pt x="64362" y="69152"/>
                  </a:lnTo>
                  <a:lnTo>
                    <a:pt x="54483" y="56279"/>
                  </a:lnTo>
                  <a:lnTo>
                    <a:pt x="53884" y="55381"/>
                  </a:lnTo>
                  <a:lnTo>
                    <a:pt x="50891" y="51340"/>
                  </a:lnTo>
                  <a:close/>
                  <a:moveTo>
                    <a:pt x="157462" y="50591"/>
                  </a:moveTo>
                  <a:lnTo>
                    <a:pt x="154468" y="54483"/>
                  </a:lnTo>
                  <a:lnTo>
                    <a:pt x="154019" y="55231"/>
                  </a:lnTo>
                  <a:lnTo>
                    <a:pt x="144290" y="68253"/>
                  </a:lnTo>
                  <a:lnTo>
                    <a:pt x="143242" y="69750"/>
                  </a:lnTo>
                  <a:lnTo>
                    <a:pt x="139051" y="75438"/>
                  </a:lnTo>
                  <a:lnTo>
                    <a:pt x="138153" y="76635"/>
                  </a:lnTo>
                  <a:lnTo>
                    <a:pt x="126778" y="92052"/>
                  </a:lnTo>
                  <a:lnTo>
                    <a:pt x="118695" y="91005"/>
                  </a:lnTo>
                  <a:lnTo>
                    <a:pt x="118396" y="88759"/>
                  </a:lnTo>
                  <a:lnTo>
                    <a:pt x="118396" y="88759"/>
                  </a:lnTo>
                  <a:lnTo>
                    <a:pt x="119144" y="89358"/>
                  </a:lnTo>
                  <a:lnTo>
                    <a:pt x="119144" y="89208"/>
                  </a:lnTo>
                  <a:lnTo>
                    <a:pt x="118246" y="88161"/>
                  </a:lnTo>
                  <a:lnTo>
                    <a:pt x="117797" y="84718"/>
                  </a:lnTo>
                  <a:lnTo>
                    <a:pt x="118545" y="85466"/>
                  </a:lnTo>
                  <a:lnTo>
                    <a:pt x="119743" y="86664"/>
                  </a:lnTo>
                  <a:lnTo>
                    <a:pt x="120341" y="87263"/>
                  </a:lnTo>
                  <a:lnTo>
                    <a:pt x="120940" y="87712"/>
                  </a:lnTo>
                  <a:lnTo>
                    <a:pt x="121090" y="87712"/>
                  </a:lnTo>
                  <a:lnTo>
                    <a:pt x="120641" y="86963"/>
                  </a:lnTo>
                  <a:lnTo>
                    <a:pt x="120042" y="86365"/>
                  </a:lnTo>
                  <a:lnTo>
                    <a:pt x="118695" y="85167"/>
                  </a:lnTo>
                  <a:lnTo>
                    <a:pt x="117647" y="84119"/>
                  </a:lnTo>
                  <a:lnTo>
                    <a:pt x="117198" y="80976"/>
                  </a:lnTo>
                  <a:lnTo>
                    <a:pt x="131567" y="70199"/>
                  </a:lnTo>
                  <a:lnTo>
                    <a:pt x="132765" y="69301"/>
                  </a:lnTo>
                  <a:lnTo>
                    <a:pt x="138452" y="64961"/>
                  </a:lnTo>
                  <a:lnTo>
                    <a:pt x="139800" y="63913"/>
                  </a:lnTo>
                  <a:lnTo>
                    <a:pt x="152672" y="54184"/>
                  </a:lnTo>
                  <a:lnTo>
                    <a:pt x="153570" y="53585"/>
                  </a:lnTo>
                  <a:lnTo>
                    <a:pt x="157462" y="50591"/>
                  </a:lnTo>
                  <a:close/>
                  <a:moveTo>
                    <a:pt x="149379" y="77833"/>
                  </a:moveTo>
                  <a:lnTo>
                    <a:pt x="151175" y="81275"/>
                  </a:lnTo>
                  <a:lnTo>
                    <a:pt x="152822" y="84868"/>
                  </a:lnTo>
                  <a:lnTo>
                    <a:pt x="154169" y="88460"/>
                  </a:lnTo>
                  <a:lnTo>
                    <a:pt x="155366" y="92352"/>
                  </a:lnTo>
                  <a:lnTo>
                    <a:pt x="148481" y="93100"/>
                  </a:lnTo>
                  <a:lnTo>
                    <a:pt x="147583" y="90107"/>
                  </a:lnTo>
                  <a:lnTo>
                    <a:pt x="146385" y="87263"/>
                  </a:lnTo>
                  <a:lnTo>
                    <a:pt x="145038" y="84419"/>
                  </a:lnTo>
                  <a:lnTo>
                    <a:pt x="143542" y="81575"/>
                  </a:lnTo>
                  <a:lnTo>
                    <a:pt x="149379" y="77833"/>
                  </a:lnTo>
                  <a:close/>
                  <a:moveTo>
                    <a:pt x="60620" y="76935"/>
                  </a:moveTo>
                  <a:lnTo>
                    <a:pt x="66457" y="80527"/>
                  </a:lnTo>
                  <a:lnTo>
                    <a:pt x="64661" y="83521"/>
                  </a:lnTo>
                  <a:lnTo>
                    <a:pt x="63164" y="86664"/>
                  </a:lnTo>
                  <a:lnTo>
                    <a:pt x="61967" y="89957"/>
                  </a:lnTo>
                  <a:lnTo>
                    <a:pt x="60919" y="93399"/>
                  </a:lnTo>
                  <a:lnTo>
                    <a:pt x="54184" y="91903"/>
                  </a:lnTo>
                  <a:lnTo>
                    <a:pt x="55381" y="88011"/>
                  </a:lnTo>
                  <a:lnTo>
                    <a:pt x="56878" y="84119"/>
                  </a:lnTo>
                  <a:lnTo>
                    <a:pt x="58524" y="80527"/>
                  </a:lnTo>
                  <a:lnTo>
                    <a:pt x="60620" y="76935"/>
                  </a:lnTo>
                  <a:close/>
                  <a:moveTo>
                    <a:pt x="139051" y="77683"/>
                  </a:moveTo>
                  <a:lnTo>
                    <a:pt x="140398" y="79479"/>
                  </a:lnTo>
                  <a:lnTo>
                    <a:pt x="141745" y="81575"/>
                  </a:lnTo>
                  <a:lnTo>
                    <a:pt x="142943" y="83521"/>
                  </a:lnTo>
                  <a:lnTo>
                    <a:pt x="144140" y="85766"/>
                  </a:lnTo>
                  <a:lnTo>
                    <a:pt x="145038" y="87861"/>
                  </a:lnTo>
                  <a:lnTo>
                    <a:pt x="145936" y="90256"/>
                  </a:lnTo>
                  <a:lnTo>
                    <a:pt x="146685" y="92501"/>
                  </a:lnTo>
                  <a:lnTo>
                    <a:pt x="147283" y="94896"/>
                  </a:lnTo>
                  <a:lnTo>
                    <a:pt x="128274" y="92202"/>
                  </a:lnTo>
                  <a:lnTo>
                    <a:pt x="139051" y="77683"/>
                  </a:lnTo>
                  <a:close/>
                  <a:moveTo>
                    <a:pt x="69750" y="78432"/>
                  </a:moveTo>
                  <a:lnTo>
                    <a:pt x="80377" y="92352"/>
                  </a:lnTo>
                  <a:lnTo>
                    <a:pt x="61967" y="95046"/>
                  </a:lnTo>
                  <a:lnTo>
                    <a:pt x="61967" y="95046"/>
                  </a:lnTo>
                  <a:lnTo>
                    <a:pt x="62566" y="92801"/>
                  </a:lnTo>
                  <a:lnTo>
                    <a:pt x="63314" y="90556"/>
                  </a:lnTo>
                  <a:lnTo>
                    <a:pt x="64062" y="88460"/>
                  </a:lnTo>
                  <a:lnTo>
                    <a:pt x="64960" y="86215"/>
                  </a:lnTo>
                  <a:lnTo>
                    <a:pt x="66008" y="84119"/>
                  </a:lnTo>
                  <a:lnTo>
                    <a:pt x="67206" y="82174"/>
                  </a:lnTo>
                  <a:lnTo>
                    <a:pt x="68403" y="80228"/>
                  </a:lnTo>
                  <a:lnTo>
                    <a:pt x="69750" y="78432"/>
                  </a:lnTo>
                  <a:close/>
                  <a:moveTo>
                    <a:pt x="155516" y="93250"/>
                  </a:moveTo>
                  <a:lnTo>
                    <a:pt x="156115" y="96094"/>
                  </a:lnTo>
                  <a:lnTo>
                    <a:pt x="148930" y="95046"/>
                  </a:lnTo>
                  <a:lnTo>
                    <a:pt x="148631" y="94148"/>
                  </a:lnTo>
                  <a:lnTo>
                    <a:pt x="155516" y="93250"/>
                  </a:lnTo>
                  <a:close/>
                  <a:moveTo>
                    <a:pt x="53884" y="92950"/>
                  </a:moveTo>
                  <a:lnTo>
                    <a:pt x="60620" y="94447"/>
                  </a:lnTo>
                  <a:lnTo>
                    <a:pt x="60470" y="95345"/>
                  </a:lnTo>
                  <a:lnTo>
                    <a:pt x="53285" y="96393"/>
                  </a:lnTo>
                  <a:lnTo>
                    <a:pt x="53884" y="92950"/>
                  </a:lnTo>
                  <a:close/>
                  <a:moveTo>
                    <a:pt x="154767" y="56129"/>
                  </a:moveTo>
                  <a:lnTo>
                    <a:pt x="157013" y="58524"/>
                  </a:lnTo>
                  <a:lnTo>
                    <a:pt x="159108" y="61069"/>
                  </a:lnTo>
                  <a:lnTo>
                    <a:pt x="161054" y="63613"/>
                  </a:lnTo>
                  <a:lnTo>
                    <a:pt x="163000" y="66308"/>
                  </a:lnTo>
                  <a:lnTo>
                    <a:pt x="158509" y="70948"/>
                  </a:lnTo>
                  <a:lnTo>
                    <a:pt x="164796" y="69152"/>
                  </a:lnTo>
                  <a:lnTo>
                    <a:pt x="167041" y="73492"/>
                  </a:lnTo>
                  <a:lnTo>
                    <a:pt x="169137" y="77833"/>
                  </a:lnTo>
                  <a:lnTo>
                    <a:pt x="170933" y="82473"/>
                  </a:lnTo>
                  <a:lnTo>
                    <a:pt x="172280" y="87263"/>
                  </a:lnTo>
                  <a:lnTo>
                    <a:pt x="166592" y="90107"/>
                  </a:lnTo>
                  <a:lnTo>
                    <a:pt x="173028" y="90406"/>
                  </a:lnTo>
                  <a:lnTo>
                    <a:pt x="173777" y="94447"/>
                  </a:lnTo>
                  <a:lnTo>
                    <a:pt x="174226" y="98638"/>
                  </a:lnTo>
                  <a:lnTo>
                    <a:pt x="157911" y="96393"/>
                  </a:lnTo>
                  <a:lnTo>
                    <a:pt x="157312" y="93100"/>
                  </a:lnTo>
                  <a:lnTo>
                    <a:pt x="161204" y="92651"/>
                  </a:lnTo>
                  <a:lnTo>
                    <a:pt x="161653" y="93250"/>
                  </a:lnTo>
                  <a:lnTo>
                    <a:pt x="162401" y="93699"/>
                  </a:lnTo>
                  <a:lnTo>
                    <a:pt x="163299" y="93848"/>
                  </a:lnTo>
                  <a:lnTo>
                    <a:pt x="164047" y="93549"/>
                  </a:lnTo>
                  <a:lnTo>
                    <a:pt x="164497" y="93399"/>
                  </a:lnTo>
                  <a:lnTo>
                    <a:pt x="164796" y="93100"/>
                  </a:lnTo>
                  <a:lnTo>
                    <a:pt x="165245" y="92352"/>
                  </a:lnTo>
                  <a:lnTo>
                    <a:pt x="165395" y="91603"/>
                  </a:lnTo>
                  <a:lnTo>
                    <a:pt x="165245" y="91154"/>
                  </a:lnTo>
                  <a:lnTo>
                    <a:pt x="165095" y="90705"/>
                  </a:lnTo>
                  <a:lnTo>
                    <a:pt x="164946" y="90256"/>
                  </a:lnTo>
                  <a:lnTo>
                    <a:pt x="164646" y="89957"/>
                  </a:lnTo>
                  <a:lnTo>
                    <a:pt x="163898" y="89508"/>
                  </a:lnTo>
                  <a:lnTo>
                    <a:pt x="163000" y="89358"/>
                  </a:lnTo>
                  <a:lnTo>
                    <a:pt x="162700" y="89508"/>
                  </a:lnTo>
                  <a:lnTo>
                    <a:pt x="162251" y="89657"/>
                  </a:lnTo>
                  <a:lnTo>
                    <a:pt x="161653" y="89957"/>
                  </a:lnTo>
                  <a:lnTo>
                    <a:pt x="161353" y="90406"/>
                  </a:lnTo>
                  <a:lnTo>
                    <a:pt x="161054" y="91005"/>
                  </a:lnTo>
                  <a:lnTo>
                    <a:pt x="160904" y="91603"/>
                  </a:lnTo>
                  <a:lnTo>
                    <a:pt x="157013" y="92052"/>
                  </a:lnTo>
                  <a:lnTo>
                    <a:pt x="155965" y="88161"/>
                  </a:lnTo>
                  <a:lnTo>
                    <a:pt x="154468" y="84269"/>
                  </a:lnTo>
                  <a:lnTo>
                    <a:pt x="152822" y="80527"/>
                  </a:lnTo>
                  <a:lnTo>
                    <a:pt x="150876" y="76935"/>
                  </a:lnTo>
                  <a:lnTo>
                    <a:pt x="154169" y="74690"/>
                  </a:lnTo>
                  <a:lnTo>
                    <a:pt x="154917" y="75139"/>
                  </a:lnTo>
                  <a:lnTo>
                    <a:pt x="155665" y="75288"/>
                  </a:lnTo>
                  <a:lnTo>
                    <a:pt x="156564" y="74989"/>
                  </a:lnTo>
                  <a:lnTo>
                    <a:pt x="157312" y="74540"/>
                  </a:lnTo>
                  <a:lnTo>
                    <a:pt x="157611" y="74241"/>
                  </a:lnTo>
                  <a:lnTo>
                    <a:pt x="157761" y="73941"/>
                  </a:lnTo>
                  <a:lnTo>
                    <a:pt x="157911" y="73043"/>
                  </a:lnTo>
                  <a:lnTo>
                    <a:pt x="157761" y="72295"/>
                  </a:lnTo>
                  <a:lnTo>
                    <a:pt x="157611" y="71846"/>
                  </a:lnTo>
                  <a:lnTo>
                    <a:pt x="157312" y="71546"/>
                  </a:lnTo>
                  <a:lnTo>
                    <a:pt x="157013" y="71247"/>
                  </a:lnTo>
                  <a:lnTo>
                    <a:pt x="156564" y="70948"/>
                  </a:lnTo>
                  <a:lnTo>
                    <a:pt x="155815" y="70798"/>
                  </a:lnTo>
                  <a:lnTo>
                    <a:pt x="154917" y="70948"/>
                  </a:lnTo>
                  <a:lnTo>
                    <a:pt x="154468" y="71097"/>
                  </a:lnTo>
                  <a:lnTo>
                    <a:pt x="154169" y="71397"/>
                  </a:lnTo>
                  <a:lnTo>
                    <a:pt x="153720" y="71995"/>
                  </a:lnTo>
                  <a:lnTo>
                    <a:pt x="153570" y="72594"/>
                  </a:lnTo>
                  <a:lnTo>
                    <a:pt x="153570" y="73193"/>
                  </a:lnTo>
                  <a:lnTo>
                    <a:pt x="153720" y="73792"/>
                  </a:lnTo>
                  <a:lnTo>
                    <a:pt x="150277" y="76037"/>
                  </a:lnTo>
                  <a:lnTo>
                    <a:pt x="147882" y="72594"/>
                  </a:lnTo>
                  <a:lnTo>
                    <a:pt x="145188" y="69301"/>
                  </a:lnTo>
                  <a:lnTo>
                    <a:pt x="154767" y="56129"/>
                  </a:lnTo>
                  <a:close/>
                  <a:moveTo>
                    <a:pt x="53735" y="57177"/>
                  </a:moveTo>
                  <a:lnTo>
                    <a:pt x="63464" y="70050"/>
                  </a:lnTo>
                  <a:lnTo>
                    <a:pt x="61518" y="72594"/>
                  </a:lnTo>
                  <a:lnTo>
                    <a:pt x="59722" y="75139"/>
                  </a:lnTo>
                  <a:lnTo>
                    <a:pt x="56429" y="73193"/>
                  </a:lnTo>
                  <a:lnTo>
                    <a:pt x="56578" y="72444"/>
                  </a:lnTo>
                  <a:lnTo>
                    <a:pt x="56279" y="71546"/>
                  </a:lnTo>
                  <a:lnTo>
                    <a:pt x="55830" y="70948"/>
                  </a:lnTo>
                  <a:lnTo>
                    <a:pt x="55082" y="70499"/>
                  </a:lnTo>
                  <a:lnTo>
                    <a:pt x="54633" y="70349"/>
                  </a:lnTo>
                  <a:lnTo>
                    <a:pt x="54184" y="70349"/>
                  </a:lnTo>
                  <a:lnTo>
                    <a:pt x="53435" y="70648"/>
                  </a:lnTo>
                  <a:lnTo>
                    <a:pt x="52687" y="71097"/>
                  </a:lnTo>
                  <a:lnTo>
                    <a:pt x="52537" y="71397"/>
                  </a:lnTo>
                  <a:lnTo>
                    <a:pt x="52238" y="71846"/>
                  </a:lnTo>
                  <a:lnTo>
                    <a:pt x="52238" y="72295"/>
                  </a:lnTo>
                  <a:lnTo>
                    <a:pt x="52238" y="72744"/>
                  </a:lnTo>
                  <a:lnTo>
                    <a:pt x="52387" y="73492"/>
                  </a:lnTo>
                  <a:lnTo>
                    <a:pt x="52836" y="74241"/>
                  </a:lnTo>
                  <a:lnTo>
                    <a:pt x="53285" y="74540"/>
                  </a:lnTo>
                  <a:lnTo>
                    <a:pt x="53585" y="74690"/>
                  </a:lnTo>
                  <a:lnTo>
                    <a:pt x="54333" y="74839"/>
                  </a:lnTo>
                  <a:lnTo>
                    <a:pt x="54932" y="74690"/>
                  </a:lnTo>
                  <a:lnTo>
                    <a:pt x="55531" y="74540"/>
                  </a:lnTo>
                  <a:lnTo>
                    <a:pt x="55980" y="74091"/>
                  </a:lnTo>
                  <a:lnTo>
                    <a:pt x="59123" y="76037"/>
                  </a:lnTo>
                  <a:lnTo>
                    <a:pt x="57027" y="79629"/>
                  </a:lnTo>
                  <a:lnTo>
                    <a:pt x="55231" y="83521"/>
                  </a:lnTo>
                  <a:lnTo>
                    <a:pt x="53585" y="87412"/>
                  </a:lnTo>
                  <a:lnTo>
                    <a:pt x="52387" y="91603"/>
                  </a:lnTo>
                  <a:lnTo>
                    <a:pt x="48645" y="90705"/>
                  </a:lnTo>
                  <a:lnTo>
                    <a:pt x="48496" y="89957"/>
                  </a:lnTo>
                  <a:lnTo>
                    <a:pt x="47897" y="89208"/>
                  </a:lnTo>
                  <a:lnTo>
                    <a:pt x="47298" y="88759"/>
                  </a:lnTo>
                  <a:lnTo>
                    <a:pt x="46400" y="88610"/>
                  </a:lnTo>
                  <a:lnTo>
                    <a:pt x="45951" y="88759"/>
                  </a:lnTo>
                  <a:lnTo>
                    <a:pt x="45652" y="88759"/>
                  </a:lnTo>
                  <a:lnTo>
                    <a:pt x="44904" y="89358"/>
                  </a:lnTo>
                  <a:lnTo>
                    <a:pt x="44454" y="89957"/>
                  </a:lnTo>
                  <a:lnTo>
                    <a:pt x="44305" y="90406"/>
                  </a:lnTo>
                  <a:lnTo>
                    <a:pt x="44155" y="90855"/>
                  </a:lnTo>
                  <a:lnTo>
                    <a:pt x="44305" y="91304"/>
                  </a:lnTo>
                  <a:lnTo>
                    <a:pt x="44454" y="91753"/>
                  </a:lnTo>
                  <a:lnTo>
                    <a:pt x="44904" y="92352"/>
                  </a:lnTo>
                  <a:lnTo>
                    <a:pt x="45502" y="92950"/>
                  </a:lnTo>
                  <a:lnTo>
                    <a:pt x="45951" y="92950"/>
                  </a:lnTo>
                  <a:lnTo>
                    <a:pt x="46400" y="93100"/>
                  </a:lnTo>
                  <a:lnTo>
                    <a:pt x="46999" y="92950"/>
                  </a:lnTo>
                  <a:lnTo>
                    <a:pt x="47598" y="92651"/>
                  </a:lnTo>
                  <a:lnTo>
                    <a:pt x="48047" y="92352"/>
                  </a:lnTo>
                  <a:lnTo>
                    <a:pt x="48496" y="91753"/>
                  </a:lnTo>
                  <a:lnTo>
                    <a:pt x="52238" y="92501"/>
                  </a:lnTo>
                  <a:lnTo>
                    <a:pt x="51789" y="94597"/>
                  </a:lnTo>
                  <a:lnTo>
                    <a:pt x="51340" y="96692"/>
                  </a:lnTo>
                  <a:lnTo>
                    <a:pt x="35025" y="99237"/>
                  </a:lnTo>
                  <a:lnTo>
                    <a:pt x="35623" y="94747"/>
                  </a:lnTo>
                  <a:lnTo>
                    <a:pt x="36372" y="90406"/>
                  </a:lnTo>
                  <a:lnTo>
                    <a:pt x="42808" y="90107"/>
                  </a:lnTo>
                  <a:lnTo>
                    <a:pt x="37120" y="87113"/>
                  </a:lnTo>
                  <a:lnTo>
                    <a:pt x="38467" y="82473"/>
                  </a:lnTo>
                  <a:lnTo>
                    <a:pt x="40263" y="77833"/>
                  </a:lnTo>
                  <a:lnTo>
                    <a:pt x="42359" y="73492"/>
                  </a:lnTo>
                  <a:lnTo>
                    <a:pt x="44604" y="69152"/>
                  </a:lnTo>
                  <a:lnTo>
                    <a:pt x="50891" y="70948"/>
                  </a:lnTo>
                  <a:lnTo>
                    <a:pt x="46400" y="66308"/>
                  </a:lnTo>
                  <a:lnTo>
                    <a:pt x="48047" y="63913"/>
                  </a:lnTo>
                  <a:lnTo>
                    <a:pt x="49843" y="61518"/>
                  </a:lnTo>
                  <a:lnTo>
                    <a:pt x="51789" y="59273"/>
                  </a:lnTo>
                  <a:lnTo>
                    <a:pt x="53735" y="57177"/>
                  </a:lnTo>
                  <a:close/>
                  <a:moveTo>
                    <a:pt x="174076" y="90556"/>
                  </a:moveTo>
                  <a:lnTo>
                    <a:pt x="185302" y="91005"/>
                  </a:lnTo>
                  <a:lnTo>
                    <a:pt x="185901" y="95645"/>
                  </a:lnTo>
                  <a:lnTo>
                    <a:pt x="186200" y="100285"/>
                  </a:lnTo>
                  <a:lnTo>
                    <a:pt x="175273" y="98638"/>
                  </a:lnTo>
                  <a:lnTo>
                    <a:pt x="174824" y="94597"/>
                  </a:lnTo>
                  <a:lnTo>
                    <a:pt x="174076" y="90556"/>
                  </a:lnTo>
                  <a:close/>
                  <a:moveTo>
                    <a:pt x="35324" y="90556"/>
                  </a:moveTo>
                  <a:lnTo>
                    <a:pt x="34576" y="94896"/>
                  </a:lnTo>
                  <a:lnTo>
                    <a:pt x="34127" y="99387"/>
                  </a:lnTo>
                  <a:lnTo>
                    <a:pt x="23050" y="101033"/>
                  </a:lnTo>
                  <a:lnTo>
                    <a:pt x="23500" y="95944"/>
                  </a:lnTo>
                  <a:lnTo>
                    <a:pt x="24098" y="91154"/>
                  </a:lnTo>
                  <a:lnTo>
                    <a:pt x="35324" y="90556"/>
                  </a:lnTo>
                  <a:close/>
                  <a:moveTo>
                    <a:pt x="107319" y="15716"/>
                  </a:moveTo>
                  <a:lnTo>
                    <a:pt x="111660" y="16016"/>
                  </a:lnTo>
                  <a:lnTo>
                    <a:pt x="116001" y="16465"/>
                  </a:lnTo>
                  <a:lnTo>
                    <a:pt x="120192" y="17063"/>
                  </a:lnTo>
                  <a:lnTo>
                    <a:pt x="124383" y="17961"/>
                  </a:lnTo>
                  <a:lnTo>
                    <a:pt x="128424" y="19009"/>
                  </a:lnTo>
                  <a:lnTo>
                    <a:pt x="132465" y="20207"/>
                  </a:lnTo>
                  <a:lnTo>
                    <a:pt x="136507" y="21554"/>
                  </a:lnTo>
                  <a:lnTo>
                    <a:pt x="140249" y="23200"/>
                  </a:lnTo>
                  <a:lnTo>
                    <a:pt x="143991" y="24847"/>
                  </a:lnTo>
                  <a:lnTo>
                    <a:pt x="147733" y="26792"/>
                  </a:lnTo>
                  <a:lnTo>
                    <a:pt x="151325" y="28888"/>
                  </a:lnTo>
                  <a:lnTo>
                    <a:pt x="154767" y="31133"/>
                  </a:lnTo>
                  <a:lnTo>
                    <a:pt x="158060" y="33528"/>
                  </a:lnTo>
                  <a:lnTo>
                    <a:pt x="161204" y="36073"/>
                  </a:lnTo>
                  <a:lnTo>
                    <a:pt x="164347" y="38767"/>
                  </a:lnTo>
                  <a:lnTo>
                    <a:pt x="167340" y="41611"/>
                  </a:lnTo>
                  <a:lnTo>
                    <a:pt x="170184" y="44455"/>
                  </a:lnTo>
                  <a:lnTo>
                    <a:pt x="172878" y="47598"/>
                  </a:lnTo>
                  <a:lnTo>
                    <a:pt x="175423" y="50741"/>
                  </a:lnTo>
                  <a:lnTo>
                    <a:pt x="177818" y="54034"/>
                  </a:lnTo>
                  <a:lnTo>
                    <a:pt x="180063" y="57477"/>
                  </a:lnTo>
                  <a:lnTo>
                    <a:pt x="182308" y="61069"/>
                  </a:lnTo>
                  <a:lnTo>
                    <a:pt x="184254" y="64661"/>
                  </a:lnTo>
                  <a:lnTo>
                    <a:pt x="186050" y="68403"/>
                  </a:lnTo>
                  <a:lnTo>
                    <a:pt x="187547" y="72295"/>
                  </a:lnTo>
                  <a:lnTo>
                    <a:pt x="189044" y="76186"/>
                  </a:lnTo>
                  <a:lnTo>
                    <a:pt x="190241" y="80228"/>
                  </a:lnTo>
                  <a:lnTo>
                    <a:pt x="191289" y="84269"/>
                  </a:lnTo>
                  <a:lnTo>
                    <a:pt x="192187" y="88460"/>
                  </a:lnTo>
                  <a:lnTo>
                    <a:pt x="192935" y="92651"/>
                  </a:lnTo>
                  <a:lnTo>
                    <a:pt x="193384" y="96842"/>
                  </a:lnTo>
                  <a:lnTo>
                    <a:pt x="193684" y="101183"/>
                  </a:lnTo>
                  <a:lnTo>
                    <a:pt x="189792" y="100734"/>
                  </a:lnTo>
                  <a:lnTo>
                    <a:pt x="189343" y="95944"/>
                  </a:lnTo>
                  <a:lnTo>
                    <a:pt x="188744" y="91454"/>
                  </a:lnTo>
                  <a:lnTo>
                    <a:pt x="187846" y="86814"/>
                  </a:lnTo>
                  <a:lnTo>
                    <a:pt x="186799" y="82323"/>
                  </a:lnTo>
                  <a:lnTo>
                    <a:pt x="185451" y="77983"/>
                  </a:lnTo>
                  <a:lnTo>
                    <a:pt x="183955" y="73792"/>
                  </a:lnTo>
                  <a:lnTo>
                    <a:pt x="182159" y="69601"/>
                  </a:lnTo>
                  <a:lnTo>
                    <a:pt x="180213" y="65559"/>
                  </a:lnTo>
                  <a:lnTo>
                    <a:pt x="178117" y="61668"/>
                  </a:lnTo>
                  <a:lnTo>
                    <a:pt x="175722" y="57926"/>
                  </a:lnTo>
                  <a:lnTo>
                    <a:pt x="173178" y="54184"/>
                  </a:lnTo>
                  <a:lnTo>
                    <a:pt x="170334" y="50741"/>
                  </a:lnTo>
                  <a:lnTo>
                    <a:pt x="167490" y="47298"/>
                  </a:lnTo>
                  <a:lnTo>
                    <a:pt x="164347" y="44155"/>
                  </a:lnTo>
                  <a:lnTo>
                    <a:pt x="161204" y="41162"/>
                  </a:lnTo>
                  <a:lnTo>
                    <a:pt x="157761" y="38318"/>
                  </a:lnTo>
                  <a:lnTo>
                    <a:pt x="156414" y="37120"/>
                  </a:lnTo>
                  <a:lnTo>
                    <a:pt x="152373" y="34276"/>
                  </a:lnTo>
                  <a:lnTo>
                    <a:pt x="148182" y="31582"/>
                  </a:lnTo>
                  <a:lnTo>
                    <a:pt x="146535" y="30684"/>
                  </a:lnTo>
                  <a:lnTo>
                    <a:pt x="143691" y="29038"/>
                  </a:lnTo>
                  <a:lnTo>
                    <a:pt x="143392" y="28888"/>
                  </a:lnTo>
                  <a:lnTo>
                    <a:pt x="140099" y="27391"/>
                  </a:lnTo>
                  <a:lnTo>
                    <a:pt x="138902" y="26792"/>
                  </a:lnTo>
                  <a:lnTo>
                    <a:pt x="135309" y="25296"/>
                  </a:lnTo>
                  <a:lnTo>
                    <a:pt x="131567" y="23949"/>
                  </a:lnTo>
                  <a:lnTo>
                    <a:pt x="127825" y="22751"/>
                  </a:lnTo>
                  <a:lnTo>
                    <a:pt x="123934" y="21853"/>
                  </a:lnTo>
                  <a:lnTo>
                    <a:pt x="120042" y="20955"/>
                  </a:lnTo>
                  <a:lnTo>
                    <a:pt x="116001" y="20356"/>
                  </a:lnTo>
                  <a:lnTo>
                    <a:pt x="111959" y="19907"/>
                  </a:lnTo>
                  <a:lnTo>
                    <a:pt x="107918" y="19758"/>
                  </a:lnTo>
                  <a:lnTo>
                    <a:pt x="107319" y="15716"/>
                  </a:lnTo>
                  <a:close/>
                  <a:moveTo>
                    <a:pt x="101183" y="15716"/>
                  </a:moveTo>
                  <a:lnTo>
                    <a:pt x="100584" y="19758"/>
                  </a:lnTo>
                  <a:lnTo>
                    <a:pt x="96543" y="20057"/>
                  </a:lnTo>
                  <a:lnTo>
                    <a:pt x="92501" y="20506"/>
                  </a:lnTo>
                  <a:lnTo>
                    <a:pt x="88460" y="21105"/>
                  </a:lnTo>
                  <a:lnTo>
                    <a:pt x="84568" y="22003"/>
                  </a:lnTo>
                  <a:lnTo>
                    <a:pt x="80826" y="23051"/>
                  </a:lnTo>
                  <a:lnTo>
                    <a:pt x="76935" y="24248"/>
                  </a:lnTo>
                  <a:lnTo>
                    <a:pt x="73342" y="25595"/>
                  </a:lnTo>
                  <a:lnTo>
                    <a:pt x="69600" y="27242"/>
                  </a:lnTo>
                  <a:lnTo>
                    <a:pt x="66158" y="28888"/>
                  </a:lnTo>
                  <a:lnTo>
                    <a:pt x="62715" y="30684"/>
                  </a:lnTo>
                  <a:lnTo>
                    <a:pt x="59422" y="32780"/>
                  </a:lnTo>
                  <a:lnTo>
                    <a:pt x="56129" y="34875"/>
                  </a:lnTo>
                  <a:lnTo>
                    <a:pt x="52986" y="37120"/>
                  </a:lnTo>
                  <a:lnTo>
                    <a:pt x="49993" y="39665"/>
                  </a:lnTo>
                  <a:lnTo>
                    <a:pt x="46999" y="42209"/>
                  </a:lnTo>
                  <a:lnTo>
                    <a:pt x="44305" y="44904"/>
                  </a:lnTo>
                  <a:lnTo>
                    <a:pt x="41611" y="47747"/>
                  </a:lnTo>
                  <a:lnTo>
                    <a:pt x="39066" y="50591"/>
                  </a:lnTo>
                  <a:lnTo>
                    <a:pt x="36671" y="53585"/>
                  </a:lnTo>
                  <a:lnTo>
                    <a:pt x="34426" y="56878"/>
                  </a:lnTo>
                  <a:lnTo>
                    <a:pt x="32331" y="60021"/>
                  </a:lnTo>
                  <a:lnTo>
                    <a:pt x="30235" y="63464"/>
                  </a:lnTo>
                  <a:lnTo>
                    <a:pt x="28439" y="66906"/>
                  </a:lnTo>
                  <a:lnTo>
                    <a:pt x="26792" y="70349"/>
                  </a:lnTo>
                  <a:lnTo>
                    <a:pt x="25296" y="74091"/>
                  </a:lnTo>
                  <a:lnTo>
                    <a:pt x="23949" y="77833"/>
                  </a:lnTo>
                  <a:lnTo>
                    <a:pt x="22751" y="81575"/>
                  </a:lnTo>
                  <a:lnTo>
                    <a:pt x="21853" y="85466"/>
                  </a:lnTo>
                  <a:lnTo>
                    <a:pt x="20955" y="89358"/>
                  </a:lnTo>
                  <a:lnTo>
                    <a:pt x="20356" y="93399"/>
                  </a:lnTo>
                  <a:lnTo>
                    <a:pt x="19907" y="97441"/>
                  </a:lnTo>
                  <a:lnTo>
                    <a:pt x="19608" y="101482"/>
                  </a:lnTo>
                  <a:lnTo>
                    <a:pt x="15716" y="102081"/>
                  </a:lnTo>
                  <a:lnTo>
                    <a:pt x="15866" y="97740"/>
                  </a:lnTo>
                  <a:lnTo>
                    <a:pt x="16315" y="93399"/>
                  </a:lnTo>
                  <a:lnTo>
                    <a:pt x="17063" y="89208"/>
                  </a:lnTo>
                  <a:lnTo>
                    <a:pt x="17812" y="85017"/>
                  </a:lnTo>
                  <a:lnTo>
                    <a:pt x="18859" y="80976"/>
                  </a:lnTo>
                  <a:lnTo>
                    <a:pt x="20057" y="76935"/>
                  </a:lnTo>
                  <a:lnTo>
                    <a:pt x="21554" y="73043"/>
                  </a:lnTo>
                  <a:lnTo>
                    <a:pt x="23050" y="69152"/>
                  </a:lnTo>
                  <a:lnTo>
                    <a:pt x="24847" y="65410"/>
                  </a:lnTo>
                  <a:lnTo>
                    <a:pt x="26792" y="61817"/>
                  </a:lnTo>
                  <a:lnTo>
                    <a:pt x="28888" y="58225"/>
                  </a:lnTo>
                  <a:lnTo>
                    <a:pt x="31133" y="54782"/>
                  </a:lnTo>
                  <a:lnTo>
                    <a:pt x="33378" y="51340"/>
                  </a:lnTo>
                  <a:lnTo>
                    <a:pt x="35923" y="48197"/>
                  </a:lnTo>
                  <a:lnTo>
                    <a:pt x="38617" y="45053"/>
                  </a:lnTo>
                  <a:lnTo>
                    <a:pt x="41461" y="42060"/>
                  </a:lnTo>
                  <a:lnTo>
                    <a:pt x="44454" y="39216"/>
                  </a:lnTo>
                  <a:lnTo>
                    <a:pt x="47448" y="36522"/>
                  </a:lnTo>
                  <a:lnTo>
                    <a:pt x="50741" y="33977"/>
                  </a:lnTo>
                  <a:lnTo>
                    <a:pt x="54034" y="31582"/>
                  </a:lnTo>
                  <a:lnTo>
                    <a:pt x="57476" y="29337"/>
                  </a:lnTo>
                  <a:lnTo>
                    <a:pt x="60919" y="27242"/>
                  </a:lnTo>
                  <a:lnTo>
                    <a:pt x="64661" y="25296"/>
                  </a:lnTo>
                  <a:lnTo>
                    <a:pt x="68403" y="23500"/>
                  </a:lnTo>
                  <a:lnTo>
                    <a:pt x="72145" y="21853"/>
                  </a:lnTo>
                  <a:lnTo>
                    <a:pt x="76186" y="20356"/>
                  </a:lnTo>
                  <a:lnTo>
                    <a:pt x="80078" y="19159"/>
                  </a:lnTo>
                  <a:lnTo>
                    <a:pt x="84119" y="18111"/>
                  </a:lnTo>
                  <a:lnTo>
                    <a:pt x="88310" y="17213"/>
                  </a:lnTo>
                  <a:lnTo>
                    <a:pt x="92501" y="16614"/>
                  </a:lnTo>
                  <a:lnTo>
                    <a:pt x="96842" y="16016"/>
                  </a:lnTo>
                  <a:lnTo>
                    <a:pt x="101183" y="15716"/>
                  </a:lnTo>
                  <a:close/>
                  <a:moveTo>
                    <a:pt x="104176" y="5837"/>
                  </a:moveTo>
                  <a:lnTo>
                    <a:pt x="105224" y="12274"/>
                  </a:lnTo>
                  <a:lnTo>
                    <a:pt x="105673" y="15716"/>
                  </a:lnTo>
                  <a:lnTo>
                    <a:pt x="106272" y="19608"/>
                  </a:lnTo>
                  <a:lnTo>
                    <a:pt x="106870" y="23051"/>
                  </a:lnTo>
                  <a:lnTo>
                    <a:pt x="108517" y="33977"/>
                  </a:lnTo>
                  <a:lnTo>
                    <a:pt x="108666" y="35025"/>
                  </a:lnTo>
                  <a:lnTo>
                    <a:pt x="111061" y="51190"/>
                  </a:lnTo>
                  <a:lnTo>
                    <a:pt x="111361" y="52986"/>
                  </a:lnTo>
                  <a:lnTo>
                    <a:pt x="112408" y="60171"/>
                  </a:lnTo>
                  <a:lnTo>
                    <a:pt x="112708" y="61668"/>
                  </a:lnTo>
                  <a:lnTo>
                    <a:pt x="115552" y="80826"/>
                  </a:lnTo>
                  <a:lnTo>
                    <a:pt x="115701" y="81425"/>
                  </a:lnTo>
                  <a:lnTo>
                    <a:pt x="115701" y="82174"/>
                  </a:lnTo>
                  <a:lnTo>
                    <a:pt x="116300" y="86215"/>
                  </a:lnTo>
                  <a:lnTo>
                    <a:pt x="116450" y="86814"/>
                  </a:lnTo>
                  <a:lnTo>
                    <a:pt x="117048" y="90556"/>
                  </a:lnTo>
                  <a:lnTo>
                    <a:pt x="117048" y="90705"/>
                  </a:lnTo>
                  <a:lnTo>
                    <a:pt x="116749" y="90705"/>
                  </a:lnTo>
                  <a:lnTo>
                    <a:pt x="115252" y="92352"/>
                  </a:lnTo>
                  <a:lnTo>
                    <a:pt x="113606" y="94148"/>
                  </a:lnTo>
                  <a:lnTo>
                    <a:pt x="113456" y="94148"/>
                  </a:lnTo>
                  <a:lnTo>
                    <a:pt x="111810" y="95944"/>
                  </a:lnTo>
                  <a:lnTo>
                    <a:pt x="110163" y="97740"/>
                  </a:lnTo>
                  <a:lnTo>
                    <a:pt x="110163" y="97590"/>
                  </a:lnTo>
                  <a:lnTo>
                    <a:pt x="110014" y="95794"/>
                  </a:lnTo>
                  <a:lnTo>
                    <a:pt x="109714" y="95794"/>
                  </a:lnTo>
                  <a:lnTo>
                    <a:pt x="109565" y="97141"/>
                  </a:lnTo>
                  <a:lnTo>
                    <a:pt x="109565" y="97291"/>
                  </a:lnTo>
                  <a:lnTo>
                    <a:pt x="109415" y="98489"/>
                  </a:lnTo>
                  <a:lnTo>
                    <a:pt x="108517" y="99536"/>
                  </a:lnTo>
                  <a:lnTo>
                    <a:pt x="108367" y="99686"/>
                  </a:lnTo>
                  <a:lnTo>
                    <a:pt x="106870" y="101332"/>
                  </a:lnTo>
                  <a:lnTo>
                    <a:pt x="106721" y="101482"/>
                  </a:lnTo>
                  <a:lnTo>
                    <a:pt x="105224" y="102979"/>
                  </a:lnTo>
                  <a:lnTo>
                    <a:pt x="104775" y="103428"/>
                  </a:lnTo>
                  <a:lnTo>
                    <a:pt x="104625" y="103578"/>
                  </a:lnTo>
                  <a:lnTo>
                    <a:pt x="104026" y="102979"/>
                  </a:lnTo>
                  <a:lnTo>
                    <a:pt x="103577" y="102530"/>
                  </a:lnTo>
                  <a:lnTo>
                    <a:pt x="102380" y="101482"/>
                  </a:lnTo>
                  <a:lnTo>
                    <a:pt x="102380" y="101332"/>
                  </a:lnTo>
                  <a:lnTo>
                    <a:pt x="101033" y="100135"/>
                  </a:lnTo>
                  <a:lnTo>
                    <a:pt x="103428" y="100135"/>
                  </a:lnTo>
                  <a:lnTo>
                    <a:pt x="103877" y="99985"/>
                  </a:lnTo>
                  <a:lnTo>
                    <a:pt x="105523" y="99985"/>
                  </a:lnTo>
                  <a:lnTo>
                    <a:pt x="106721" y="99836"/>
                  </a:lnTo>
                  <a:lnTo>
                    <a:pt x="106870" y="99686"/>
                  </a:lnTo>
                  <a:lnTo>
                    <a:pt x="106870" y="99536"/>
                  </a:lnTo>
                  <a:lnTo>
                    <a:pt x="106721" y="99387"/>
                  </a:lnTo>
                  <a:lnTo>
                    <a:pt x="105224" y="99237"/>
                  </a:lnTo>
                  <a:lnTo>
                    <a:pt x="100135" y="99237"/>
                  </a:lnTo>
                  <a:lnTo>
                    <a:pt x="98788" y="98039"/>
                  </a:lnTo>
                  <a:lnTo>
                    <a:pt x="98788" y="97890"/>
                  </a:lnTo>
                  <a:lnTo>
                    <a:pt x="97441" y="96692"/>
                  </a:lnTo>
                  <a:lnTo>
                    <a:pt x="99835" y="96842"/>
                  </a:lnTo>
                  <a:lnTo>
                    <a:pt x="105074" y="96842"/>
                  </a:lnTo>
                  <a:lnTo>
                    <a:pt x="105523" y="96692"/>
                  </a:lnTo>
                  <a:lnTo>
                    <a:pt x="105673" y="96692"/>
                  </a:lnTo>
                  <a:lnTo>
                    <a:pt x="107619" y="96543"/>
                  </a:lnTo>
                  <a:lnTo>
                    <a:pt x="107619" y="96393"/>
                  </a:lnTo>
                  <a:lnTo>
                    <a:pt x="107619" y="96243"/>
                  </a:lnTo>
                  <a:lnTo>
                    <a:pt x="105074" y="95944"/>
                  </a:lnTo>
                  <a:lnTo>
                    <a:pt x="100284" y="95944"/>
                  </a:lnTo>
                  <a:lnTo>
                    <a:pt x="97141" y="96243"/>
                  </a:lnTo>
                  <a:lnTo>
                    <a:pt x="96992" y="96243"/>
                  </a:lnTo>
                  <a:lnTo>
                    <a:pt x="92352" y="91753"/>
                  </a:lnTo>
                  <a:lnTo>
                    <a:pt x="92651" y="90107"/>
                  </a:lnTo>
                  <a:lnTo>
                    <a:pt x="95195" y="90406"/>
                  </a:lnTo>
                  <a:lnTo>
                    <a:pt x="97890" y="90406"/>
                  </a:lnTo>
                  <a:lnTo>
                    <a:pt x="103128" y="90256"/>
                  </a:lnTo>
                  <a:lnTo>
                    <a:pt x="104925" y="90256"/>
                  </a:lnTo>
                  <a:lnTo>
                    <a:pt x="105224" y="90107"/>
                  </a:lnTo>
                  <a:lnTo>
                    <a:pt x="105972" y="90107"/>
                  </a:lnTo>
                  <a:lnTo>
                    <a:pt x="105972" y="89957"/>
                  </a:lnTo>
                  <a:lnTo>
                    <a:pt x="105972" y="89807"/>
                  </a:lnTo>
                  <a:lnTo>
                    <a:pt x="105823" y="89657"/>
                  </a:lnTo>
                  <a:lnTo>
                    <a:pt x="102679" y="89657"/>
                  </a:lnTo>
                  <a:lnTo>
                    <a:pt x="97590" y="89508"/>
                  </a:lnTo>
                  <a:lnTo>
                    <a:pt x="95195" y="89508"/>
                  </a:lnTo>
                  <a:lnTo>
                    <a:pt x="92651" y="89807"/>
                  </a:lnTo>
                  <a:lnTo>
                    <a:pt x="93549" y="82922"/>
                  </a:lnTo>
                  <a:lnTo>
                    <a:pt x="93699" y="82174"/>
                  </a:lnTo>
                  <a:lnTo>
                    <a:pt x="93848" y="81425"/>
                  </a:lnTo>
                  <a:lnTo>
                    <a:pt x="96543" y="61817"/>
                  </a:lnTo>
                  <a:lnTo>
                    <a:pt x="96692" y="60171"/>
                  </a:lnTo>
                  <a:lnTo>
                    <a:pt x="97740" y="53136"/>
                  </a:lnTo>
                  <a:lnTo>
                    <a:pt x="97890" y="51340"/>
                  </a:lnTo>
                  <a:lnTo>
                    <a:pt x="100135" y="35025"/>
                  </a:lnTo>
                  <a:lnTo>
                    <a:pt x="100284" y="34127"/>
                  </a:lnTo>
                  <a:lnTo>
                    <a:pt x="101781" y="23051"/>
                  </a:lnTo>
                  <a:lnTo>
                    <a:pt x="102230" y="19608"/>
                  </a:lnTo>
                  <a:lnTo>
                    <a:pt x="102829" y="15716"/>
                  </a:lnTo>
                  <a:lnTo>
                    <a:pt x="103278" y="12274"/>
                  </a:lnTo>
                  <a:lnTo>
                    <a:pt x="104176" y="5837"/>
                  </a:lnTo>
                  <a:close/>
                  <a:moveTo>
                    <a:pt x="53285" y="113456"/>
                  </a:moveTo>
                  <a:lnTo>
                    <a:pt x="60021" y="114354"/>
                  </a:lnTo>
                  <a:lnTo>
                    <a:pt x="53884" y="116151"/>
                  </a:lnTo>
                  <a:lnTo>
                    <a:pt x="53285" y="113456"/>
                  </a:lnTo>
                  <a:close/>
                  <a:moveTo>
                    <a:pt x="90705" y="92352"/>
                  </a:moveTo>
                  <a:lnTo>
                    <a:pt x="90555" y="92651"/>
                  </a:lnTo>
                  <a:lnTo>
                    <a:pt x="92052" y="93998"/>
                  </a:lnTo>
                  <a:lnTo>
                    <a:pt x="92202" y="94148"/>
                  </a:lnTo>
                  <a:lnTo>
                    <a:pt x="93998" y="95794"/>
                  </a:lnTo>
                  <a:lnTo>
                    <a:pt x="95794" y="97441"/>
                  </a:lnTo>
                  <a:lnTo>
                    <a:pt x="95794" y="97590"/>
                  </a:lnTo>
                  <a:lnTo>
                    <a:pt x="97590" y="99087"/>
                  </a:lnTo>
                  <a:lnTo>
                    <a:pt x="97590" y="99237"/>
                  </a:lnTo>
                  <a:lnTo>
                    <a:pt x="97740" y="99387"/>
                  </a:lnTo>
                  <a:lnTo>
                    <a:pt x="97291" y="99387"/>
                  </a:lnTo>
                  <a:lnTo>
                    <a:pt x="95794" y="99536"/>
                  </a:lnTo>
                  <a:lnTo>
                    <a:pt x="95644" y="99686"/>
                  </a:lnTo>
                  <a:lnTo>
                    <a:pt x="95794" y="99686"/>
                  </a:lnTo>
                  <a:lnTo>
                    <a:pt x="96842" y="99836"/>
                  </a:lnTo>
                  <a:lnTo>
                    <a:pt x="96992" y="99836"/>
                  </a:lnTo>
                  <a:lnTo>
                    <a:pt x="98488" y="99985"/>
                  </a:lnTo>
                  <a:lnTo>
                    <a:pt x="99237" y="100734"/>
                  </a:lnTo>
                  <a:lnTo>
                    <a:pt x="99386" y="100883"/>
                  </a:lnTo>
                  <a:lnTo>
                    <a:pt x="101183" y="102530"/>
                  </a:lnTo>
                  <a:lnTo>
                    <a:pt x="101183" y="102680"/>
                  </a:lnTo>
                  <a:lnTo>
                    <a:pt x="102829" y="104027"/>
                  </a:lnTo>
                  <a:lnTo>
                    <a:pt x="103428" y="104625"/>
                  </a:lnTo>
                  <a:lnTo>
                    <a:pt x="103577" y="104775"/>
                  </a:lnTo>
                  <a:lnTo>
                    <a:pt x="103428" y="104775"/>
                  </a:lnTo>
                  <a:lnTo>
                    <a:pt x="102979" y="105374"/>
                  </a:lnTo>
                  <a:lnTo>
                    <a:pt x="102829" y="105523"/>
                  </a:lnTo>
                  <a:lnTo>
                    <a:pt x="102230" y="106122"/>
                  </a:lnTo>
                  <a:lnTo>
                    <a:pt x="101183" y="107320"/>
                  </a:lnTo>
                  <a:lnTo>
                    <a:pt x="101033" y="107320"/>
                  </a:lnTo>
                  <a:lnTo>
                    <a:pt x="99985" y="108517"/>
                  </a:lnTo>
                  <a:lnTo>
                    <a:pt x="99985" y="106122"/>
                  </a:lnTo>
                  <a:lnTo>
                    <a:pt x="99985" y="105523"/>
                  </a:lnTo>
                  <a:lnTo>
                    <a:pt x="99985" y="105374"/>
                  </a:lnTo>
                  <a:lnTo>
                    <a:pt x="99985" y="104925"/>
                  </a:lnTo>
                  <a:lnTo>
                    <a:pt x="99985" y="104775"/>
                  </a:lnTo>
                  <a:lnTo>
                    <a:pt x="99985" y="104176"/>
                  </a:lnTo>
                  <a:lnTo>
                    <a:pt x="99835" y="104027"/>
                  </a:lnTo>
                  <a:lnTo>
                    <a:pt x="99835" y="103727"/>
                  </a:lnTo>
                  <a:lnTo>
                    <a:pt x="99686" y="102680"/>
                  </a:lnTo>
                  <a:lnTo>
                    <a:pt x="99686" y="102530"/>
                  </a:lnTo>
                  <a:lnTo>
                    <a:pt x="99386" y="102530"/>
                  </a:lnTo>
                  <a:lnTo>
                    <a:pt x="99386" y="102680"/>
                  </a:lnTo>
                  <a:lnTo>
                    <a:pt x="99237" y="104176"/>
                  </a:lnTo>
                  <a:lnTo>
                    <a:pt x="99237" y="104476"/>
                  </a:lnTo>
                  <a:lnTo>
                    <a:pt x="99237" y="104625"/>
                  </a:lnTo>
                  <a:lnTo>
                    <a:pt x="99237" y="104775"/>
                  </a:lnTo>
                  <a:lnTo>
                    <a:pt x="99237" y="104925"/>
                  </a:lnTo>
                  <a:lnTo>
                    <a:pt x="99087" y="105374"/>
                  </a:lnTo>
                  <a:lnTo>
                    <a:pt x="99087" y="105523"/>
                  </a:lnTo>
                  <a:lnTo>
                    <a:pt x="99087" y="106122"/>
                  </a:lnTo>
                  <a:lnTo>
                    <a:pt x="99087" y="108667"/>
                  </a:lnTo>
                  <a:lnTo>
                    <a:pt x="99087" y="108816"/>
                  </a:lnTo>
                  <a:lnTo>
                    <a:pt x="99087" y="109415"/>
                  </a:lnTo>
                  <a:lnTo>
                    <a:pt x="96543" y="111960"/>
                  </a:lnTo>
                  <a:lnTo>
                    <a:pt x="96842" y="109116"/>
                  </a:lnTo>
                  <a:lnTo>
                    <a:pt x="96842" y="106272"/>
                  </a:lnTo>
                  <a:lnTo>
                    <a:pt x="96842" y="105523"/>
                  </a:lnTo>
                  <a:lnTo>
                    <a:pt x="96842" y="104925"/>
                  </a:lnTo>
                  <a:lnTo>
                    <a:pt x="96692" y="104326"/>
                  </a:lnTo>
                  <a:lnTo>
                    <a:pt x="96692" y="103727"/>
                  </a:lnTo>
                  <a:lnTo>
                    <a:pt x="96692" y="103428"/>
                  </a:lnTo>
                  <a:lnTo>
                    <a:pt x="96393" y="101931"/>
                  </a:lnTo>
                  <a:lnTo>
                    <a:pt x="96393" y="101781"/>
                  </a:lnTo>
                  <a:lnTo>
                    <a:pt x="96243" y="101931"/>
                  </a:lnTo>
                  <a:lnTo>
                    <a:pt x="95944" y="104176"/>
                  </a:lnTo>
                  <a:lnTo>
                    <a:pt x="95944" y="104326"/>
                  </a:lnTo>
                  <a:lnTo>
                    <a:pt x="95944" y="104925"/>
                  </a:lnTo>
                  <a:lnTo>
                    <a:pt x="95944" y="105523"/>
                  </a:lnTo>
                  <a:lnTo>
                    <a:pt x="95944" y="105673"/>
                  </a:lnTo>
                  <a:lnTo>
                    <a:pt x="95944" y="106272"/>
                  </a:lnTo>
                  <a:lnTo>
                    <a:pt x="95944" y="109415"/>
                  </a:lnTo>
                  <a:lnTo>
                    <a:pt x="96094" y="112558"/>
                  </a:lnTo>
                  <a:lnTo>
                    <a:pt x="91753" y="117049"/>
                  </a:lnTo>
                  <a:lnTo>
                    <a:pt x="90106" y="116899"/>
                  </a:lnTo>
                  <a:lnTo>
                    <a:pt x="90106" y="116749"/>
                  </a:lnTo>
                  <a:lnTo>
                    <a:pt x="90256" y="114354"/>
                  </a:lnTo>
                  <a:lnTo>
                    <a:pt x="90406" y="111810"/>
                  </a:lnTo>
                  <a:lnTo>
                    <a:pt x="90256" y="106721"/>
                  </a:lnTo>
                  <a:lnTo>
                    <a:pt x="90106" y="105823"/>
                  </a:lnTo>
                  <a:lnTo>
                    <a:pt x="90106" y="105224"/>
                  </a:lnTo>
                  <a:lnTo>
                    <a:pt x="90106" y="105074"/>
                  </a:lnTo>
                  <a:lnTo>
                    <a:pt x="90106" y="104176"/>
                  </a:lnTo>
                  <a:lnTo>
                    <a:pt x="90106" y="103727"/>
                  </a:lnTo>
                  <a:lnTo>
                    <a:pt x="90106" y="103578"/>
                  </a:lnTo>
                  <a:lnTo>
                    <a:pt x="89957" y="103428"/>
                  </a:lnTo>
                  <a:lnTo>
                    <a:pt x="89807" y="103578"/>
                  </a:lnTo>
                  <a:lnTo>
                    <a:pt x="89657" y="103578"/>
                  </a:lnTo>
                  <a:lnTo>
                    <a:pt x="89657" y="103727"/>
                  </a:lnTo>
                  <a:lnTo>
                    <a:pt x="89657" y="104625"/>
                  </a:lnTo>
                  <a:lnTo>
                    <a:pt x="89657" y="105523"/>
                  </a:lnTo>
                  <a:lnTo>
                    <a:pt x="89508" y="106571"/>
                  </a:lnTo>
                  <a:lnTo>
                    <a:pt x="89508" y="107769"/>
                  </a:lnTo>
                  <a:lnTo>
                    <a:pt x="89358" y="112259"/>
                  </a:lnTo>
                  <a:lnTo>
                    <a:pt x="89508" y="114504"/>
                  </a:lnTo>
                  <a:lnTo>
                    <a:pt x="89657" y="116749"/>
                  </a:lnTo>
                  <a:lnTo>
                    <a:pt x="89657" y="116749"/>
                  </a:lnTo>
                  <a:lnTo>
                    <a:pt x="83521" y="116001"/>
                  </a:lnTo>
                  <a:lnTo>
                    <a:pt x="82772" y="115851"/>
                  </a:lnTo>
                  <a:lnTo>
                    <a:pt x="82024" y="115702"/>
                  </a:lnTo>
                  <a:lnTo>
                    <a:pt x="61667" y="113007"/>
                  </a:lnTo>
                  <a:lnTo>
                    <a:pt x="60171" y="112708"/>
                  </a:lnTo>
                  <a:lnTo>
                    <a:pt x="52986" y="111810"/>
                  </a:lnTo>
                  <a:lnTo>
                    <a:pt x="51190" y="111511"/>
                  </a:lnTo>
                  <a:lnTo>
                    <a:pt x="35025" y="109265"/>
                  </a:lnTo>
                  <a:lnTo>
                    <a:pt x="33977" y="109116"/>
                  </a:lnTo>
                  <a:lnTo>
                    <a:pt x="23050" y="107619"/>
                  </a:lnTo>
                  <a:lnTo>
                    <a:pt x="19608" y="107170"/>
                  </a:lnTo>
                  <a:lnTo>
                    <a:pt x="15716" y="106571"/>
                  </a:lnTo>
                  <a:lnTo>
                    <a:pt x="12274" y="106122"/>
                  </a:lnTo>
                  <a:lnTo>
                    <a:pt x="5688" y="105224"/>
                  </a:lnTo>
                  <a:lnTo>
                    <a:pt x="12274" y="104326"/>
                  </a:lnTo>
                  <a:lnTo>
                    <a:pt x="15716" y="103727"/>
                  </a:lnTo>
                  <a:lnTo>
                    <a:pt x="19608" y="103129"/>
                  </a:lnTo>
                  <a:lnTo>
                    <a:pt x="23050" y="102680"/>
                  </a:lnTo>
                  <a:lnTo>
                    <a:pt x="33977" y="101033"/>
                  </a:lnTo>
                  <a:lnTo>
                    <a:pt x="35025" y="100883"/>
                  </a:lnTo>
                  <a:lnTo>
                    <a:pt x="51190" y="98339"/>
                  </a:lnTo>
                  <a:lnTo>
                    <a:pt x="52986" y="98039"/>
                  </a:lnTo>
                  <a:lnTo>
                    <a:pt x="60171" y="96992"/>
                  </a:lnTo>
                  <a:lnTo>
                    <a:pt x="61667" y="96842"/>
                  </a:lnTo>
                  <a:lnTo>
                    <a:pt x="81425" y="93848"/>
                  </a:lnTo>
                  <a:lnTo>
                    <a:pt x="82173" y="93699"/>
                  </a:lnTo>
                  <a:lnTo>
                    <a:pt x="82922" y="93549"/>
                  </a:lnTo>
                  <a:lnTo>
                    <a:pt x="85915" y="93100"/>
                  </a:lnTo>
                  <a:lnTo>
                    <a:pt x="86514" y="93100"/>
                  </a:lnTo>
                  <a:lnTo>
                    <a:pt x="90106" y="92501"/>
                  </a:lnTo>
                  <a:lnTo>
                    <a:pt x="90555" y="92352"/>
                  </a:lnTo>
                  <a:close/>
                  <a:moveTo>
                    <a:pt x="117647" y="92501"/>
                  </a:moveTo>
                  <a:lnTo>
                    <a:pt x="119294" y="92651"/>
                  </a:lnTo>
                  <a:lnTo>
                    <a:pt x="119144" y="95046"/>
                  </a:lnTo>
                  <a:lnTo>
                    <a:pt x="118994" y="97590"/>
                  </a:lnTo>
                  <a:lnTo>
                    <a:pt x="119144" y="102530"/>
                  </a:lnTo>
                  <a:lnTo>
                    <a:pt x="119144" y="103428"/>
                  </a:lnTo>
                  <a:lnTo>
                    <a:pt x="119294" y="104176"/>
                  </a:lnTo>
                  <a:lnTo>
                    <a:pt x="119294" y="104476"/>
                  </a:lnTo>
                  <a:lnTo>
                    <a:pt x="119294" y="105224"/>
                  </a:lnTo>
                  <a:lnTo>
                    <a:pt x="119294" y="105823"/>
                  </a:lnTo>
                  <a:lnTo>
                    <a:pt x="119294" y="105972"/>
                  </a:lnTo>
                  <a:lnTo>
                    <a:pt x="119593" y="105972"/>
                  </a:lnTo>
                  <a:lnTo>
                    <a:pt x="119743" y="105823"/>
                  </a:lnTo>
                  <a:lnTo>
                    <a:pt x="119743" y="104775"/>
                  </a:lnTo>
                  <a:lnTo>
                    <a:pt x="119743" y="103727"/>
                  </a:lnTo>
                  <a:lnTo>
                    <a:pt x="119892" y="102680"/>
                  </a:lnTo>
                  <a:lnTo>
                    <a:pt x="119892" y="101482"/>
                  </a:lnTo>
                  <a:lnTo>
                    <a:pt x="120042" y="97141"/>
                  </a:lnTo>
                  <a:lnTo>
                    <a:pt x="119892" y="94896"/>
                  </a:lnTo>
                  <a:lnTo>
                    <a:pt x="119743" y="92651"/>
                  </a:lnTo>
                  <a:lnTo>
                    <a:pt x="119743" y="92651"/>
                  </a:lnTo>
                  <a:lnTo>
                    <a:pt x="125730" y="93549"/>
                  </a:lnTo>
                  <a:lnTo>
                    <a:pt x="126478" y="93699"/>
                  </a:lnTo>
                  <a:lnTo>
                    <a:pt x="127077" y="93699"/>
                  </a:lnTo>
                  <a:lnTo>
                    <a:pt x="147733" y="96543"/>
                  </a:lnTo>
                  <a:lnTo>
                    <a:pt x="149229" y="96842"/>
                  </a:lnTo>
                  <a:lnTo>
                    <a:pt x="156414" y="97740"/>
                  </a:lnTo>
                  <a:lnTo>
                    <a:pt x="158210" y="98039"/>
                  </a:lnTo>
                  <a:lnTo>
                    <a:pt x="174375" y="100285"/>
                  </a:lnTo>
                  <a:lnTo>
                    <a:pt x="175423" y="100434"/>
                  </a:lnTo>
                  <a:lnTo>
                    <a:pt x="186350" y="101931"/>
                  </a:lnTo>
                  <a:lnTo>
                    <a:pt x="189792" y="102380"/>
                  </a:lnTo>
                  <a:lnTo>
                    <a:pt x="193684" y="102829"/>
                  </a:lnTo>
                  <a:lnTo>
                    <a:pt x="197126" y="103278"/>
                  </a:lnTo>
                  <a:lnTo>
                    <a:pt x="203712" y="104326"/>
                  </a:lnTo>
                  <a:lnTo>
                    <a:pt x="197126" y="105224"/>
                  </a:lnTo>
                  <a:lnTo>
                    <a:pt x="193684" y="105823"/>
                  </a:lnTo>
                  <a:lnTo>
                    <a:pt x="189792" y="106421"/>
                  </a:lnTo>
                  <a:lnTo>
                    <a:pt x="186350" y="106871"/>
                  </a:lnTo>
                  <a:lnTo>
                    <a:pt x="175423" y="108517"/>
                  </a:lnTo>
                  <a:lnTo>
                    <a:pt x="174375" y="108667"/>
                  </a:lnTo>
                  <a:lnTo>
                    <a:pt x="158210" y="111062"/>
                  </a:lnTo>
                  <a:lnTo>
                    <a:pt x="156414" y="111361"/>
                  </a:lnTo>
                  <a:lnTo>
                    <a:pt x="149229" y="112409"/>
                  </a:lnTo>
                  <a:lnTo>
                    <a:pt x="147733" y="112708"/>
                  </a:lnTo>
                  <a:lnTo>
                    <a:pt x="127975" y="115702"/>
                  </a:lnTo>
                  <a:lnTo>
                    <a:pt x="127376" y="115851"/>
                  </a:lnTo>
                  <a:lnTo>
                    <a:pt x="126628" y="115851"/>
                  </a:lnTo>
                  <a:lnTo>
                    <a:pt x="123634" y="116300"/>
                  </a:lnTo>
                  <a:lnTo>
                    <a:pt x="123036" y="116450"/>
                  </a:lnTo>
                  <a:lnTo>
                    <a:pt x="119443" y="117049"/>
                  </a:lnTo>
                  <a:lnTo>
                    <a:pt x="118695" y="117049"/>
                  </a:lnTo>
                  <a:lnTo>
                    <a:pt x="118695" y="116899"/>
                  </a:lnTo>
                  <a:lnTo>
                    <a:pt x="117348" y="115552"/>
                  </a:lnTo>
                  <a:lnTo>
                    <a:pt x="117198" y="115402"/>
                  </a:lnTo>
                  <a:lnTo>
                    <a:pt x="115552" y="113756"/>
                  </a:lnTo>
                  <a:lnTo>
                    <a:pt x="115402" y="113756"/>
                  </a:lnTo>
                  <a:lnTo>
                    <a:pt x="113756" y="112109"/>
                  </a:lnTo>
                  <a:lnTo>
                    <a:pt x="113606" y="111960"/>
                  </a:lnTo>
                  <a:lnTo>
                    <a:pt x="111959" y="110463"/>
                  </a:lnTo>
                  <a:lnTo>
                    <a:pt x="111810" y="110313"/>
                  </a:lnTo>
                  <a:lnTo>
                    <a:pt x="111660" y="110163"/>
                  </a:lnTo>
                  <a:lnTo>
                    <a:pt x="112259" y="110163"/>
                  </a:lnTo>
                  <a:lnTo>
                    <a:pt x="113606" y="110014"/>
                  </a:lnTo>
                  <a:lnTo>
                    <a:pt x="113756" y="109864"/>
                  </a:lnTo>
                  <a:lnTo>
                    <a:pt x="113606" y="109714"/>
                  </a:lnTo>
                  <a:lnTo>
                    <a:pt x="112558" y="109714"/>
                  </a:lnTo>
                  <a:lnTo>
                    <a:pt x="110912" y="109565"/>
                  </a:lnTo>
                  <a:lnTo>
                    <a:pt x="110912" y="109415"/>
                  </a:lnTo>
                  <a:lnTo>
                    <a:pt x="110762" y="109265"/>
                  </a:lnTo>
                  <a:lnTo>
                    <a:pt x="110163" y="108816"/>
                  </a:lnTo>
                  <a:lnTo>
                    <a:pt x="110014" y="108667"/>
                  </a:lnTo>
                  <a:lnTo>
                    <a:pt x="108367" y="107020"/>
                  </a:lnTo>
                  <a:lnTo>
                    <a:pt x="108217" y="106871"/>
                  </a:lnTo>
                  <a:lnTo>
                    <a:pt x="106571" y="105374"/>
                  </a:lnTo>
                  <a:lnTo>
                    <a:pt x="106122" y="104925"/>
                  </a:lnTo>
                  <a:lnTo>
                    <a:pt x="105972" y="104775"/>
                  </a:lnTo>
                  <a:lnTo>
                    <a:pt x="105823" y="104775"/>
                  </a:lnTo>
                  <a:lnTo>
                    <a:pt x="106272" y="104326"/>
                  </a:lnTo>
                  <a:lnTo>
                    <a:pt x="106272" y="104176"/>
                  </a:lnTo>
                  <a:lnTo>
                    <a:pt x="106870" y="103727"/>
                  </a:lnTo>
                  <a:lnTo>
                    <a:pt x="107918" y="102530"/>
                  </a:lnTo>
                  <a:lnTo>
                    <a:pt x="109415" y="101033"/>
                  </a:lnTo>
                  <a:lnTo>
                    <a:pt x="109415" y="103578"/>
                  </a:lnTo>
                  <a:lnTo>
                    <a:pt x="109415" y="104176"/>
                  </a:lnTo>
                  <a:lnTo>
                    <a:pt x="109415" y="104775"/>
                  </a:lnTo>
                  <a:lnTo>
                    <a:pt x="109415" y="104925"/>
                  </a:lnTo>
                  <a:lnTo>
                    <a:pt x="109415" y="105374"/>
                  </a:lnTo>
                  <a:lnTo>
                    <a:pt x="109565" y="105673"/>
                  </a:lnTo>
                  <a:lnTo>
                    <a:pt x="109565" y="105823"/>
                  </a:lnTo>
                  <a:lnTo>
                    <a:pt x="109714" y="106871"/>
                  </a:lnTo>
                  <a:lnTo>
                    <a:pt x="109864" y="107020"/>
                  </a:lnTo>
                  <a:lnTo>
                    <a:pt x="109864" y="106871"/>
                  </a:lnTo>
                  <a:lnTo>
                    <a:pt x="110014" y="106871"/>
                  </a:lnTo>
                  <a:lnTo>
                    <a:pt x="110163" y="105374"/>
                  </a:lnTo>
                  <a:lnTo>
                    <a:pt x="110163" y="105224"/>
                  </a:lnTo>
                  <a:lnTo>
                    <a:pt x="110163" y="104925"/>
                  </a:lnTo>
                  <a:lnTo>
                    <a:pt x="110163" y="104775"/>
                  </a:lnTo>
                  <a:lnTo>
                    <a:pt x="110163" y="104176"/>
                  </a:lnTo>
                  <a:lnTo>
                    <a:pt x="110313" y="104027"/>
                  </a:lnTo>
                  <a:lnTo>
                    <a:pt x="110313" y="103578"/>
                  </a:lnTo>
                  <a:lnTo>
                    <a:pt x="110313" y="100135"/>
                  </a:lnTo>
                  <a:lnTo>
                    <a:pt x="112857" y="97441"/>
                  </a:lnTo>
                  <a:lnTo>
                    <a:pt x="112558" y="100434"/>
                  </a:lnTo>
                  <a:lnTo>
                    <a:pt x="112558" y="103578"/>
                  </a:lnTo>
                  <a:lnTo>
                    <a:pt x="112558" y="104027"/>
                  </a:lnTo>
                  <a:lnTo>
                    <a:pt x="112558" y="104176"/>
                  </a:lnTo>
                  <a:lnTo>
                    <a:pt x="112558" y="104625"/>
                  </a:lnTo>
                  <a:lnTo>
                    <a:pt x="112558" y="104775"/>
                  </a:lnTo>
                  <a:lnTo>
                    <a:pt x="112708" y="105224"/>
                  </a:lnTo>
                  <a:lnTo>
                    <a:pt x="112708" y="105972"/>
                  </a:lnTo>
                  <a:lnTo>
                    <a:pt x="112708" y="106122"/>
                  </a:lnTo>
                  <a:lnTo>
                    <a:pt x="112857" y="107619"/>
                  </a:lnTo>
                  <a:lnTo>
                    <a:pt x="113007" y="107769"/>
                  </a:lnTo>
                  <a:lnTo>
                    <a:pt x="113157" y="107619"/>
                  </a:lnTo>
                  <a:lnTo>
                    <a:pt x="113456" y="105374"/>
                  </a:lnTo>
                  <a:lnTo>
                    <a:pt x="113456" y="105224"/>
                  </a:lnTo>
                  <a:lnTo>
                    <a:pt x="113456" y="104775"/>
                  </a:lnTo>
                  <a:lnTo>
                    <a:pt x="113456" y="104625"/>
                  </a:lnTo>
                  <a:lnTo>
                    <a:pt x="113456" y="104176"/>
                  </a:lnTo>
                  <a:lnTo>
                    <a:pt x="113456" y="104027"/>
                  </a:lnTo>
                  <a:lnTo>
                    <a:pt x="113456" y="103578"/>
                  </a:lnTo>
                  <a:lnTo>
                    <a:pt x="113456" y="100285"/>
                  </a:lnTo>
                  <a:lnTo>
                    <a:pt x="113307" y="96992"/>
                  </a:lnTo>
                  <a:lnTo>
                    <a:pt x="117647" y="92501"/>
                  </a:lnTo>
                  <a:close/>
                  <a:moveTo>
                    <a:pt x="156115" y="113007"/>
                  </a:moveTo>
                  <a:lnTo>
                    <a:pt x="155815" y="115253"/>
                  </a:lnTo>
                  <a:lnTo>
                    <a:pt x="155216" y="117348"/>
                  </a:lnTo>
                  <a:lnTo>
                    <a:pt x="148481" y="116001"/>
                  </a:lnTo>
                  <a:lnTo>
                    <a:pt x="148930" y="114205"/>
                  </a:lnTo>
                  <a:lnTo>
                    <a:pt x="156115" y="113007"/>
                  </a:lnTo>
                  <a:close/>
                  <a:moveTo>
                    <a:pt x="23200" y="109265"/>
                  </a:moveTo>
                  <a:lnTo>
                    <a:pt x="34127" y="110762"/>
                  </a:lnTo>
                  <a:lnTo>
                    <a:pt x="34725" y="115552"/>
                  </a:lnTo>
                  <a:lnTo>
                    <a:pt x="35623" y="120342"/>
                  </a:lnTo>
                  <a:lnTo>
                    <a:pt x="24547" y="120342"/>
                  </a:lnTo>
                  <a:lnTo>
                    <a:pt x="24098" y="117647"/>
                  </a:lnTo>
                  <a:lnTo>
                    <a:pt x="23649" y="114803"/>
                  </a:lnTo>
                  <a:lnTo>
                    <a:pt x="23350" y="112109"/>
                  </a:lnTo>
                  <a:lnTo>
                    <a:pt x="23200" y="109265"/>
                  </a:lnTo>
                  <a:close/>
                  <a:moveTo>
                    <a:pt x="186350" y="108517"/>
                  </a:moveTo>
                  <a:lnTo>
                    <a:pt x="186050" y="111511"/>
                  </a:lnTo>
                  <a:lnTo>
                    <a:pt x="185751" y="114504"/>
                  </a:lnTo>
                  <a:lnTo>
                    <a:pt x="185451" y="117348"/>
                  </a:lnTo>
                  <a:lnTo>
                    <a:pt x="184853" y="120342"/>
                  </a:lnTo>
                  <a:lnTo>
                    <a:pt x="173777" y="120342"/>
                  </a:lnTo>
                  <a:lnTo>
                    <a:pt x="174226" y="117797"/>
                  </a:lnTo>
                  <a:lnTo>
                    <a:pt x="174675" y="115253"/>
                  </a:lnTo>
                  <a:lnTo>
                    <a:pt x="174974" y="112708"/>
                  </a:lnTo>
                  <a:lnTo>
                    <a:pt x="175273" y="110163"/>
                  </a:lnTo>
                  <a:lnTo>
                    <a:pt x="186350" y="108517"/>
                  </a:lnTo>
                  <a:close/>
                  <a:moveTo>
                    <a:pt x="37869" y="121240"/>
                  </a:moveTo>
                  <a:lnTo>
                    <a:pt x="39066" y="121389"/>
                  </a:lnTo>
                  <a:lnTo>
                    <a:pt x="38168" y="121838"/>
                  </a:lnTo>
                  <a:lnTo>
                    <a:pt x="37869" y="121240"/>
                  </a:lnTo>
                  <a:close/>
                  <a:moveTo>
                    <a:pt x="171531" y="121240"/>
                  </a:moveTo>
                  <a:lnTo>
                    <a:pt x="171232" y="121838"/>
                  </a:lnTo>
                  <a:lnTo>
                    <a:pt x="170484" y="121389"/>
                  </a:lnTo>
                  <a:lnTo>
                    <a:pt x="171531" y="121240"/>
                  </a:lnTo>
                  <a:close/>
                  <a:moveTo>
                    <a:pt x="37569" y="121240"/>
                  </a:moveTo>
                  <a:lnTo>
                    <a:pt x="37719" y="121389"/>
                  </a:lnTo>
                  <a:lnTo>
                    <a:pt x="38018" y="121838"/>
                  </a:lnTo>
                  <a:lnTo>
                    <a:pt x="37120" y="122437"/>
                  </a:lnTo>
                  <a:lnTo>
                    <a:pt x="36222" y="122886"/>
                  </a:lnTo>
                  <a:lnTo>
                    <a:pt x="26493" y="128574"/>
                  </a:lnTo>
                  <a:lnTo>
                    <a:pt x="25595" y="124982"/>
                  </a:lnTo>
                  <a:lnTo>
                    <a:pt x="24697" y="121240"/>
                  </a:lnTo>
                  <a:lnTo>
                    <a:pt x="25146" y="121240"/>
                  </a:lnTo>
                  <a:lnTo>
                    <a:pt x="25595" y="122736"/>
                  </a:lnTo>
                  <a:lnTo>
                    <a:pt x="25894" y="123635"/>
                  </a:lnTo>
                  <a:lnTo>
                    <a:pt x="26194" y="124533"/>
                  </a:lnTo>
                  <a:lnTo>
                    <a:pt x="26343" y="124533"/>
                  </a:lnTo>
                  <a:lnTo>
                    <a:pt x="26343" y="124383"/>
                  </a:lnTo>
                  <a:lnTo>
                    <a:pt x="25894" y="122437"/>
                  </a:lnTo>
                  <a:lnTo>
                    <a:pt x="25445" y="121240"/>
                  </a:lnTo>
                  <a:lnTo>
                    <a:pt x="26493" y="121240"/>
                  </a:lnTo>
                  <a:lnTo>
                    <a:pt x="26942" y="122587"/>
                  </a:lnTo>
                  <a:lnTo>
                    <a:pt x="27092" y="123485"/>
                  </a:lnTo>
                  <a:lnTo>
                    <a:pt x="27541" y="124383"/>
                  </a:lnTo>
                  <a:lnTo>
                    <a:pt x="27690" y="124383"/>
                  </a:lnTo>
                  <a:lnTo>
                    <a:pt x="27391" y="123485"/>
                  </a:lnTo>
                  <a:lnTo>
                    <a:pt x="27241" y="122587"/>
                  </a:lnTo>
                  <a:lnTo>
                    <a:pt x="26792" y="121240"/>
                  </a:lnTo>
                  <a:lnTo>
                    <a:pt x="27541" y="121240"/>
                  </a:lnTo>
                  <a:lnTo>
                    <a:pt x="27990" y="122736"/>
                  </a:lnTo>
                  <a:lnTo>
                    <a:pt x="28289" y="123335"/>
                  </a:lnTo>
                  <a:lnTo>
                    <a:pt x="28589" y="123934"/>
                  </a:lnTo>
                  <a:lnTo>
                    <a:pt x="28738" y="123934"/>
                  </a:lnTo>
                  <a:lnTo>
                    <a:pt x="28738" y="123784"/>
                  </a:lnTo>
                  <a:lnTo>
                    <a:pt x="28140" y="122287"/>
                  </a:lnTo>
                  <a:lnTo>
                    <a:pt x="27840" y="121240"/>
                  </a:lnTo>
                  <a:lnTo>
                    <a:pt x="29187" y="121240"/>
                  </a:lnTo>
                  <a:lnTo>
                    <a:pt x="29487" y="122287"/>
                  </a:lnTo>
                  <a:lnTo>
                    <a:pt x="29786" y="123185"/>
                  </a:lnTo>
                  <a:lnTo>
                    <a:pt x="30085" y="123934"/>
                  </a:lnTo>
                  <a:lnTo>
                    <a:pt x="30235" y="123934"/>
                  </a:lnTo>
                  <a:lnTo>
                    <a:pt x="29936" y="123036"/>
                  </a:lnTo>
                  <a:lnTo>
                    <a:pt x="29786" y="122287"/>
                  </a:lnTo>
                  <a:lnTo>
                    <a:pt x="29337" y="121240"/>
                  </a:lnTo>
                  <a:lnTo>
                    <a:pt x="30385" y="121240"/>
                  </a:lnTo>
                  <a:lnTo>
                    <a:pt x="30534" y="122138"/>
                  </a:lnTo>
                  <a:lnTo>
                    <a:pt x="30834" y="122886"/>
                  </a:lnTo>
                  <a:lnTo>
                    <a:pt x="31133" y="123635"/>
                  </a:lnTo>
                  <a:lnTo>
                    <a:pt x="31283" y="123635"/>
                  </a:lnTo>
                  <a:lnTo>
                    <a:pt x="30684" y="121689"/>
                  </a:lnTo>
                  <a:lnTo>
                    <a:pt x="30684" y="121240"/>
                  </a:lnTo>
                  <a:lnTo>
                    <a:pt x="31432" y="121240"/>
                  </a:lnTo>
                  <a:lnTo>
                    <a:pt x="31582" y="121838"/>
                  </a:lnTo>
                  <a:lnTo>
                    <a:pt x="32181" y="123335"/>
                  </a:lnTo>
                  <a:lnTo>
                    <a:pt x="32331" y="123335"/>
                  </a:lnTo>
                  <a:lnTo>
                    <a:pt x="32331" y="123185"/>
                  </a:lnTo>
                  <a:lnTo>
                    <a:pt x="31881" y="121838"/>
                  </a:lnTo>
                  <a:lnTo>
                    <a:pt x="31732" y="121240"/>
                  </a:lnTo>
                  <a:lnTo>
                    <a:pt x="32480" y="121240"/>
                  </a:lnTo>
                  <a:lnTo>
                    <a:pt x="32780" y="122138"/>
                  </a:lnTo>
                  <a:lnTo>
                    <a:pt x="33079" y="123036"/>
                  </a:lnTo>
                  <a:lnTo>
                    <a:pt x="33229" y="123036"/>
                  </a:lnTo>
                  <a:lnTo>
                    <a:pt x="33079" y="122138"/>
                  </a:lnTo>
                  <a:lnTo>
                    <a:pt x="32780" y="121240"/>
                  </a:lnTo>
                  <a:lnTo>
                    <a:pt x="33528" y="121240"/>
                  </a:lnTo>
                  <a:lnTo>
                    <a:pt x="33678" y="121689"/>
                  </a:lnTo>
                  <a:lnTo>
                    <a:pt x="33827" y="122138"/>
                  </a:lnTo>
                  <a:lnTo>
                    <a:pt x="34127" y="122736"/>
                  </a:lnTo>
                  <a:lnTo>
                    <a:pt x="34276" y="122587"/>
                  </a:lnTo>
                  <a:lnTo>
                    <a:pt x="33977" y="121539"/>
                  </a:lnTo>
                  <a:lnTo>
                    <a:pt x="33827" y="121240"/>
                  </a:lnTo>
                  <a:lnTo>
                    <a:pt x="34576" y="121240"/>
                  </a:lnTo>
                  <a:lnTo>
                    <a:pt x="35174" y="122437"/>
                  </a:lnTo>
                  <a:lnTo>
                    <a:pt x="35324" y="122437"/>
                  </a:lnTo>
                  <a:lnTo>
                    <a:pt x="34875" y="121240"/>
                  </a:lnTo>
                  <a:lnTo>
                    <a:pt x="35623" y="121240"/>
                  </a:lnTo>
                  <a:lnTo>
                    <a:pt x="35623" y="121539"/>
                  </a:lnTo>
                  <a:lnTo>
                    <a:pt x="36072" y="122287"/>
                  </a:lnTo>
                  <a:lnTo>
                    <a:pt x="36222" y="122437"/>
                  </a:lnTo>
                  <a:lnTo>
                    <a:pt x="36222" y="122287"/>
                  </a:lnTo>
                  <a:lnTo>
                    <a:pt x="35923" y="121389"/>
                  </a:lnTo>
                  <a:lnTo>
                    <a:pt x="35923" y="121240"/>
                  </a:lnTo>
                  <a:lnTo>
                    <a:pt x="36522" y="121240"/>
                  </a:lnTo>
                  <a:lnTo>
                    <a:pt x="36522" y="121389"/>
                  </a:lnTo>
                  <a:lnTo>
                    <a:pt x="36971" y="121988"/>
                  </a:lnTo>
                  <a:lnTo>
                    <a:pt x="37120" y="121838"/>
                  </a:lnTo>
                  <a:lnTo>
                    <a:pt x="36821" y="121389"/>
                  </a:lnTo>
                  <a:lnTo>
                    <a:pt x="36821" y="121240"/>
                  </a:lnTo>
                  <a:close/>
                  <a:moveTo>
                    <a:pt x="184703" y="121240"/>
                  </a:moveTo>
                  <a:lnTo>
                    <a:pt x="183805" y="124982"/>
                  </a:lnTo>
                  <a:lnTo>
                    <a:pt x="182907" y="128574"/>
                  </a:lnTo>
                  <a:lnTo>
                    <a:pt x="173178" y="122886"/>
                  </a:lnTo>
                  <a:lnTo>
                    <a:pt x="172280" y="122437"/>
                  </a:lnTo>
                  <a:lnTo>
                    <a:pt x="171382" y="121838"/>
                  </a:lnTo>
                  <a:lnTo>
                    <a:pt x="171831" y="121389"/>
                  </a:lnTo>
                  <a:lnTo>
                    <a:pt x="171831" y="121240"/>
                  </a:lnTo>
                  <a:lnTo>
                    <a:pt x="172579" y="121240"/>
                  </a:lnTo>
                  <a:lnTo>
                    <a:pt x="172429" y="121539"/>
                  </a:lnTo>
                  <a:lnTo>
                    <a:pt x="172429" y="121838"/>
                  </a:lnTo>
                  <a:lnTo>
                    <a:pt x="172429" y="121988"/>
                  </a:lnTo>
                  <a:lnTo>
                    <a:pt x="172878" y="121389"/>
                  </a:lnTo>
                  <a:lnTo>
                    <a:pt x="172878" y="121240"/>
                  </a:lnTo>
                  <a:lnTo>
                    <a:pt x="173627" y="121240"/>
                  </a:lnTo>
                  <a:lnTo>
                    <a:pt x="173477" y="121389"/>
                  </a:lnTo>
                  <a:lnTo>
                    <a:pt x="173477" y="121539"/>
                  </a:lnTo>
                  <a:lnTo>
                    <a:pt x="173178" y="122287"/>
                  </a:lnTo>
                  <a:lnTo>
                    <a:pt x="173178" y="122437"/>
                  </a:lnTo>
                  <a:lnTo>
                    <a:pt x="173328" y="122287"/>
                  </a:lnTo>
                  <a:lnTo>
                    <a:pt x="173777" y="121539"/>
                  </a:lnTo>
                  <a:lnTo>
                    <a:pt x="173926" y="121240"/>
                  </a:lnTo>
                  <a:lnTo>
                    <a:pt x="174525" y="121240"/>
                  </a:lnTo>
                  <a:lnTo>
                    <a:pt x="174226" y="122437"/>
                  </a:lnTo>
                  <a:lnTo>
                    <a:pt x="174375" y="122437"/>
                  </a:lnTo>
                  <a:lnTo>
                    <a:pt x="174824" y="121240"/>
                  </a:lnTo>
                  <a:lnTo>
                    <a:pt x="175573" y="121240"/>
                  </a:lnTo>
                  <a:lnTo>
                    <a:pt x="175573" y="121539"/>
                  </a:lnTo>
                  <a:lnTo>
                    <a:pt x="175124" y="122587"/>
                  </a:lnTo>
                  <a:lnTo>
                    <a:pt x="175273" y="122736"/>
                  </a:lnTo>
                  <a:lnTo>
                    <a:pt x="175573" y="122138"/>
                  </a:lnTo>
                  <a:lnTo>
                    <a:pt x="175722" y="121689"/>
                  </a:lnTo>
                  <a:lnTo>
                    <a:pt x="175872" y="121240"/>
                  </a:lnTo>
                  <a:lnTo>
                    <a:pt x="176620" y="121240"/>
                  </a:lnTo>
                  <a:lnTo>
                    <a:pt x="176321" y="122138"/>
                  </a:lnTo>
                  <a:lnTo>
                    <a:pt x="176171" y="123036"/>
                  </a:lnTo>
                  <a:lnTo>
                    <a:pt x="176321" y="123036"/>
                  </a:lnTo>
                  <a:lnTo>
                    <a:pt x="176620" y="122138"/>
                  </a:lnTo>
                  <a:lnTo>
                    <a:pt x="176920" y="121240"/>
                  </a:lnTo>
                  <a:lnTo>
                    <a:pt x="177818" y="121240"/>
                  </a:lnTo>
                  <a:lnTo>
                    <a:pt x="177519" y="121838"/>
                  </a:lnTo>
                  <a:lnTo>
                    <a:pt x="177069" y="123185"/>
                  </a:lnTo>
                  <a:lnTo>
                    <a:pt x="177219" y="123335"/>
                  </a:lnTo>
                  <a:lnTo>
                    <a:pt x="177818" y="121838"/>
                  </a:lnTo>
                  <a:lnTo>
                    <a:pt x="177968" y="121240"/>
                  </a:lnTo>
                  <a:lnTo>
                    <a:pt x="178866" y="121240"/>
                  </a:lnTo>
                  <a:lnTo>
                    <a:pt x="178716" y="121689"/>
                  </a:lnTo>
                  <a:lnTo>
                    <a:pt x="178117" y="123635"/>
                  </a:lnTo>
                  <a:lnTo>
                    <a:pt x="178267" y="123635"/>
                  </a:lnTo>
                  <a:lnTo>
                    <a:pt x="178566" y="122886"/>
                  </a:lnTo>
                  <a:lnTo>
                    <a:pt x="178866" y="122138"/>
                  </a:lnTo>
                  <a:lnTo>
                    <a:pt x="179015" y="121240"/>
                  </a:lnTo>
                  <a:lnTo>
                    <a:pt x="180063" y="121240"/>
                  </a:lnTo>
                  <a:lnTo>
                    <a:pt x="179764" y="122287"/>
                  </a:lnTo>
                  <a:lnTo>
                    <a:pt x="179464" y="123036"/>
                  </a:lnTo>
                  <a:lnTo>
                    <a:pt x="179315" y="123934"/>
                  </a:lnTo>
                  <a:lnTo>
                    <a:pt x="179764" y="123185"/>
                  </a:lnTo>
                  <a:lnTo>
                    <a:pt x="180063" y="122287"/>
                  </a:lnTo>
                  <a:lnTo>
                    <a:pt x="180362" y="121240"/>
                  </a:lnTo>
                  <a:lnTo>
                    <a:pt x="181560" y="121240"/>
                  </a:lnTo>
                  <a:lnTo>
                    <a:pt x="181260" y="122287"/>
                  </a:lnTo>
                  <a:lnTo>
                    <a:pt x="180662" y="123784"/>
                  </a:lnTo>
                  <a:lnTo>
                    <a:pt x="180662" y="123934"/>
                  </a:lnTo>
                  <a:lnTo>
                    <a:pt x="180811" y="123934"/>
                  </a:lnTo>
                  <a:lnTo>
                    <a:pt x="181111" y="123335"/>
                  </a:lnTo>
                  <a:lnTo>
                    <a:pt x="181410" y="122736"/>
                  </a:lnTo>
                  <a:lnTo>
                    <a:pt x="181859" y="121240"/>
                  </a:lnTo>
                  <a:lnTo>
                    <a:pt x="182757" y="121240"/>
                  </a:lnTo>
                  <a:lnTo>
                    <a:pt x="182308" y="122587"/>
                  </a:lnTo>
                  <a:lnTo>
                    <a:pt x="182009" y="123485"/>
                  </a:lnTo>
                  <a:lnTo>
                    <a:pt x="181859" y="124383"/>
                  </a:lnTo>
                  <a:lnTo>
                    <a:pt x="182308" y="123485"/>
                  </a:lnTo>
                  <a:lnTo>
                    <a:pt x="182608" y="122587"/>
                  </a:lnTo>
                  <a:lnTo>
                    <a:pt x="182907" y="121240"/>
                  </a:lnTo>
                  <a:lnTo>
                    <a:pt x="183955" y="121240"/>
                  </a:lnTo>
                  <a:lnTo>
                    <a:pt x="183506" y="122437"/>
                  </a:lnTo>
                  <a:lnTo>
                    <a:pt x="183057" y="124383"/>
                  </a:lnTo>
                  <a:lnTo>
                    <a:pt x="183057" y="124533"/>
                  </a:lnTo>
                  <a:lnTo>
                    <a:pt x="183206" y="124533"/>
                  </a:lnTo>
                  <a:lnTo>
                    <a:pt x="183506" y="123635"/>
                  </a:lnTo>
                  <a:lnTo>
                    <a:pt x="183805" y="122736"/>
                  </a:lnTo>
                  <a:lnTo>
                    <a:pt x="184254" y="121240"/>
                  </a:lnTo>
                  <a:close/>
                  <a:moveTo>
                    <a:pt x="147433" y="114354"/>
                  </a:moveTo>
                  <a:lnTo>
                    <a:pt x="146834" y="116749"/>
                  </a:lnTo>
                  <a:lnTo>
                    <a:pt x="146086" y="118845"/>
                  </a:lnTo>
                  <a:lnTo>
                    <a:pt x="145338" y="121090"/>
                  </a:lnTo>
                  <a:lnTo>
                    <a:pt x="144440" y="123185"/>
                  </a:lnTo>
                  <a:lnTo>
                    <a:pt x="143392" y="125281"/>
                  </a:lnTo>
                  <a:lnTo>
                    <a:pt x="142194" y="127227"/>
                  </a:lnTo>
                  <a:lnTo>
                    <a:pt x="140997" y="129173"/>
                  </a:lnTo>
                  <a:lnTo>
                    <a:pt x="139650" y="131118"/>
                  </a:lnTo>
                  <a:lnTo>
                    <a:pt x="129172" y="117198"/>
                  </a:lnTo>
                  <a:lnTo>
                    <a:pt x="147433" y="114354"/>
                  </a:lnTo>
                  <a:close/>
                  <a:moveTo>
                    <a:pt x="62117" y="114654"/>
                  </a:moveTo>
                  <a:lnTo>
                    <a:pt x="80976" y="117198"/>
                  </a:lnTo>
                  <a:lnTo>
                    <a:pt x="70199" y="131717"/>
                  </a:lnTo>
                  <a:lnTo>
                    <a:pt x="68852" y="129921"/>
                  </a:lnTo>
                  <a:lnTo>
                    <a:pt x="67505" y="127826"/>
                  </a:lnTo>
                  <a:lnTo>
                    <a:pt x="66308" y="125880"/>
                  </a:lnTo>
                  <a:lnTo>
                    <a:pt x="65260" y="123635"/>
                  </a:lnTo>
                  <a:lnTo>
                    <a:pt x="64212" y="121539"/>
                  </a:lnTo>
                  <a:lnTo>
                    <a:pt x="63464" y="119294"/>
                  </a:lnTo>
                  <a:lnTo>
                    <a:pt x="62715" y="117049"/>
                  </a:lnTo>
                  <a:lnTo>
                    <a:pt x="62117" y="114654"/>
                  </a:lnTo>
                  <a:close/>
                  <a:moveTo>
                    <a:pt x="60620" y="115253"/>
                  </a:moveTo>
                  <a:lnTo>
                    <a:pt x="61667" y="118845"/>
                  </a:lnTo>
                  <a:lnTo>
                    <a:pt x="63015" y="122287"/>
                  </a:lnTo>
                  <a:lnTo>
                    <a:pt x="64511" y="125580"/>
                  </a:lnTo>
                  <a:lnTo>
                    <a:pt x="66308" y="128724"/>
                  </a:lnTo>
                  <a:lnTo>
                    <a:pt x="60470" y="132466"/>
                  </a:lnTo>
                  <a:lnTo>
                    <a:pt x="58524" y="128873"/>
                  </a:lnTo>
                  <a:lnTo>
                    <a:pt x="56728" y="125131"/>
                  </a:lnTo>
                  <a:lnTo>
                    <a:pt x="55231" y="121090"/>
                  </a:lnTo>
                  <a:lnTo>
                    <a:pt x="54034" y="117049"/>
                  </a:lnTo>
                  <a:lnTo>
                    <a:pt x="60620" y="115253"/>
                  </a:lnTo>
                  <a:close/>
                  <a:moveTo>
                    <a:pt x="148331" y="116899"/>
                  </a:moveTo>
                  <a:lnTo>
                    <a:pt x="155067" y="118396"/>
                  </a:lnTo>
                  <a:lnTo>
                    <a:pt x="153869" y="122287"/>
                  </a:lnTo>
                  <a:lnTo>
                    <a:pt x="152223" y="126029"/>
                  </a:lnTo>
                  <a:lnTo>
                    <a:pt x="150427" y="129622"/>
                  </a:lnTo>
                  <a:lnTo>
                    <a:pt x="148481" y="133064"/>
                  </a:lnTo>
                  <a:lnTo>
                    <a:pt x="142643" y="129322"/>
                  </a:lnTo>
                  <a:lnTo>
                    <a:pt x="144440" y="126329"/>
                  </a:lnTo>
                  <a:lnTo>
                    <a:pt x="145936" y="123335"/>
                  </a:lnTo>
                  <a:lnTo>
                    <a:pt x="147283" y="120192"/>
                  </a:lnTo>
                  <a:lnTo>
                    <a:pt x="148331" y="116899"/>
                  </a:lnTo>
                  <a:close/>
                  <a:moveTo>
                    <a:pt x="142194" y="130071"/>
                  </a:moveTo>
                  <a:lnTo>
                    <a:pt x="147882" y="133962"/>
                  </a:lnTo>
                  <a:lnTo>
                    <a:pt x="146385" y="135908"/>
                  </a:lnTo>
                  <a:lnTo>
                    <a:pt x="144889" y="138004"/>
                  </a:lnTo>
                  <a:lnTo>
                    <a:pt x="140548" y="132316"/>
                  </a:lnTo>
                  <a:lnTo>
                    <a:pt x="142194" y="130071"/>
                  </a:lnTo>
                  <a:close/>
                  <a:moveTo>
                    <a:pt x="66906" y="129472"/>
                  </a:moveTo>
                  <a:lnTo>
                    <a:pt x="68104" y="131268"/>
                  </a:lnTo>
                  <a:lnTo>
                    <a:pt x="69301" y="132915"/>
                  </a:lnTo>
                  <a:lnTo>
                    <a:pt x="65110" y="138752"/>
                  </a:lnTo>
                  <a:lnTo>
                    <a:pt x="63015" y="136058"/>
                  </a:lnTo>
                  <a:lnTo>
                    <a:pt x="61069" y="133214"/>
                  </a:lnTo>
                  <a:lnTo>
                    <a:pt x="66906" y="129472"/>
                  </a:lnTo>
                  <a:close/>
                  <a:moveTo>
                    <a:pt x="161802" y="141596"/>
                  </a:moveTo>
                  <a:lnTo>
                    <a:pt x="162700" y="141895"/>
                  </a:lnTo>
                  <a:lnTo>
                    <a:pt x="162401" y="142344"/>
                  </a:lnTo>
                  <a:lnTo>
                    <a:pt x="161802" y="141596"/>
                  </a:lnTo>
                  <a:close/>
                  <a:moveTo>
                    <a:pt x="36522" y="123934"/>
                  </a:moveTo>
                  <a:lnTo>
                    <a:pt x="38018" y="128574"/>
                  </a:lnTo>
                  <a:lnTo>
                    <a:pt x="39814" y="133064"/>
                  </a:lnTo>
                  <a:lnTo>
                    <a:pt x="41910" y="137405"/>
                  </a:lnTo>
                  <a:lnTo>
                    <a:pt x="44305" y="141596"/>
                  </a:lnTo>
                  <a:lnTo>
                    <a:pt x="33827" y="145188"/>
                  </a:lnTo>
                  <a:lnTo>
                    <a:pt x="31732" y="141446"/>
                  </a:lnTo>
                  <a:lnTo>
                    <a:pt x="29936" y="137555"/>
                  </a:lnTo>
                  <a:lnTo>
                    <a:pt x="28289" y="133663"/>
                  </a:lnTo>
                  <a:lnTo>
                    <a:pt x="26792" y="129472"/>
                  </a:lnTo>
                  <a:lnTo>
                    <a:pt x="36522" y="123934"/>
                  </a:lnTo>
                  <a:close/>
                  <a:moveTo>
                    <a:pt x="172878" y="123934"/>
                  </a:moveTo>
                  <a:lnTo>
                    <a:pt x="182608" y="129472"/>
                  </a:lnTo>
                  <a:lnTo>
                    <a:pt x="181111" y="133513"/>
                  </a:lnTo>
                  <a:lnTo>
                    <a:pt x="179464" y="137555"/>
                  </a:lnTo>
                  <a:lnTo>
                    <a:pt x="177668" y="141446"/>
                  </a:lnTo>
                  <a:lnTo>
                    <a:pt x="175573" y="145188"/>
                  </a:lnTo>
                  <a:lnTo>
                    <a:pt x="165095" y="141596"/>
                  </a:lnTo>
                  <a:lnTo>
                    <a:pt x="167490" y="137405"/>
                  </a:lnTo>
                  <a:lnTo>
                    <a:pt x="169586" y="133064"/>
                  </a:lnTo>
                  <a:lnTo>
                    <a:pt x="171382" y="128574"/>
                  </a:lnTo>
                  <a:lnTo>
                    <a:pt x="172878" y="123934"/>
                  </a:lnTo>
                  <a:close/>
                  <a:moveTo>
                    <a:pt x="92352" y="129771"/>
                  </a:moveTo>
                  <a:lnTo>
                    <a:pt x="95046" y="147433"/>
                  </a:lnTo>
                  <a:lnTo>
                    <a:pt x="92801" y="146835"/>
                  </a:lnTo>
                  <a:lnTo>
                    <a:pt x="90705" y="146236"/>
                  </a:lnTo>
                  <a:lnTo>
                    <a:pt x="88610" y="145488"/>
                  </a:lnTo>
                  <a:lnTo>
                    <a:pt x="86514" y="144590"/>
                  </a:lnTo>
                  <a:lnTo>
                    <a:pt x="84568" y="143542"/>
                  </a:lnTo>
                  <a:lnTo>
                    <a:pt x="82622" y="142494"/>
                  </a:lnTo>
                  <a:lnTo>
                    <a:pt x="80677" y="141297"/>
                  </a:lnTo>
                  <a:lnTo>
                    <a:pt x="78880" y="140099"/>
                  </a:lnTo>
                  <a:lnTo>
                    <a:pt x="92352" y="129771"/>
                  </a:lnTo>
                  <a:close/>
                  <a:moveTo>
                    <a:pt x="117048" y="129023"/>
                  </a:moveTo>
                  <a:lnTo>
                    <a:pt x="131268" y="139500"/>
                  </a:lnTo>
                  <a:lnTo>
                    <a:pt x="129472" y="140848"/>
                  </a:lnTo>
                  <a:lnTo>
                    <a:pt x="127526" y="142045"/>
                  </a:lnTo>
                  <a:lnTo>
                    <a:pt x="125430" y="143242"/>
                  </a:lnTo>
                  <a:lnTo>
                    <a:pt x="123485" y="144290"/>
                  </a:lnTo>
                  <a:lnTo>
                    <a:pt x="121239" y="145188"/>
                  </a:lnTo>
                  <a:lnTo>
                    <a:pt x="119144" y="146086"/>
                  </a:lnTo>
                  <a:lnTo>
                    <a:pt x="116899" y="146835"/>
                  </a:lnTo>
                  <a:lnTo>
                    <a:pt x="114504" y="147433"/>
                  </a:lnTo>
                  <a:lnTo>
                    <a:pt x="117048" y="129023"/>
                  </a:lnTo>
                  <a:close/>
                  <a:moveTo>
                    <a:pt x="77683" y="140997"/>
                  </a:moveTo>
                  <a:lnTo>
                    <a:pt x="79779" y="142494"/>
                  </a:lnTo>
                  <a:lnTo>
                    <a:pt x="76186" y="148331"/>
                  </a:lnTo>
                  <a:lnTo>
                    <a:pt x="73941" y="146835"/>
                  </a:lnTo>
                  <a:lnTo>
                    <a:pt x="71995" y="145338"/>
                  </a:lnTo>
                  <a:lnTo>
                    <a:pt x="77683" y="140997"/>
                  </a:lnTo>
                  <a:close/>
                  <a:moveTo>
                    <a:pt x="132465" y="140399"/>
                  </a:moveTo>
                  <a:lnTo>
                    <a:pt x="138303" y="144590"/>
                  </a:lnTo>
                  <a:lnTo>
                    <a:pt x="135459" y="146835"/>
                  </a:lnTo>
                  <a:lnTo>
                    <a:pt x="132465" y="148781"/>
                  </a:lnTo>
                  <a:lnTo>
                    <a:pt x="128873" y="142943"/>
                  </a:lnTo>
                  <a:lnTo>
                    <a:pt x="130669" y="141746"/>
                  </a:lnTo>
                  <a:lnTo>
                    <a:pt x="132465" y="140399"/>
                  </a:lnTo>
                  <a:close/>
                  <a:moveTo>
                    <a:pt x="47747" y="141596"/>
                  </a:moveTo>
                  <a:lnTo>
                    <a:pt x="46999" y="142344"/>
                  </a:lnTo>
                  <a:lnTo>
                    <a:pt x="46400" y="143093"/>
                  </a:lnTo>
                  <a:lnTo>
                    <a:pt x="45652" y="143841"/>
                  </a:lnTo>
                  <a:lnTo>
                    <a:pt x="38318" y="152373"/>
                  </a:lnTo>
                  <a:lnTo>
                    <a:pt x="36222" y="149230"/>
                  </a:lnTo>
                  <a:lnTo>
                    <a:pt x="34276" y="146086"/>
                  </a:lnTo>
                  <a:lnTo>
                    <a:pt x="34576" y="145937"/>
                  </a:lnTo>
                  <a:lnTo>
                    <a:pt x="35474" y="147284"/>
                  </a:lnTo>
                  <a:lnTo>
                    <a:pt x="36072" y="148032"/>
                  </a:lnTo>
                  <a:lnTo>
                    <a:pt x="36671" y="148631"/>
                  </a:lnTo>
                  <a:lnTo>
                    <a:pt x="36821" y="148631"/>
                  </a:lnTo>
                  <a:lnTo>
                    <a:pt x="35623" y="146984"/>
                  </a:lnTo>
                  <a:lnTo>
                    <a:pt x="34875" y="145937"/>
                  </a:lnTo>
                  <a:lnTo>
                    <a:pt x="35773" y="145637"/>
                  </a:lnTo>
                  <a:lnTo>
                    <a:pt x="36671" y="146685"/>
                  </a:lnTo>
                  <a:lnTo>
                    <a:pt x="37270" y="147433"/>
                  </a:lnTo>
                  <a:lnTo>
                    <a:pt x="37869" y="148182"/>
                  </a:lnTo>
                  <a:lnTo>
                    <a:pt x="38018" y="148182"/>
                  </a:lnTo>
                  <a:lnTo>
                    <a:pt x="37420" y="147284"/>
                  </a:lnTo>
                  <a:lnTo>
                    <a:pt x="36821" y="146535"/>
                  </a:lnTo>
                  <a:lnTo>
                    <a:pt x="36072" y="145488"/>
                  </a:lnTo>
                  <a:lnTo>
                    <a:pt x="36971" y="145188"/>
                  </a:lnTo>
                  <a:lnTo>
                    <a:pt x="37569" y="146236"/>
                  </a:lnTo>
                  <a:lnTo>
                    <a:pt x="38168" y="146835"/>
                  </a:lnTo>
                  <a:lnTo>
                    <a:pt x="38767" y="147284"/>
                  </a:lnTo>
                  <a:lnTo>
                    <a:pt x="37719" y="145937"/>
                  </a:lnTo>
                  <a:lnTo>
                    <a:pt x="37270" y="145188"/>
                  </a:lnTo>
                  <a:lnTo>
                    <a:pt x="38318" y="144739"/>
                  </a:lnTo>
                  <a:lnTo>
                    <a:pt x="39066" y="145637"/>
                  </a:lnTo>
                  <a:lnTo>
                    <a:pt x="39515" y="146236"/>
                  </a:lnTo>
                  <a:lnTo>
                    <a:pt x="40114" y="146835"/>
                  </a:lnTo>
                  <a:lnTo>
                    <a:pt x="40263" y="146835"/>
                  </a:lnTo>
                  <a:lnTo>
                    <a:pt x="39814" y="146086"/>
                  </a:lnTo>
                  <a:lnTo>
                    <a:pt x="39216" y="145338"/>
                  </a:lnTo>
                  <a:lnTo>
                    <a:pt x="38617" y="144590"/>
                  </a:lnTo>
                  <a:lnTo>
                    <a:pt x="39515" y="144290"/>
                  </a:lnTo>
                  <a:lnTo>
                    <a:pt x="39964" y="145039"/>
                  </a:lnTo>
                  <a:lnTo>
                    <a:pt x="40413" y="145637"/>
                  </a:lnTo>
                  <a:lnTo>
                    <a:pt x="41012" y="146236"/>
                  </a:lnTo>
                  <a:lnTo>
                    <a:pt x="41162" y="146236"/>
                  </a:lnTo>
                  <a:lnTo>
                    <a:pt x="39964" y="144440"/>
                  </a:lnTo>
                  <a:lnTo>
                    <a:pt x="39814" y="144290"/>
                  </a:lnTo>
                  <a:lnTo>
                    <a:pt x="40563" y="143991"/>
                  </a:lnTo>
                  <a:lnTo>
                    <a:pt x="40713" y="144290"/>
                  </a:lnTo>
                  <a:lnTo>
                    <a:pt x="41311" y="145039"/>
                  </a:lnTo>
                  <a:lnTo>
                    <a:pt x="41910" y="145637"/>
                  </a:lnTo>
                  <a:lnTo>
                    <a:pt x="42060" y="145637"/>
                  </a:lnTo>
                  <a:lnTo>
                    <a:pt x="42060" y="145488"/>
                  </a:lnTo>
                  <a:lnTo>
                    <a:pt x="41162" y="144440"/>
                  </a:lnTo>
                  <a:lnTo>
                    <a:pt x="40862" y="143841"/>
                  </a:lnTo>
                  <a:lnTo>
                    <a:pt x="41611" y="143691"/>
                  </a:lnTo>
                  <a:lnTo>
                    <a:pt x="42060" y="144140"/>
                  </a:lnTo>
                  <a:lnTo>
                    <a:pt x="42658" y="145039"/>
                  </a:lnTo>
                  <a:lnTo>
                    <a:pt x="42808" y="145039"/>
                  </a:lnTo>
                  <a:lnTo>
                    <a:pt x="42509" y="144440"/>
                  </a:lnTo>
                  <a:lnTo>
                    <a:pt x="42060" y="143991"/>
                  </a:lnTo>
                  <a:lnTo>
                    <a:pt x="41760" y="143542"/>
                  </a:lnTo>
                  <a:lnTo>
                    <a:pt x="42509" y="143242"/>
                  </a:lnTo>
                  <a:lnTo>
                    <a:pt x="42808" y="143542"/>
                  </a:lnTo>
                  <a:lnTo>
                    <a:pt x="43107" y="143991"/>
                  </a:lnTo>
                  <a:lnTo>
                    <a:pt x="43556" y="144440"/>
                  </a:lnTo>
                  <a:lnTo>
                    <a:pt x="43706" y="144290"/>
                  </a:lnTo>
                  <a:lnTo>
                    <a:pt x="42958" y="143392"/>
                  </a:lnTo>
                  <a:lnTo>
                    <a:pt x="42808" y="143242"/>
                  </a:lnTo>
                  <a:lnTo>
                    <a:pt x="43556" y="142943"/>
                  </a:lnTo>
                  <a:lnTo>
                    <a:pt x="44454" y="143841"/>
                  </a:lnTo>
                  <a:lnTo>
                    <a:pt x="44604" y="143841"/>
                  </a:lnTo>
                  <a:lnTo>
                    <a:pt x="43856" y="142793"/>
                  </a:lnTo>
                  <a:lnTo>
                    <a:pt x="44454" y="142644"/>
                  </a:lnTo>
                  <a:lnTo>
                    <a:pt x="44604" y="142793"/>
                  </a:lnTo>
                  <a:lnTo>
                    <a:pt x="44904" y="143093"/>
                  </a:lnTo>
                  <a:lnTo>
                    <a:pt x="45353" y="143392"/>
                  </a:lnTo>
                  <a:lnTo>
                    <a:pt x="45502" y="143392"/>
                  </a:lnTo>
                  <a:lnTo>
                    <a:pt x="45053" y="142943"/>
                  </a:lnTo>
                  <a:lnTo>
                    <a:pt x="44904" y="142644"/>
                  </a:lnTo>
                  <a:lnTo>
                    <a:pt x="44754" y="142494"/>
                  </a:lnTo>
                  <a:lnTo>
                    <a:pt x="45353" y="142344"/>
                  </a:lnTo>
                  <a:lnTo>
                    <a:pt x="45502" y="142344"/>
                  </a:lnTo>
                  <a:lnTo>
                    <a:pt x="45951" y="142793"/>
                  </a:lnTo>
                  <a:lnTo>
                    <a:pt x="46101" y="142793"/>
                  </a:lnTo>
                  <a:lnTo>
                    <a:pt x="45652" y="142195"/>
                  </a:lnTo>
                  <a:lnTo>
                    <a:pt x="45802" y="142195"/>
                  </a:lnTo>
                  <a:lnTo>
                    <a:pt x="46400" y="142045"/>
                  </a:lnTo>
                  <a:lnTo>
                    <a:pt x="46999" y="142344"/>
                  </a:lnTo>
                  <a:lnTo>
                    <a:pt x="46700" y="141895"/>
                  </a:lnTo>
                  <a:lnTo>
                    <a:pt x="47747" y="141596"/>
                  </a:lnTo>
                  <a:close/>
                  <a:moveTo>
                    <a:pt x="174226" y="110313"/>
                  </a:moveTo>
                  <a:lnTo>
                    <a:pt x="174076" y="112858"/>
                  </a:lnTo>
                  <a:lnTo>
                    <a:pt x="173777" y="115402"/>
                  </a:lnTo>
                  <a:lnTo>
                    <a:pt x="173328" y="117947"/>
                  </a:lnTo>
                  <a:lnTo>
                    <a:pt x="172729" y="120342"/>
                  </a:lnTo>
                  <a:lnTo>
                    <a:pt x="166742" y="120342"/>
                  </a:lnTo>
                  <a:lnTo>
                    <a:pt x="171980" y="123335"/>
                  </a:lnTo>
                  <a:lnTo>
                    <a:pt x="170484" y="128125"/>
                  </a:lnTo>
                  <a:lnTo>
                    <a:pt x="168687" y="132615"/>
                  </a:lnTo>
                  <a:lnTo>
                    <a:pt x="166592" y="137106"/>
                  </a:lnTo>
                  <a:lnTo>
                    <a:pt x="164197" y="141297"/>
                  </a:lnTo>
                  <a:lnTo>
                    <a:pt x="158659" y="139500"/>
                  </a:lnTo>
                  <a:lnTo>
                    <a:pt x="162551" y="143841"/>
                  </a:lnTo>
                  <a:lnTo>
                    <a:pt x="160904" y="146086"/>
                  </a:lnTo>
                  <a:lnTo>
                    <a:pt x="159258" y="148182"/>
                  </a:lnTo>
                  <a:lnTo>
                    <a:pt x="157611" y="150277"/>
                  </a:lnTo>
                  <a:lnTo>
                    <a:pt x="155815" y="152373"/>
                  </a:lnTo>
                  <a:lnTo>
                    <a:pt x="145936" y="139351"/>
                  </a:lnTo>
                  <a:lnTo>
                    <a:pt x="147733" y="137106"/>
                  </a:lnTo>
                  <a:lnTo>
                    <a:pt x="149379" y="134860"/>
                  </a:lnTo>
                  <a:lnTo>
                    <a:pt x="152522" y="136956"/>
                  </a:lnTo>
                  <a:lnTo>
                    <a:pt x="152373" y="137854"/>
                  </a:lnTo>
                  <a:lnTo>
                    <a:pt x="152522" y="138602"/>
                  </a:lnTo>
                  <a:lnTo>
                    <a:pt x="153121" y="139201"/>
                  </a:lnTo>
                  <a:lnTo>
                    <a:pt x="153869" y="139650"/>
                  </a:lnTo>
                  <a:lnTo>
                    <a:pt x="154169" y="139800"/>
                  </a:lnTo>
                  <a:lnTo>
                    <a:pt x="154618" y="139800"/>
                  </a:lnTo>
                  <a:lnTo>
                    <a:pt x="155516" y="139650"/>
                  </a:lnTo>
                  <a:lnTo>
                    <a:pt x="156115" y="139201"/>
                  </a:lnTo>
                  <a:lnTo>
                    <a:pt x="156414" y="138752"/>
                  </a:lnTo>
                  <a:lnTo>
                    <a:pt x="156564" y="138453"/>
                  </a:lnTo>
                  <a:lnTo>
                    <a:pt x="156713" y="138004"/>
                  </a:lnTo>
                  <a:lnTo>
                    <a:pt x="156713" y="137555"/>
                  </a:lnTo>
                  <a:lnTo>
                    <a:pt x="156564" y="136657"/>
                  </a:lnTo>
                  <a:lnTo>
                    <a:pt x="156115" y="136058"/>
                  </a:lnTo>
                  <a:lnTo>
                    <a:pt x="155665" y="135758"/>
                  </a:lnTo>
                  <a:lnTo>
                    <a:pt x="155366" y="135609"/>
                  </a:lnTo>
                  <a:lnTo>
                    <a:pt x="154618" y="135459"/>
                  </a:lnTo>
                  <a:lnTo>
                    <a:pt x="154019" y="135459"/>
                  </a:lnTo>
                  <a:lnTo>
                    <a:pt x="153420" y="135758"/>
                  </a:lnTo>
                  <a:lnTo>
                    <a:pt x="152971" y="136058"/>
                  </a:lnTo>
                  <a:lnTo>
                    <a:pt x="149828" y="134112"/>
                  </a:lnTo>
                  <a:lnTo>
                    <a:pt x="152073" y="130520"/>
                  </a:lnTo>
                  <a:lnTo>
                    <a:pt x="153869" y="126778"/>
                  </a:lnTo>
                  <a:lnTo>
                    <a:pt x="155516" y="122736"/>
                  </a:lnTo>
                  <a:lnTo>
                    <a:pt x="156713" y="118695"/>
                  </a:lnTo>
                  <a:lnTo>
                    <a:pt x="160605" y="119593"/>
                  </a:lnTo>
                  <a:lnTo>
                    <a:pt x="160755" y="120342"/>
                  </a:lnTo>
                  <a:lnTo>
                    <a:pt x="161204" y="121090"/>
                  </a:lnTo>
                  <a:lnTo>
                    <a:pt x="161952" y="121539"/>
                  </a:lnTo>
                  <a:lnTo>
                    <a:pt x="162700" y="121689"/>
                  </a:lnTo>
                  <a:lnTo>
                    <a:pt x="163149" y="121689"/>
                  </a:lnTo>
                  <a:lnTo>
                    <a:pt x="163598" y="121539"/>
                  </a:lnTo>
                  <a:lnTo>
                    <a:pt x="164347" y="121090"/>
                  </a:lnTo>
                  <a:lnTo>
                    <a:pt x="164796" y="120342"/>
                  </a:lnTo>
                  <a:lnTo>
                    <a:pt x="164946" y="120042"/>
                  </a:lnTo>
                  <a:lnTo>
                    <a:pt x="164946" y="119593"/>
                  </a:lnTo>
                  <a:lnTo>
                    <a:pt x="164946" y="119144"/>
                  </a:lnTo>
                  <a:lnTo>
                    <a:pt x="164796" y="118695"/>
                  </a:lnTo>
                  <a:lnTo>
                    <a:pt x="164347" y="117947"/>
                  </a:lnTo>
                  <a:lnTo>
                    <a:pt x="163748" y="117498"/>
                  </a:lnTo>
                  <a:lnTo>
                    <a:pt x="163299" y="117348"/>
                  </a:lnTo>
                  <a:lnTo>
                    <a:pt x="162102" y="117348"/>
                  </a:lnTo>
                  <a:lnTo>
                    <a:pt x="161653" y="117647"/>
                  </a:lnTo>
                  <a:lnTo>
                    <a:pt x="161054" y="118096"/>
                  </a:lnTo>
                  <a:lnTo>
                    <a:pt x="160755" y="118545"/>
                  </a:lnTo>
                  <a:lnTo>
                    <a:pt x="157013" y="117797"/>
                  </a:lnTo>
                  <a:lnTo>
                    <a:pt x="157611" y="115253"/>
                  </a:lnTo>
                  <a:lnTo>
                    <a:pt x="157911" y="112858"/>
                  </a:lnTo>
                  <a:lnTo>
                    <a:pt x="174226" y="110313"/>
                  </a:lnTo>
                  <a:close/>
                  <a:moveTo>
                    <a:pt x="163000" y="142045"/>
                  </a:moveTo>
                  <a:lnTo>
                    <a:pt x="163598" y="142195"/>
                  </a:lnTo>
                  <a:lnTo>
                    <a:pt x="163748" y="142195"/>
                  </a:lnTo>
                  <a:lnTo>
                    <a:pt x="163299" y="142793"/>
                  </a:lnTo>
                  <a:lnTo>
                    <a:pt x="163449" y="142793"/>
                  </a:lnTo>
                  <a:lnTo>
                    <a:pt x="164047" y="142344"/>
                  </a:lnTo>
                  <a:lnTo>
                    <a:pt x="164646" y="142494"/>
                  </a:lnTo>
                  <a:lnTo>
                    <a:pt x="164646" y="142644"/>
                  </a:lnTo>
                  <a:lnTo>
                    <a:pt x="164197" y="143242"/>
                  </a:lnTo>
                  <a:lnTo>
                    <a:pt x="164047" y="143392"/>
                  </a:lnTo>
                  <a:lnTo>
                    <a:pt x="164497" y="143093"/>
                  </a:lnTo>
                  <a:lnTo>
                    <a:pt x="164796" y="142793"/>
                  </a:lnTo>
                  <a:lnTo>
                    <a:pt x="164946" y="142644"/>
                  </a:lnTo>
                  <a:lnTo>
                    <a:pt x="165694" y="142793"/>
                  </a:lnTo>
                  <a:lnTo>
                    <a:pt x="164946" y="143841"/>
                  </a:lnTo>
                  <a:lnTo>
                    <a:pt x="165844" y="142943"/>
                  </a:lnTo>
                  <a:lnTo>
                    <a:pt x="166592" y="143242"/>
                  </a:lnTo>
                  <a:lnTo>
                    <a:pt x="166442" y="143392"/>
                  </a:lnTo>
                  <a:lnTo>
                    <a:pt x="165844" y="144290"/>
                  </a:lnTo>
                  <a:lnTo>
                    <a:pt x="165844" y="144440"/>
                  </a:lnTo>
                  <a:lnTo>
                    <a:pt x="166293" y="143991"/>
                  </a:lnTo>
                  <a:lnTo>
                    <a:pt x="166592" y="143542"/>
                  </a:lnTo>
                  <a:lnTo>
                    <a:pt x="166891" y="143242"/>
                  </a:lnTo>
                  <a:lnTo>
                    <a:pt x="167640" y="143542"/>
                  </a:lnTo>
                  <a:lnTo>
                    <a:pt x="167340" y="143991"/>
                  </a:lnTo>
                  <a:lnTo>
                    <a:pt x="166891" y="144440"/>
                  </a:lnTo>
                  <a:lnTo>
                    <a:pt x="166742" y="145039"/>
                  </a:lnTo>
                  <a:lnTo>
                    <a:pt x="167490" y="144140"/>
                  </a:lnTo>
                  <a:lnTo>
                    <a:pt x="167789" y="143691"/>
                  </a:lnTo>
                  <a:lnTo>
                    <a:pt x="168687" y="143841"/>
                  </a:lnTo>
                  <a:lnTo>
                    <a:pt x="168238" y="144440"/>
                  </a:lnTo>
                  <a:lnTo>
                    <a:pt x="167490" y="145488"/>
                  </a:lnTo>
                  <a:lnTo>
                    <a:pt x="167490" y="145637"/>
                  </a:lnTo>
                  <a:lnTo>
                    <a:pt x="168089" y="145039"/>
                  </a:lnTo>
                  <a:lnTo>
                    <a:pt x="168687" y="144290"/>
                  </a:lnTo>
                  <a:lnTo>
                    <a:pt x="168987" y="143991"/>
                  </a:lnTo>
                  <a:lnTo>
                    <a:pt x="169735" y="144290"/>
                  </a:lnTo>
                  <a:lnTo>
                    <a:pt x="169436" y="144440"/>
                  </a:lnTo>
                  <a:lnTo>
                    <a:pt x="168238" y="146236"/>
                  </a:lnTo>
                  <a:lnTo>
                    <a:pt x="168388" y="146236"/>
                  </a:lnTo>
                  <a:lnTo>
                    <a:pt x="168987" y="145637"/>
                  </a:lnTo>
                  <a:lnTo>
                    <a:pt x="169436" y="145039"/>
                  </a:lnTo>
                  <a:lnTo>
                    <a:pt x="169885" y="144290"/>
                  </a:lnTo>
                  <a:lnTo>
                    <a:pt x="170783" y="144590"/>
                  </a:lnTo>
                  <a:lnTo>
                    <a:pt x="170184" y="145338"/>
                  </a:lnTo>
                  <a:lnTo>
                    <a:pt x="169735" y="146086"/>
                  </a:lnTo>
                  <a:lnTo>
                    <a:pt x="169286" y="146835"/>
                  </a:lnTo>
                  <a:lnTo>
                    <a:pt x="169286" y="146835"/>
                  </a:lnTo>
                  <a:lnTo>
                    <a:pt x="169885" y="146236"/>
                  </a:lnTo>
                  <a:lnTo>
                    <a:pt x="170484" y="145637"/>
                  </a:lnTo>
                  <a:lnTo>
                    <a:pt x="171082" y="144739"/>
                  </a:lnTo>
                  <a:lnTo>
                    <a:pt x="172280" y="145188"/>
                  </a:lnTo>
                  <a:lnTo>
                    <a:pt x="171681" y="145937"/>
                  </a:lnTo>
                  <a:lnTo>
                    <a:pt x="170633" y="147284"/>
                  </a:lnTo>
                  <a:lnTo>
                    <a:pt x="171232" y="146835"/>
                  </a:lnTo>
                  <a:lnTo>
                    <a:pt x="171831" y="146236"/>
                  </a:lnTo>
                  <a:lnTo>
                    <a:pt x="172579" y="145188"/>
                  </a:lnTo>
                  <a:lnTo>
                    <a:pt x="173328" y="145488"/>
                  </a:lnTo>
                  <a:lnTo>
                    <a:pt x="172579" y="146535"/>
                  </a:lnTo>
                  <a:lnTo>
                    <a:pt x="171980" y="147284"/>
                  </a:lnTo>
                  <a:lnTo>
                    <a:pt x="171531" y="148182"/>
                  </a:lnTo>
                  <a:lnTo>
                    <a:pt x="171531" y="148182"/>
                  </a:lnTo>
                  <a:lnTo>
                    <a:pt x="172280" y="147433"/>
                  </a:lnTo>
                  <a:lnTo>
                    <a:pt x="172729" y="146685"/>
                  </a:lnTo>
                  <a:lnTo>
                    <a:pt x="173627" y="145637"/>
                  </a:lnTo>
                  <a:lnTo>
                    <a:pt x="174525" y="145937"/>
                  </a:lnTo>
                  <a:lnTo>
                    <a:pt x="173777" y="146984"/>
                  </a:lnTo>
                  <a:lnTo>
                    <a:pt x="172579" y="148631"/>
                  </a:lnTo>
                  <a:lnTo>
                    <a:pt x="172729" y="148631"/>
                  </a:lnTo>
                  <a:lnTo>
                    <a:pt x="173328" y="148032"/>
                  </a:lnTo>
                  <a:lnTo>
                    <a:pt x="173926" y="147284"/>
                  </a:lnTo>
                  <a:lnTo>
                    <a:pt x="174824" y="145937"/>
                  </a:lnTo>
                  <a:lnTo>
                    <a:pt x="175124" y="146086"/>
                  </a:lnTo>
                  <a:lnTo>
                    <a:pt x="173178" y="149230"/>
                  </a:lnTo>
                  <a:lnTo>
                    <a:pt x="171082" y="152373"/>
                  </a:lnTo>
                  <a:lnTo>
                    <a:pt x="163748" y="143841"/>
                  </a:lnTo>
                  <a:lnTo>
                    <a:pt x="163000" y="143093"/>
                  </a:lnTo>
                  <a:lnTo>
                    <a:pt x="162551" y="142344"/>
                  </a:lnTo>
                  <a:lnTo>
                    <a:pt x="163000" y="142045"/>
                  </a:lnTo>
                  <a:close/>
                  <a:moveTo>
                    <a:pt x="35174" y="110912"/>
                  </a:moveTo>
                  <a:lnTo>
                    <a:pt x="51489" y="113157"/>
                  </a:lnTo>
                  <a:lnTo>
                    <a:pt x="52088" y="116600"/>
                  </a:lnTo>
                  <a:lnTo>
                    <a:pt x="48346" y="117647"/>
                  </a:lnTo>
                  <a:lnTo>
                    <a:pt x="47747" y="117049"/>
                  </a:lnTo>
                  <a:lnTo>
                    <a:pt x="47149" y="116600"/>
                  </a:lnTo>
                  <a:lnTo>
                    <a:pt x="46251" y="116450"/>
                  </a:lnTo>
                  <a:lnTo>
                    <a:pt x="45502" y="116749"/>
                  </a:lnTo>
                  <a:lnTo>
                    <a:pt x="45053" y="116899"/>
                  </a:lnTo>
                  <a:lnTo>
                    <a:pt x="44754" y="117198"/>
                  </a:lnTo>
                  <a:lnTo>
                    <a:pt x="44305" y="117947"/>
                  </a:lnTo>
                  <a:lnTo>
                    <a:pt x="44305" y="118845"/>
                  </a:lnTo>
                  <a:lnTo>
                    <a:pt x="44305" y="119294"/>
                  </a:lnTo>
                  <a:lnTo>
                    <a:pt x="44454" y="119743"/>
                  </a:lnTo>
                  <a:lnTo>
                    <a:pt x="44754" y="120042"/>
                  </a:lnTo>
                  <a:lnTo>
                    <a:pt x="45053" y="120342"/>
                  </a:lnTo>
                  <a:lnTo>
                    <a:pt x="45652" y="120791"/>
                  </a:lnTo>
                  <a:lnTo>
                    <a:pt x="46550" y="120940"/>
                  </a:lnTo>
                  <a:lnTo>
                    <a:pt x="46999" y="120791"/>
                  </a:lnTo>
                  <a:lnTo>
                    <a:pt x="47448" y="120641"/>
                  </a:lnTo>
                  <a:lnTo>
                    <a:pt x="47897" y="120342"/>
                  </a:lnTo>
                  <a:lnTo>
                    <a:pt x="48346" y="119743"/>
                  </a:lnTo>
                  <a:lnTo>
                    <a:pt x="48645" y="119294"/>
                  </a:lnTo>
                  <a:lnTo>
                    <a:pt x="48645" y="118545"/>
                  </a:lnTo>
                  <a:lnTo>
                    <a:pt x="52387" y="117498"/>
                  </a:lnTo>
                  <a:lnTo>
                    <a:pt x="53585" y="121689"/>
                  </a:lnTo>
                  <a:lnTo>
                    <a:pt x="55082" y="125730"/>
                  </a:lnTo>
                  <a:lnTo>
                    <a:pt x="56878" y="129622"/>
                  </a:lnTo>
                  <a:lnTo>
                    <a:pt x="59123" y="133364"/>
                  </a:lnTo>
                  <a:lnTo>
                    <a:pt x="55680" y="135609"/>
                  </a:lnTo>
                  <a:lnTo>
                    <a:pt x="54932" y="135160"/>
                  </a:lnTo>
                  <a:lnTo>
                    <a:pt x="54034" y="135010"/>
                  </a:lnTo>
                  <a:lnTo>
                    <a:pt x="53285" y="135160"/>
                  </a:lnTo>
                  <a:lnTo>
                    <a:pt x="52537" y="135609"/>
                  </a:lnTo>
                  <a:lnTo>
                    <a:pt x="52238" y="136058"/>
                  </a:lnTo>
                  <a:lnTo>
                    <a:pt x="52088" y="136357"/>
                  </a:lnTo>
                  <a:lnTo>
                    <a:pt x="51938" y="137255"/>
                  </a:lnTo>
                  <a:lnTo>
                    <a:pt x="52088" y="138004"/>
                  </a:lnTo>
                  <a:lnTo>
                    <a:pt x="52238" y="138453"/>
                  </a:lnTo>
                  <a:lnTo>
                    <a:pt x="52537" y="138752"/>
                  </a:lnTo>
                  <a:lnTo>
                    <a:pt x="52986" y="139051"/>
                  </a:lnTo>
                  <a:lnTo>
                    <a:pt x="53285" y="139201"/>
                  </a:lnTo>
                  <a:lnTo>
                    <a:pt x="54184" y="139351"/>
                  </a:lnTo>
                  <a:lnTo>
                    <a:pt x="54932" y="139201"/>
                  </a:lnTo>
                  <a:lnTo>
                    <a:pt x="55381" y="139051"/>
                  </a:lnTo>
                  <a:lnTo>
                    <a:pt x="55680" y="138752"/>
                  </a:lnTo>
                  <a:lnTo>
                    <a:pt x="56129" y="138303"/>
                  </a:lnTo>
                  <a:lnTo>
                    <a:pt x="56279" y="137704"/>
                  </a:lnTo>
                  <a:lnTo>
                    <a:pt x="56279" y="136956"/>
                  </a:lnTo>
                  <a:lnTo>
                    <a:pt x="56129" y="136357"/>
                  </a:lnTo>
                  <a:lnTo>
                    <a:pt x="59572" y="134262"/>
                  </a:lnTo>
                  <a:lnTo>
                    <a:pt x="61817" y="137255"/>
                  </a:lnTo>
                  <a:lnTo>
                    <a:pt x="64062" y="140099"/>
                  </a:lnTo>
                  <a:lnTo>
                    <a:pt x="54483" y="153271"/>
                  </a:lnTo>
                  <a:lnTo>
                    <a:pt x="52387" y="151026"/>
                  </a:lnTo>
                  <a:lnTo>
                    <a:pt x="50442" y="148781"/>
                  </a:lnTo>
                  <a:lnTo>
                    <a:pt x="48645" y="146386"/>
                  </a:lnTo>
                  <a:lnTo>
                    <a:pt x="46849" y="143991"/>
                  </a:lnTo>
                  <a:lnTo>
                    <a:pt x="50891" y="139500"/>
                  </a:lnTo>
                  <a:lnTo>
                    <a:pt x="45203" y="141297"/>
                  </a:lnTo>
                  <a:lnTo>
                    <a:pt x="42808" y="137106"/>
                  </a:lnTo>
                  <a:lnTo>
                    <a:pt x="40713" y="132615"/>
                  </a:lnTo>
                  <a:lnTo>
                    <a:pt x="38916" y="128125"/>
                  </a:lnTo>
                  <a:lnTo>
                    <a:pt x="37420" y="123335"/>
                  </a:lnTo>
                  <a:lnTo>
                    <a:pt x="42658" y="120342"/>
                  </a:lnTo>
                  <a:lnTo>
                    <a:pt x="36671" y="120342"/>
                  </a:lnTo>
                  <a:lnTo>
                    <a:pt x="35773" y="115702"/>
                  </a:lnTo>
                  <a:lnTo>
                    <a:pt x="35174" y="110912"/>
                  </a:lnTo>
                  <a:close/>
                  <a:moveTo>
                    <a:pt x="80677" y="143093"/>
                  </a:moveTo>
                  <a:lnTo>
                    <a:pt x="83371" y="144739"/>
                  </a:lnTo>
                  <a:lnTo>
                    <a:pt x="86364" y="146086"/>
                  </a:lnTo>
                  <a:lnTo>
                    <a:pt x="89508" y="147284"/>
                  </a:lnTo>
                  <a:lnTo>
                    <a:pt x="92651" y="148331"/>
                  </a:lnTo>
                  <a:lnTo>
                    <a:pt x="91453" y="155217"/>
                  </a:lnTo>
                  <a:lnTo>
                    <a:pt x="87562" y="154019"/>
                  </a:lnTo>
                  <a:lnTo>
                    <a:pt x="83820" y="152522"/>
                  </a:lnTo>
                  <a:lnTo>
                    <a:pt x="80377" y="150876"/>
                  </a:lnTo>
                  <a:lnTo>
                    <a:pt x="76935" y="148930"/>
                  </a:lnTo>
                  <a:lnTo>
                    <a:pt x="80677" y="143093"/>
                  </a:lnTo>
                  <a:close/>
                  <a:moveTo>
                    <a:pt x="128125" y="143542"/>
                  </a:moveTo>
                  <a:lnTo>
                    <a:pt x="131717" y="149379"/>
                  </a:lnTo>
                  <a:lnTo>
                    <a:pt x="128274" y="151325"/>
                  </a:lnTo>
                  <a:lnTo>
                    <a:pt x="124532" y="152972"/>
                  </a:lnTo>
                  <a:lnTo>
                    <a:pt x="120790" y="154319"/>
                  </a:lnTo>
                  <a:lnTo>
                    <a:pt x="116899" y="155366"/>
                  </a:lnTo>
                  <a:lnTo>
                    <a:pt x="115552" y="148631"/>
                  </a:lnTo>
                  <a:lnTo>
                    <a:pt x="118845" y="147733"/>
                  </a:lnTo>
                  <a:lnTo>
                    <a:pt x="121988" y="146535"/>
                  </a:lnTo>
                  <a:lnTo>
                    <a:pt x="125131" y="145188"/>
                  </a:lnTo>
                  <a:lnTo>
                    <a:pt x="128125" y="143542"/>
                  </a:lnTo>
                  <a:close/>
                  <a:moveTo>
                    <a:pt x="114504" y="148930"/>
                  </a:moveTo>
                  <a:lnTo>
                    <a:pt x="116001" y="155666"/>
                  </a:lnTo>
                  <a:lnTo>
                    <a:pt x="113307" y="156115"/>
                  </a:lnTo>
                  <a:lnTo>
                    <a:pt x="114354" y="148930"/>
                  </a:lnTo>
                  <a:close/>
                  <a:moveTo>
                    <a:pt x="93549" y="148631"/>
                  </a:moveTo>
                  <a:lnTo>
                    <a:pt x="95345" y="149080"/>
                  </a:lnTo>
                  <a:lnTo>
                    <a:pt x="96393" y="156264"/>
                  </a:lnTo>
                  <a:lnTo>
                    <a:pt x="92352" y="155366"/>
                  </a:lnTo>
                  <a:lnTo>
                    <a:pt x="93549" y="148631"/>
                  </a:lnTo>
                  <a:close/>
                  <a:moveTo>
                    <a:pt x="127676" y="117348"/>
                  </a:moveTo>
                  <a:lnTo>
                    <a:pt x="138902" y="132017"/>
                  </a:lnTo>
                  <a:lnTo>
                    <a:pt x="139800" y="133364"/>
                  </a:lnTo>
                  <a:lnTo>
                    <a:pt x="143991" y="138902"/>
                  </a:lnTo>
                  <a:lnTo>
                    <a:pt x="145188" y="140399"/>
                  </a:lnTo>
                  <a:lnTo>
                    <a:pt x="154917" y="153271"/>
                  </a:lnTo>
                  <a:lnTo>
                    <a:pt x="155516" y="154019"/>
                  </a:lnTo>
                  <a:lnTo>
                    <a:pt x="158659" y="158210"/>
                  </a:lnTo>
                  <a:lnTo>
                    <a:pt x="154468" y="155067"/>
                  </a:lnTo>
                  <a:lnTo>
                    <a:pt x="153720" y="154468"/>
                  </a:lnTo>
                  <a:lnTo>
                    <a:pt x="140698" y="144889"/>
                  </a:lnTo>
                  <a:lnTo>
                    <a:pt x="139201" y="143841"/>
                  </a:lnTo>
                  <a:lnTo>
                    <a:pt x="133513" y="139650"/>
                  </a:lnTo>
                  <a:lnTo>
                    <a:pt x="132316" y="138752"/>
                  </a:lnTo>
                  <a:lnTo>
                    <a:pt x="117348" y="127676"/>
                  </a:lnTo>
                  <a:lnTo>
                    <a:pt x="118545" y="118845"/>
                  </a:lnTo>
                  <a:lnTo>
                    <a:pt x="121090" y="118396"/>
                  </a:lnTo>
                  <a:lnTo>
                    <a:pt x="120341" y="118994"/>
                  </a:lnTo>
                  <a:lnTo>
                    <a:pt x="119892" y="119743"/>
                  </a:lnTo>
                  <a:lnTo>
                    <a:pt x="119892" y="119893"/>
                  </a:lnTo>
                  <a:lnTo>
                    <a:pt x="120940" y="119144"/>
                  </a:lnTo>
                  <a:lnTo>
                    <a:pt x="121688" y="118246"/>
                  </a:lnTo>
                  <a:lnTo>
                    <a:pt x="125281" y="117797"/>
                  </a:lnTo>
                  <a:lnTo>
                    <a:pt x="123784" y="119144"/>
                  </a:lnTo>
                  <a:lnTo>
                    <a:pt x="122587" y="120342"/>
                  </a:lnTo>
                  <a:lnTo>
                    <a:pt x="121988" y="121090"/>
                  </a:lnTo>
                  <a:lnTo>
                    <a:pt x="121389" y="121689"/>
                  </a:lnTo>
                  <a:lnTo>
                    <a:pt x="121389" y="121838"/>
                  </a:lnTo>
                  <a:lnTo>
                    <a:pt x="121539" y="121838"/>
                  </a:lnTo>
                  <a:lnTo>
                    <a:pt x="122138" y="121240"/>
                  </a:lnTo>
                  <a:lnTo>
                    <a:pt x="122736" y="120641"/>
                  </a:lnTo>
                  <a:lnTo>
                    <a:pt x="123934" y="119444"/>
                  </a:lnTo>
                  <a:lnTo>
                    <a:pt x="125730" y="117647"/>
                  </a:lnTo>
                  <a:lnTo>
                    <a:pt x="127676" y="117348"/>
                  </a:lnTo>
                  <a:close/>
                  <a:moveTo>
                    <a:pt x="82323" y="117348"/>
                  </a:moveTo>
                  <a:lnTo>
                    <a:pt x="90705" y="118545"/>
                  </a:lnTo>
                  <a:lnTo>
                    <a:pt x="91154" y="121389"/>
                  </a:lnTo>
                  <a:lnTo>
                    <a:pt x="90555" y="120940"/>
                  </a:lnTo>
                  <a:lnTo>
                    <a:pt x="89957" y="120491"/>
                  </a:lnTo>
                  <a:lnTo>
                    <a:pt x="89807" y="120491"/>
                  </a:lnTo>
                  <a:lnTo>
                    <a:pt x="90406" y="121389"/>
                  </a:lnTo>
                  <a:lnTo>
                    <a:pt x="91154" y="122138"/>
                  </a:lnTo>
                  <a:lnTo>
                    <a:pt x="91753" y="125580"/>
                  </a:lnTo>
                  <a:lnTo>
                    <a:pt x="90555" y="124383"/>
                  </a:lnTo>
                  <a:lnTo>
                    <a:pt x="89358" y="123185"/>
                  </a:lnTo>
                  <a:lnTo>
                    <a:pt x="88610" y="122587"/>
                  </a:lnTo>
                  <a:lnTo>
                    <a:pt x="88011" y="121988"/>
                  </a:lnTo>
                  <a:lnTo>
                    <a:pt x="87861" y="121988"/>
                  </a:lnTo>
                  <a:lnTo>
                    <a:pt x="87861" y="122138"/>
                  </a:lnTo>
                  <a:lnTo>
                    <a:pt x="88460" y="122736"/>
                  </a:lnTo>
                  <a:lnTo>
                    <a:pt x="89059" y="123335"/>
                  </a:lnTo>
                  <a:lnTo>
                    <a:pt x="90256" y="124533"/>
                  </a:lnTo>
                  <a:lnTo>
                    <a:pt x="91753" y="126179"/>
                  </a:lnTo>
                  <a:lnTo>
                    <a:pt x="92202" y="128424"/>
                  </a:lnTo>
                  <a:lnTo>
                    <a:pt x="77833" y="139351"/>
                  </a:lnTo>
                  <a:lnTo>
                    <a:pt x="76635" y="140249"/>
                  </a:lnTo>
                  <a:lnTo>
                    <a:pt x="70948" y="144440"/>
                  </a:lnTo>
                  <a:lnTo>
                    <a:pt x="69600" y="145637"/>
                  </a:lnTo>
                  <a:lnTo>
                    <a:pt x="56578" y="155366"/>
                  </a:lnTo>
                  <a:lnTo>
                    <a:pt x="55830" y="155965"/>
                  </a:lnTo>
                  <a:lnTo>
                    <a:pt x="51489" y="159258"/>
                  </a:lnTo>
                  <a:lnTo>
                    <a:pt x="54782" y="154917"/>
                  </a:lnTo>
                  <a:lnTo>
                    <a:pt x="55381" y="154169"/>
                  </a:lnTo>
                  <a:lnTo>
                    <a:pt x="64960" y="141147"/>
                  </a:lnTo>
                  <a:lnTo>
                    <a:pt x="66008" y="139650"/>
                  </a:lnTo>
                  <a:lnTo>
                    <a:pt x="70199" y="133962"/>
                  </a:lnTo>
                  <a:lnTo>
                    <a:pt x="71097" y="132765"/>
                  </a:lnTo>
                  <a:lnTo>
                    <a:pt x="82323" y="117348"/>
                  </a:lnTo>
                  <a:close/>
                  <a:moveTo>
                    <a:pt x="68852" y="162701"/>
                  </a:moveTo>
                  <a:lnTo>
                    <a:pt x="68702" y="163748"/>
                  </a:lnTo>
                  <a:lnTo>
                    <a:pt x="68104" y="163449"/>
                  </a:lnTo>
                  <a:lnTo>
                    <a:pt x="68852" y="162701"/>
                  </a:lnTo>
                  <a:close/>
                  <a:moveTo>
                    <a:pt x="140548" y="162701"/>
                  </a:moveTo>
                  <a:lnTo>
                    <a:pt x="141296" y="163449"/>
                  </a:lnTo>
                  <a:lnTo>
                    <a:pt x="140847" y="163748"/>
                  </a:lnTo>
                  <a:lnTo>
                    <a:pt x="140548" y="162701"/>
                  </a:lnTo>
                  <a:close/>
                  <a:moveTo>
                    <a:pt x="46251" y="144739"/>
                  </a:moveTo>
                  <a:lnTo>
                    <a:pt x="48047" y="147134"/>
                  </a:lnTo>
                  <a:lnTo>
                    <a:pt x="49843" y="149529"/>
                  </a:lnTo>
                  <a:lnTo>
                    <a:pt x="51789" y="151774"/>
                  </a:lnTo>
                  <a:lnTo>
                    <a:pt x="53884" y="154019"/>
                  </a:lnTo>
                  <a:lnTo>
                    <a:pt x="48047" y="161952"/>
                  </a:lnTo>
                  <a:lnTo>
                    <a:pt x="48945" y="162850"/>
                  </a:lnTo>
                  <a:lnTo>
                    <a:pt x="56728" y="156863"/>
                  </a:lnTo>
                  <a:lnTo>
                    <a:pt x="58973" y="158809"/>
                  </a:lnTo>
                  <a:lnTo>
                    <a:pt x="61218" y="160605"/>
                  </a:lnTo>
                  <a:lnTo>
                    <a:pt x="63613" y="162401"/>
                  </a:lnTo>
                  <a:lnTo>
                    <a:pt x="66158" y="164048"/>
                  </a:lnTo>
                  <a:lnTo>
                    <a:pt x="58225" y="171831"/>
                  </a:lnTo>
                  <a:lnTo>
                    <a:pt x="55381" y="169885"/>
                  </a:lnTo>
                  <a:lnTo>
                    <a:pt x="52836" y="167790"/>
                  </a:lnTo>
                  <a:lnTo>
                    <a:pt x="50292" y="165545"/>
                  </a:lnTo>
                  <a:lnTo>
                    <a:pt x="47747" y="163299"/>
                  </a:lnTo>
                  <a:lnTo>
                    <a:pt x="45353" y="160904"/>
                  </a:lnTo>
                  <a:lnTo>
                    <a:pt x="43107" y="158360"/>
                  </a:lnTo>
                  <a:lnTo>
                    <a:pt x="41012" y="155815"/>
                  </a:lnTo>
                  <a:lnTo>
                    <a:pt x="38916" y="153121"/>
                  </a:lnTo>
                  <a:lnTo>
                    <a:pt x="46251" y="144739"/>
                  </a:lnTo>
                  <a:close/>
                  <a:moveTo>
                    <a:pt x="163149" y="144739"/>
                  </a:moveTo>
                  <a:lnTo>
                    <a:pt x="170484" y="153121"/>
                  </a:lnTo>
                  <a:lnTo>
                    <a:pt x="168388" y="155815"/>
                  </a:lnTo>
                  <a:lnTo>
                    <a:pt x="166293" y="158360"/>
                  </a:lnTo>
                  <a:lnTo>
                    <a:pt x="164047" y="160904"/>
                  </a:lnTo>
                  <a:lnTo>
                    <a:pt x="161653" y="163299"/>
                  </a:lnTo>
                  <a:lnTo>
                    <a:pt x="159108" y="165545"/>
                  </a:lnTo>
                  <a:lnTo>
                    <a:pt x="156564" y="167790"/>
                  </a:lnTo>
                  <a:lnTo>
                    <a:pt x="154019" y="169885"/>
                  </a:lnTo>
                  <a:lnTo>
                    <a:pt x="151175" y="171831"/>
                  </a:lnTo>
                  <a:lnTo>
                    <a:pt x="143242" y="164048"/>
                  </a:lnTo>
                  <a:lnTo>
                    <a:pt x="145936" y="162252"/>
                  </a:lnTo>
                  <a:lnTo>
                    <a:pt x="148631" y="160306"/>
                  </a:lnTo>
                  <a:lnTo>
                    <a:pt x="151175" y="158210"/>
                  </a:lnTo>
                  <a:lnTo>
                    <a:pt x="153570" y="155965"/>
                  </a:lnTo>
                  <a:lnTo>
                    <a:pt x="161353" y="161653"/>
                  </a:lnTo>
                  <a:lnTo>
                    <a:pt x="162251" y="160755"/>
                  </a:lnTo>
                  <a:lnTo>
                    <a:pt x="156414" y="153121"/>
                  </a:lnTo>
                  <a:lnTo>
                    <a:pt x="158210" y="151026"/>
                  </a:lnTo>
                  <a:lnTo>
                    <a:pt x="159856" y="149080"/>
                  </a:lnTo>
                  <a:lnTo>
                    <a:pt x="161653" y="146835"/>
                  </a:lnTo>
                  <a:lnTo>
                    <a:pt x="163149" y="144739"/>
                  </a:lnTo>
                  <a:close/>
                  <a:moveTo>
                    <a:pt x="89358" y="171083"/>
                  </a:moveTo>
                  <a:lnTo>
                    <a:pt x="89358" y="172130"/>
                  </a:lnTo>
                  <a:lnTo>
                    <a:pt x="88759" y="171981"/>
                  </a:lnTo>
                  <a:lnTo>
                    <a:pt x="89358" y="171083"/>
                  </a:lnTo>
                  <a:close/>
                  <a:moveTo>
                    <a:pt x="120192" y="171083"/>
                  </a:moveTo>
                  <a:lnTo>
                    <a:pt x="120641" y="171981"/>
                  </a:lnTo>
                  <a:lnTo>
                    <a:pt x="120042" y="172130"/>
                  </a:lnTo>
                  <a:lnTo>
                    <a:pt x="120192" y="171083"/>
                  </a:lnTo>
                  <a:close/>
                  <a:moveTo>
                    <a:pt x="70499" y="146386"/>
                  </a:moveTo>
                  <a:lnTo>
                    <a:pt x="72744" y="148182"/>
                  </a:lnTo>
                  <a:lnTo>
                    <a:pt x="75139" y="149828"/>
                  </a:lnTo>
                  <a:lnTo>
                    <a:pt x="73043" y="153421"/>
                  </a:lnTo>
                  <a:lnTo>
                    <a:pt x="72145" y="153271"/>
                  </a:lnTo>
                  <a:lnTo>
                    <a:pt x="71397" y="153570"/>
                  </a:lnTo>
                  <a:lnTo>
                    <a:pt x="70648" y="154019"/>
                  </a:lnTo>
                  <a:lnTo>
                    <a:pt x="70199" y="154768"/>
                  </a:lnTo>
                  <a:lnTo>
                    <a:pt x="70199" y="155217"/>
                  </a:lnTo>
                  <a:lnTo>
                    <a:pt x="70199" y="155666"/>
                  </a:lnTo>
                  <a:lnTo>
                    <a:pt x="70349" y="156414"/>
                  </a:lnTo>
                  <a:lnTo>
                    <a:pt x="70798" y="157163"/>
                  </a:lnTo>
                  <a:lnTo>
                    <a:pt x="71247" y="157312"/>
                  </a:lnTo>
                  <a:lnTo>
                    <a:pt x="71546" y="157612"/>
                  </a:lnTo>
                  <a:lnTo>
                    <a:pt x="72444" y="157612"/>
                  </a:lnTo>
                  <a:lnTo>
                    <a:pt x="73342" y="157462"/>
                  </a:lnTo>
                  <a:lnTo>
                    <a:pt x="73941" y="157013"/>
                  </a:lnTo>
                  <a:lnTo>
                    <a:pt x="74240" y="156564"/>
                  </a:lnTo>
                  <a:lnTo>
                    <a:pt x="74390" y="156264"/>
                  </a:lnTo>
                  <a:lnTo>
                    <a:pt x="74540" y="155516"/>
                  </a:lnTo>
                  <a:lnTo>
                    <a:pt x="74390" y="154917"/>
                  </a:lnTo>
                  <a:lnTo>
                    <a:pt x="74240" y="154319"/>
                  </a:lnTo>
                  <a:lnTo>
                    <a:pt x="73791" y="153870"/>
                  </a:lnTo>
                  <a:lnTo>
                    <a:pt x="76037" y="150277"/>
                  </a:lnTo>
                  <a:lnTo>
                    <a:pt x="79629" y="152373"/>
                  </a:lnTo>
                  <a:lnTo>
                    <a:pt x="83221" y="154169"/>
                  </a:lnTo>
                  <a:lnTo>
                    <a:pt x="87113" y="155666"/>
                  </a:lnTo>
                  <a:lnTo>
                    <a:pt x="91004" y="156863"/>
                  </a:lnTo>
                  <a:lnTo>
                    <a:pt x="90256" y="161054"/>
                  </a:lnTo>
                  <a:lnTo>
                    <a:pt x="89508" y="161204"/>
                  </a:lnTo>
                  <a:lnTo>
                    <a:pt x="88909" y="161653"/>
                  </a:lnTo>
                  <a:lnTo>
                    <a:pt x="88460" y="162252"/>
                  </a:lnTo>
                  <a:lnTo>
                    <a:pt x="88161" y="163150"/>
                  </a:lnTo>
                  <a:lnTo>
                    <a:pt x="88310" y="163599"/>
                  </a:lnTo>
                  <a:lnTo>
                    <a:pt x="88310" y="164048"/>
                  </a:lnTo>
                  <a:lnTo>
                    <a:pt x="88909" y="164646"/>
                  </a:lnTo>
                  <a:lnTo>
                    <a:pt x="89508" y="165245"/>
                  </a:lnTo>
                  <a:lnTo>
                    <a:pt x="89957" y="165395"/>
                  </a:lnTo>
                  <a:lnTo>
                    <a:pt x="90855" y="165395"/>
                  </a:lnTo>
                  <a:lnTo>
                    <a:pt x="91304" y="165245"/>
                  </a:lnTo>
                  <a:lnTo>
                    <a:pt x="91903" y="164796"/>
                  </a:lnTo>
                  <a:lnTo>
                    <a:pt x="92501" y="164048"/>
                  </a:lnTo>
                  <a:lnTo>
                    <a:pt x="92651" y="163599"/>
                  </a:lnTo>
                  <a:lnTo>
                    <a:pt x="92651" y="163150"/>
                  </a:lnTo>
                  <a:lnTo>
                    <a:pt x="92501" y="162551"/>
                  </a:lnTo>
                  <a:lnTo>
                    <a:pt x="92202" y="161952"/>
                  </a:lnTo>
                  <a:lnTo>
                    <a:pt x="91903" y="161503"/>
                  </a:lnTo>
                  <a:lnTo>
                    <a:pt x="91304" y="161204"/>
                  </a:lnTo>
                  <a:lnTo>
                    <a:pt x="92052" y="157163"/>
                  </a:lnTo>
                  <a:lnTo>
                    <a:pt x="94297" y="157612"/>
                  </a:lnTo>
                  <a:lnTo>
                    <a:pt x="96692" y="158061"/>
                  </a:lnTo>
                  <a:lnTo>
                    <a:pt x="99087" y="174376"/>
                  </a:lnTo>
                  <a:lnTo>
                    <a:pt x="94746" y="173927"/>
                  </a:lnTo>
                  <a:lnTo>
                    <a:pt x="90406" y="173178"/>
                  </a:lnTo>
                  <a:lnTo>
                    <a:pt x="90106" y="167341"/>
                  </a:lnTo>
                  <a:lnTo>
                    <a:pt x="87562" y="172430"/>
                  </a:lnTo>
                  <a:lnTo>
                    <a:pt x="85167" y="171831"/>
                  </a:lnTo>
                  <a:lnTo>
                    <a:pt x="82772" y="171083"/>
                  </a:lnTo>
                  <a:lnTo>
                    <a:pt x="78132" y="169286"/>
                  </a:lnTo>
                  <a:lnTo>
                    <a:pt x="73642" y="167341"/>
                  </a:lnTo>
                  <a:lnTo>
                    <a:pt x="69301" y="164946"/>
                  </a:lnTo>
                  <a:lnTo>
                    <a:pt x="70798" y="159557"/>
                  </a:lnTo>
                  <a:lnTo>
                    <a:pt x="66906" y="163449"/>
                  </a:lnTo>
                  <a:lnTo>
                    <a:pt x="64362" y="161803"/>
                  </a:lnTo>
                  <a:lnTo>
                    <a:pt x="61967" y="160006"/>
                  </a:lnTo>
                  <a:lnTo>
                    <a:pt x="59722" y="158210"/>
                  </a:lnTo>
                  <a:lnTo>
                    <a:pt x="57476" y="156264"/>
                  </a:lnTo>
                  <a:lnTo>
                    <a:pt x="70499" y="146386"/>
                  </a:lnTo>
                  <a:close/>
                  <a:moveTo>
                    <a:pt x="139650" y="145637"/>
                  </a:moveTo>
                  <a:lnTo>
                    <a:pt x="152822" y="155366"/>
                  </a:lnTo>
                  <a:lnTo>
                    <a:pt x="150427" y="157462"/>
                  </a:lnTo>
                  <a:lnTo>
                    <a:pt x="147882" y="159557"/>
                  </a:lnTo>
                  <a:lnTo>
                    <a:pt x="145338" y="161503"/>
                  </a:lnTo>
                  <a:lnTo>
                    <a:pt x="142643" y="163449"/>
                  </a:lnTo>
                  <a:lnTo>
                    <a:pt x="138602" y="159557"/>
                  </a:lnTo>
                  <a:lnTo>
                    <a:pt x="140099" y="164946"/>
                  </a:lnTo>
                  <a:lnTo>
                    <a:pt x="135758" y="167191"/>
                  </a:lnTo>
                  <a:lnTo>
                    <a:pt x="131418" y="169286"/>
                  </a:lnTo>
                  <a:lnTo>
                    <a:pt x="126778" y="171083"/>
                  </a:lnTo>
                  <a:lnTo>
                    <a:pt x="124383" y="171831"/>
                  </a:lnTo>
                  <a:lnTo>
                    <a:pt x="121988" y="172430"/>
                  </a:lnTo>
                  <a:lnTo>
                    <a:pt x="119443" y="167341"/>
                  </a:lnTo>
                  <a:lnTo>
                    <a:pt x="118994" y="173178"/>
                  </a:lnTo>
                  <a:lnTo>
                    <a:pt x="114953" y="173777"/>
                  </a:lnTo>
                  <a:lnTo>
                    <a:pt x="110912" y="174376"/>
                  </a:lnTo>
                  <a:lnTo>
                    <a:pt x="113157" y="157911"/>
                  </a:lnTo>
                  <a:lnTo>
                    <a:pt x="116300" y="157312"/>
                  </a:lnTo>
                  <a:lnTo>
                    <a:pt x="117198" y="161354"/>
                  </a:lnTo>
                  <a:lnTo>
                    <a:pt x="116450" y="161952"/>
                  </a:lnTo>
                  <a:lnTo>
                    <a:pt x="116150" y="162701"/>
                  </a:lnTo>
                  <a:lnTo>
                    <a:pt x="116001" y="163449"/>
                  </a:lnTo>
                  <a:lnTo>
                    <a:pt x="116150" y="164347"/>
                  </a:lnTo>
                  <a:lnTo>
                    <a:pt x="116450" y="164646"/>
                  </a:lnTo>
                  <a:lnTo>
                    <a:pt x="116749" y="164946"/>
                  </a:lnTo>
                  <a:lnTo>
                    <a:pt x="117498" y="165395"/>
                  </a:lnTo>
                  <a:lnTo>
                    <a:pt x="118396" y="165545"/>
                  </a:lnTo>
                  <a:lnTo>
                    <a:pt x="118695" y="165395"/>
                  </a:lnTo>
                  <a:lnTo>
                    <a:pt x="119144" y="165245"/>
                  </a:lnTo>
                  <a:lnTo>
                    <a:pt x="119593" y="165095"/>
                  </a:lnTo>
                  <a:lnTo>
                    <a:pt x="119892" y="164796"/>
                  </a:lnTo>
                  <a:lnTo>
                    <a:pt x="120341" y="164048"/>
                  </a:lnTo>
                  <a:lnTo>
                    <a:pt x="120341" y="163150"/>
                  </a:lnTo>
                  <a:lnTo>
                    <a:pt x="120341" y="162850"/>
                  </a:lnTo>
                  <a:lnTo>
                    <a:pt x="120192" y="162401"/>
                  </a:lnTo>
                  <a:lnTo>
                    <a:pt x="119743" y="161803"/>
                  </a:lnTo>
                  <a:lnTo>
                    <a:pt x="119294" y="161354"/>
                  </a:lnTo>
                  <a:lnTo>
                    <a:pt x="118695" y="161204"/>
                  </a:lnTo>
                  <a:lnTo>
                    <a:pt x="118096" y="161054"/>
                  </a:lnTo>
                  <a:lnTo>
                    <a:pt x="117348" y="157163"/>
                  </a:lnTo>
                  <a:lnTo>
                    <a:pt x="121389" y="155965"/>
                  </a:lnTo>
                  <a:lnTo>
                    <a:pt x="125281" y="154618"/>
                  </a:lnTo>
                  <a:lnTo>
                    <a:pt x="129023" y="152822"/>
                  </a:lnTo>
                  <a:lnTo>
                    <a:pt x="132615" y="150876"/>
                  </a:lnTo>
                  <a:lnTo>
                    <a:pt x="134711" y="154319"/>
                  </a:lnTo>
                  <a:lnTo>
                    <a:pt x="134261" y="155067"/>
                  </a:lnTo>
                  <a:lnTo>
                    <a:pt x="134112" y="155815"/>
                  </a:lnTo>
                  <a:lnTo>
                    <a:pt x="134411" y="156713"/>
                  </a:lnTo>
                  <a:lnTo>
                    <a:pt x="134860" y="157312"/>
                  </a:lnTo>
                  <a:lnTo>
                    <a:pt x="135160" y="157612"/>
                  </a:lnTo>
                  <a:lnTo>
                    <a:pt x="135609" y="157911"/>
                  </a:lnTo>
                  <a:lnTo>
                    <a:pt x="136357" y="158061"/>
                  </a:lnTo>
                  <a:lnTo>
                    <a:pt x="137255" y="157911"/>
                  </a:lnTo>
                  <a:lnTo>
                    <a:pt x="137554" y="157612"/>
                  </a:lnTo>
                  <a:lnTo>
                    <a:pt x="138003" y="157312"/>
                  </a:lnTo>
                  <a:lnTo>
                    <a:pt x="138153" y="157013"/>
                  </a:lnTo>
                  <a:lnTo>
                    <a:pt x="138452" y="156564"/>
                  </a:lnTo>
                  <a:lnTo>
                    <a:pt x="138602" y="155815"/>
                  </a:lnTo>
                  <a:lnTo>
                    <a:pt x="138452" y="154917"/>
                  </a:lnTo>
                  <a:lnTo>
                    <a:pt x="138303" y="154618"/>
                  </a:lnTo>
                  <a:lnTo>
                    <a:pt x="138003" y="154319"/>
                  </a:lnTo>
                  <a:lnTo>
                    <a:pt x="137405" y="153870"/>
                  </a:lnTo>
                  <a:lnTo>
                    <a:pt x="136806" y="153570"/>
                  </a:lnTo>
                  <a:lnTo>
                    <a:pt x="136207" y="153570"/>
                  </a:lnTo>
                  <a:lnTo>
                    <a:pt x="135609" y="153720"/>
                  </a:lnTo>
                  <a:lnTo>
                    <a:pt x="133513" y="150277"/>
                  </a:lnTo>
                  <a:lnTo>
                    <a:pt x="136656" y="148182"/>
                  </a:lnTo>
                  <a:lnTo>
                    <a:pt x="139650" y="145637"/>
                  </a:lnTo>
                  <a:close/>
                  <a:moveTo>
                    <a:pt x="67954" y="163748"/>
                  </a:moveTo>
                  <a:lnTo>
                    <a:pt x="68553" y="163898"/>
                  </a:lnTo>
                  <a:lnTo>
                    <a:pt x="68403" y="164497"/>
                  </a:lnTo>
                  <a:lnTo>
                    <a:pt x="68104" y="165395"/>
                  </a:lnTo>
                  <a:lnTo>
                    <a:pt x="65110" y="176172"/>
                  </a:lnTo>
                  <a:lnTo>
                    <a:pt x="62117" y="174376"/>
                  </a:lnTo>
                  <a:lnTo>
                    <a:pt x="58973" y="172430"/>
                  </a:lnTo>
                  <a:lnTo>
                    <a:pt x="58973" y="172430"/>
                  </a:lnTo>
                  <a:lnTo>
                    <a:pt x="60320" y="173178"/>
                  </a:lnTo>
                  <a:lnTo>
                    <a:pt x="61218" y="173627"/>
                  </a:lnTo>
                  <a:lnTo>
                    <a:pt x="62117" y="173927"/>
                  </a:lnTo>
                  <a:lnTo>
                    <a:pt x="62117" y="173777"/>
                  </a:lnTo>
                  <a:lnTo>
                    <a:pt x="60320" y="172729"/>
                  </a:lnTo>
                  <a:lnTo>
                    <a:pt x="59273" y="172130"/>
                  </a:lnTo>
                  <a:lnTo>
                    <a:pt x="60021" y="171532"/>
                  </a:lnTo>
                  <a:lnTo>
                    <a:pt x="61218" y="172130"/>
                  </a:lnTo>
                  <a:lnTo>
                    <a:pt x="61967" y="172579"/>
                  </a:lnTo>
                  <a:lnTo>
                    <a:pt x="62865" y="173028"/>
                  </a:lnTo>
                  <a:lnTo>
                    <a:pt x="63015" y="172879"/>
                  </a:lnTo>
                  <a:lnTo>
                    <a:pt x="62117" y="172280"/>
                  </a:lnTo>
                  <a:lnTo>
                    <a:pt x="61368" y="171981"/>
                  </a:lnTo>
                  <a:lnTo>
                    <a:pt x="60171" y="171382"/>
                  </a:lnTo>
                  <a:lnTo>
                    <a:pt x="60769" y="170634"/>
                  </a:lnTo>
                  <a:lnTo>
                    <a:pt x="61967" y="171382"/>
                  </a:lnTo>
                  <a:lnTo>
                    <a:pt x="62715" y="171681"/>
                  </a:lnTo>
                  <a:lnTo>
                    <a:pt x="63314" y="171831"/>
                  </a:lnTo>
                  <a:lnTo>
                    <a:pt x="63464" y="171831"/>
                  </a:lnTo>
                  <a:lnTo>
                    <a:pt x="63314" y="171681"/>
                  </a:lnTo>
                  <a:lnTo>
                    <a:pt x="61817" y="170933"/>
                  </a:lnTo>
                  <a:lnTo>
                    <a:pt x="60919" y="170484"/>
                  </a:lnTo>
                  <a:lnTo>
                    <a:pt x="61817" y="169586"/>
                  </a:lnTo>
                  <a:lnTo>
                    <a:pt x="62865" y="170185"/>
                  </a:lnTo>
                  <a:lnTo>
                    <a:pt x="63613" y="170634"/>
                  </a:lnTo>
                  <a:lnTo>
                    <a:pt x="64362" y="170783"/>
                  </a:lnTo>
                  <a:lnTo>
                    <a:pt x="64511" y="170783"/>
                  </a:lnTo>
                  <a:lnTo>
                    <a:pt x="63763" y="170334"/>
                  </a:lnTo>
                  <a:lnTo>
                    <a:pt x="63015" y="169885"/>
                  </a:lnTo>
                  <a:lnTo>
                    <a:pt x="62117" y="169436"/>
                  </a:lnTo>
                  <a:lnTo>
                    <a:pt x="62715" y="168837"/>
                  </a:lnTo>
                  <a:lnTo>
                    <a:pt x="63464" y="169286"/>
                  </a:lnTo>
                  <a:lnTo>
                    <a:pt x="64212" y="169586"/>
                  </a:lnTo>
                  <a:lnTo>
                    <a:pt x="64960" y="169885"/>
                  </a:lnTo>
                  <a:lnTo>
                    <a:pt x="64960" y="169736"/>
                  </a:lnTo>
                  <a:lnTo>
                    <a:pt x="63314" y="168837"/>
                  </a:lnTo>
                  <a:lnTo>
                    <a:pt x="62865" y="168538"/>
                  </a:lnTo>
                  <a:lnTo>
                    <a:pt x="63464" y="168089"/>
                  </a:lnTo>
                  <a:lnTo>
                    <a:pt x="63913" y="168239"/>
                  </a:lnTo>
                  <a:lnTo>
                    <a:pt x="65409" y="168987"/>
                  </a:lnTo>
                  <a:lnTo>
                    <a:pt x="65559" y="168837"/>
                  </a:lnTo>
                  <a:lnTo>
                    <a:pt x="65409" y="168837"/>
                  </a:lnTo>
                  <a:lnTo>
                    <a:pt x="64212" y="168089"/>
                  </a:lnTo>
                  <a:lnTo>
                    <a:pt x="63613" y="167790"/>
                  </a:lnTo>
                  <a:lnTo>
                    <a:pt x="64362" y="167191"/>
                  </a:lnTo>
                  <a:lnTo>
                    <a:pt x="64811" y="167490"/>
                  </a:lnTo>
                  <a:lnTo>
                    <a:pt x="65858" y="168089"/>
                  </a:lnTo>
                  <a:lnTo>
                    <a:pt x="66008" y="167939"/>
                  </a:lnTo>
                  <a:lnTo>
                    <a:pt x="65260" y="167490"/>
                  </a:lnTo>
                  <a:lnTo>
                    <a:pt x="64511" y="167041"/>
                  </a:lnTo>
                  <a:lnTo>
                    <a:pt x="65110" y="166592"/>
                  </a:lnTo>
                  <a:lnTo>
                    <a:pt x="65260" y="166592"/>
                  </a:lnTo>
                  <a:lnTo>
                    <a:pt x="65858" y="166892"/>
                  </a:lnTo>
                  <a:lnTo>
                    <a:pt x="66457" y="167041"/>
                  </a:lnTo>
                  <a:lnTo>
                    <a:pt x="65409" y="166443"/>
                  </a:lnTo>
                  <a:lnTo>
                    <a:pt x="65260" y="166293"/>
                  </a:lnTo>
                  <a:lnTo>
                    <a:pt x="65709" y="165844"/>
                  </a:lnTo>
                  <a:lnTo>
                    <a:pt x="66906" y="166293"/>
                  </a:lnTo>
                  <a:lnTo>
                    <a:pt x="67056" y="166293"/>
                  </a:lnTo>
                  <a:lnTo>
                    <a:pt x="67056" y="166143"/>
                  </a:lnTo>
                  <a:lnTo>
                    <a:pt x="66008" y="165694"/>
                  </a:lnTo>
                  <a:lnTo>
                    <a:pt x="66457" y="165095"/>
                  </a:lnTo>
                  <a:lnTo>
                    <a:pt x="66607" y="165245"/>
                  </a:lnTo>
                  <a:lnTo>
                    <a:pt x="67056" y="165395"/>
                  </a:lnTo>
                  <a:lnTo>
                    <a:pt x="67655" y="165545"/>
                  </a:lnTo>
                  <a:lnTo>
                    <a:pt x="67655" y="165395"/>
                  </a:lnTo>
                  <a:lnTo>
                    <a:pt x="66906" y="164946"/>
                  </a:lnTo>
                  <a:lnTo>
                    <a:pt x="66607" y="164946"/>
                  </a:lnTo>
                  <a:lnTo>
                    <a:pt x="66906" y="164646"/>
                  </a:lnTo>
                  <a:lnTo>
                    <a:pt x="67206" y="164497"/>
                  </a:lnTo>
                  <a:lnTo>
                    <a:pt x="67954" y="164646"/>
                  </a:lnTo>
                  <a:lnTo>
                    <a:pt x="67954" y="164497"/>
                  </a:lnTo>
                  <a:lnTo>
                    <a:pt x="67355" y="164197"/>
                  </a:lnTo>
                  <a:lnTo>
                    <a:pt x="67655" y="163898"/>
                  </a:lnTo>
                  <a:lnTo>
                    <a:pt x="67954" y="163748"/>
                  </a:lnTo>
                  <a:close/>
                  <a:moveTo>
                    <a:pt x="141446" y="163748"/>
                  </a:moveTo>
                  <a:lnTo>
                    <a:pt x="141745" y="163898"/>
                  </a:lnTo>
                  <a:lnTo>
                    <a:pt x="142045" y="164197"/>
                  </a:lnTo>
                  <a:lnTo>
                    <a:pt x="141446" y="164497"/>
                  </a:lnTo>
                  <a:lnTo>
                    <a:pt x="141446" y="164646"/>
                  </a:lnTo>
                  <a:lnTo>
                    <a:pt x="142194" y="164497"/>
                  </a:lnTo>
                  <a:lnTo>
                    <a:pt x="142494" y="164646"/>
                  </a:lnTo>
                  <a:lnTo>
                    <a:pt x="142793" y="164946"/>
                  </a:lnTo>
                  <a:lnTo>
                    <a:pt x="142643" y="164946"/>
                  </a:lnTo>
                  <a:lnTo>
                    <a:pt x="141745" y="165395"/>
                  </a:lnTo>
                  <a:lnTo>
                    <a:pt x="141895" y="165545"/>
                  </a:lnTo>
                  <a:lnTo>
                    <a:pt x="142344" y="165395"/>
                  </a:lnTo>
                  <a:lnTo>
                    <a:pt x="142793" y="165245"/>
                  </a:lnTo>
                  <a:lnTo>
                    <a:pt x="142943" y="165095"/>
                  </a:lnTo>
                  <a:lnTo>
                    <a:pt x="143542" y="165694"/>
                  </a:lnTo>
                  <a:lnTo>
                    <a:pt x="142344" y="166143"/>
                  </a:lnTo>
                  <a:lnTo>
                    <a:pt x="142344" y="166293"/>
                  </a:lnTo>
                  <a:lnTo>
                    <a:pt x="142494" y="166293"/>
                  </a:lnTo>
                  <a:lnTo>
                    <a:pt x="143691" y="165844"/>
                  </a:lnTo>
                  <a:lnTo>
                    <a:pt x="144140" y="166293"/>
                  </a:lnTo>
                  <a:lnTo>
                    <a:pt x="143991" y="166443"/>
                  </a:lnTo>
                  <a:lnTo>
                    <a:pt x="142943" y="167041"/>
                  </a:lnTo>
                  <a:lnTo>
                    <a:pt x="143093" y="167041"/>
                  </a:lnTo>
                  <a:lnTo>
                    <a:pt x="143542" y="166892"/>
                  </a:lnTo>
                  <a:lnTo>
                    <a:pt x="144140" y="166592"/>
                  </a:lnTo>
                  <a:lnTo>
                    <a:pt x="144440" y="166592"/>
                  </a:lnTo>
                  <a:lnTo>
                    <a:pt x="145038" y="167041"/>
                  </a:lnTo>
                  <a:lnTo>
                    <a:pt x="144140" y="167490"/>
                  </a:lnTo>
                  <a:lnTo>
                    <a:pt x="143542" y="167939"/>
                  </a:lnTo>
                  <a:lnTo>
                    <a:pt x="143542" y="168089"/>
                  </a:lnTo>
                  <a:lnTo>
                    <a:pt x="144589" y="167490"/>
                  </a:lnTo>
                  <a:lnTo>
                    <a:pt x="145188" y="167191"/>
                  </a:lnTo>
                  <a:lnTo>
                    <a:pt x="145787" y="167790"/>
                  </a:lnTo>
                  <a:lnTo>
                    <a:pt x="145338" y="168089"/>
                  </a:lnTo>
                  <a:lnTo>
                    <a:pt x="143991" y="168837"/>
                  </a:lnTo>
                  <a:lnTo>
                    <a:pt x="143991" y="168987"/>
                  </a:lnTo>
                  <a:lnTo>
                    <a:pt x="145487" y="168239"/>
                  </a:lnTo>
                  <a:lnTo>
                    <a:pt x="145936" y="168089"/>
                  </a:lnTo>
                  <a:lnTo>
                    <a:pt x="146535" y="168538"/>
                  </a:lnTo>
                  <a:lnTo>
                    <a:pt x="146236" y="168837"/>
                  </a:lnTo>
                  <a:lnTo>
                    <a:pt x="144440" y="169736"/>
                  </a:lnTo>
                  <a:lnTo>
                    <a:pt x="144440" y="169885"/>
                  </a:lnTo>
                  <a:lnTo>
                    <a:pt x="145188" y="169586"/>
                  </a:lnTo>
                  <a:lnTo>
                    <a:pt x="145936" y="169286"/>
                  </a:lnTo>
                  <a:lnTo>
                    <a:pt x="146685" y="168837"/>
                  </a:lnTo>
                  <a:lnTo>
                    <a:pt x="147433" y="169436"/>
                  </a:lnTo>
                  <a:lnTo>
                    <a:pt x="146535" y="169885"/>
                  </a:lnTo>
                  <a:lnTo>
                    <a:pt x="145787" y="170334"/>
                  </a:lnTo>
                  <a:lnTo>
                    <a:pt x="145038" y="170783"/>
                  </a:lnTo>
                  <a:lnTo>
                    <a:pt x="145787" y="170634"/>
                  </a:lnTo>
                  <a:lnTo>
                    <a:pt x="146685" y="170185"/>
                  </a:lnTo>
                  <a:lnTo>
                    <a:pt x="147583" y="169586"/>
                  </a:lnTo>
                  <a:lnTo>
                    <a:pt x="148481" y="170484"/>
                  </a:lnTo>
                  <a:lnTo>
                    <a:pt x="147583" y="170933"/>
                  </a:lnTo>
                  <a:lnTo>
                    <a:pt x="146086" y="171681"/>
                  </a:lnTo>
                  <a:lnTo>
                    <a:pt x="146086" y="171831"/>
                  </a:lnTo>
                  <a:lnTo>
                    <a:pt x="146834" y="171681"/>
                  </a:lnTo>
                  <a:lnTo>
                    <a:pt x="147433" y="171382"/>
                  </a:lnTo>
                  <a:lnTo>
                    <a:pt x="148631" y="170634"/>
                  </a:lnTo>
                  <a:lnTo>
                    <a:pt x="149379" y="171382"/>
                  </a:lnTo>
                  <a:lnTo>
                    <a:pt x="148032" y="171981"/>
                  </a:lnTo>
                  <a:lnTo>
                    <a:pt x="147283" y="172280"/>
                  </a:lnTo>
                  <a:lnTo>
                    <a:pt x="146535" y="172879"/>
                  </a:lnTo>
                  <a:lnTo>
                    <a:pt x="146535" y="173028"/>
                  </a:lnTo>
                  <a:lnTo>
                    <a:pt x="147433" y="172579"/>
                  </a:lnTo>
                  <a:lnTo>
                    <a:pt x="148182" y="172130"/>
                  </a:lnTo>
                  <a:lnTo>
                    <a:pt x="149529" y="171532"/>
                  </a:lnTo>
                  <a:lnTo>
                    <a:pt x="150127" y="172130"/>
                  </a:lnTo>
                  <a:lnTo>
                    <a:pt x="149080" y="172729"/>
                  </a:lnTo>
                  <a:lnTo>
                    <a:pt x="147283" y="173777"/>
                  </a:lnTo>
                  <a:lnTo>
                    <a:pt x="147283" y="173927"/>
                  </a:lnTo>
                  <a:lnTo>
                    <a:pt x="147433" y="173927"/>
                  </a:lnTo>
                  <a:lnTo>
                    <a:pt x="148331" y="173627"/>
                  </a:lnTo>
                  <a:lnTo>
                    <a:pt x="149080" y="173178"/>
                  </a:lnTo>
                  <a:lnTo>
                    <a:pt x="150277" y="172430"/>
                  </a:lnTo>
                  <a:lnTo>
                    <a:pt x="147283" y="174376"/>
                  </a:lnTo>
                  <a:lnTo>
                    <a:pt x="144290" y="176172"/>
                  </a:lnTo>
                  <a:lnTo>
                    <a:pt x="141296" y="165395"/>
                  </a:lnTo>
                  <a:lnTo>
                    <a:pt x="140997" y="164347"/>
                  </a:lnTo>
                  <a:lnTo>
                    <a:pt x="140847" y="163898"/>
                  </a:lnTo>
                  <a:lnTo>
                    <a:pt x="141446" y="163748"/>
                  </a:lnTo>
                  <a:close/>
                  <a:moveTo>
                    <a:pt x="69002" y="165844"/>
                  </a:moveTo>
                  <a:lnTo>
                    <a:pt x="73342" y="168239"/>
                  </a:lnTo>
                  <a:lnTo>
                    <a:pt x="77683" y="170185"/>
                  </a:lnTo>
                  <a:lnTo>
                    <a:pt x="82323" y="171981"/>
                  </a:lnTo>
                  <a:lnTo>
                    <a:pt x="87113" y="173328"/>
                  </a:lnTo>
                  <a:lnTo>
                    <a:pt x="82024" y="183207"/>
                  </a:lnTo>
                  <a:lnTo>
                    <a:pt x="77982" y="181859"/>
                  </a:lnTo>
                  <a:lnTo>
                    <a:pt x="73791" y="180363"/>
                  </a:lnTo>
                  <a:lnTo>
                    <a:pt x="69900" y="178716"/>
                  </a:lnTo>
                  <a:lnTo>
                    <a:pt x="66008" y="176770"/>
                  </a:lnTo>
                  <a:lnTo>
                    <a:pt x="69002" y="165844"/>
                  </a:lnTo>
                  <a:close/>
                  <a:moveTo>
                    <a:pt x="140398" y="165844"/>
                  </a:moveTo>
                  <a:lnTo>
                    <a:pt x="143392" y="176621"/>
                  </a:lnTo>
                  <a:lnTo>
                    <a:pt x="139500" y="178567"/>
                  </a:lnTo>
                  <a:lnTo>
                    <a:pt x="135609" y="180363"/>
                  </a:lnTo>
                  <a:lnTo>
                    <a:pt x="131567" y="181859"/>
                  </a:lnTo>
                  <a:lnTo>
                    <a:pt x="127376" y="183207"/>
                  </a:lnTo>
                  <a:lnTo>
                    <a:pt x="122437" y="173328"/>
                  </a:lnTo>
                  <a:lnTo>
                    <a:pt x="127077" y="171981"/>
                  </a:lnTo>
                  <a:lnTo>
                    <a:pt x="131717" y="170185"/>
                  </a:lnTo>
                  <a:lnTo>
                    <a:pt x="136058" y="168239"/>
                  </a:lnTo>
                  <a:lnTo>
                    <a:pt x="140398" y="165844"/>
                  </a:lnTo>
                  <a:close/>
                  <a:moveTo>
                    <a:pt x="89358" y="172280"/>
                  </a:moveTo>
                  <a:lnTo>
                    <a:pt x="89358" y="172879"/>
                  </a:lnTo>
                  <a:lnTo>
                    <a:pt x="89508" y="173927"/>
                  </a:lnTo>
                  <a:lnTo>
                    <a:pt x="90106" y="185152"/>
                  </a:lnTo>
                  <a:lnTo>
                    <a:pt x="86514" y="184404"/>
                  </a:lnTo>
                  <a:lnTo>
                    <a:pt x="83071" y="183506"/>
                  </a:lnTo>
                  <a:lnTo>
                    <a:pt x="84568" y="183656"/>
                  </a:lnTo>
                  <a:lnTo>
                    <a:pt x="85466" y="183805"/>
                  </a:lnTo>
                  <a:lnTo>
                    <a:pt x="86364" y="183955"/>
                  </a:lnTo>
                  <a:lnTo>
                    <a:pt x="86514" y="183805"/>
                  </a:lnTo>
                  <a:lnTo>
                    <a:pt x="84419" y="183356"/>
                  </a:lnTo>
                  <a:lnTo>
                    <a:pt x="83221" y="183207"/>
                  </a:lnTo>
                  <a:lnTo>
                    <a:pt x="83670" y="182309"/>
                  </a:lnTo>
                  <a:lnTo>
                    <a:pt x="85017" y="182458"/>
                  </a:lnTo>
                  <a:lnTo>
                    <a:pt x="85915" y="182608"/>
                  </a:lnTo>
                  <a:lnTo>
                    <a:pt x="86963" y="182758"/>
                  </a:lnTo>
                  <a:lnTo>
                    <a:pt x="86963" y="182608"/>
                  </a:lnTo>
                  <a:lnTo>
                    <a:pt x="85915" y="182309"/>
                  </a:lnTo>
                  <a:lnTo>
                    <a:pt x="85017" y="182159"/>
                  </a:lnTo>
                  <a:lnTo>
                    <a:pt x="83820" y="182009"/>
                  </a:lnTo>
                  <a:lnTo>
                    <a:pt x="84119" y="181261"/>
                  </a:lnTo>
                  <a:lnTo>
                    <a:pt x="85616" y="181560"/>
                  </a:lnTo>
                  <a:lnTo>
                    <a:pt x="86963" y="181560"/>
                  </a:lnTo>
                  <a:lnTo>
                    <a:pt x="86963" y="181410"/>
                  </a:lnTo>
                  <a:lnTo>
                    <a:pt x="85317" y="181111"/>
                  </a:lnTo>
                  <a:lnTo>
                    <a:pt x="84269" y="180961"/>
                  </a:lnTo>
                  <a:lnTo>
                    <a:pt x="84868" y="179914"/>
                  </a:lnTo>
                  <a:lnTo>
                    <a:pt x="86215" y="180213"/>
                  </a:lnTo>
                  <a:lnTo>
                    <a:pt x="87712" y="180213"/>
                  </a:lnTo>
                  <a:lnTo>
                    <a:pt x="87712" y="180063"/>
                  </a:lnTo>
                  <a:lnTo>
                    <a:pt x="86813" y="179914"/>
                  </a:lnTo>
                  <a:lnTo>
                    <a:pt x="85915" y="179764"/>
                  </a:lnTo>
                  <a:lnTo>
                    <a:pt x="85017" y="179614"/>
                  </a:lnTo>
                  <a:lnTo>
                    <a:pt x="85466" y="178716"/>
                  </a:lnTo>
                  <a:lnTo>
                    <a:pt x="86364" y="179016"/>
                  </a:lnTo>
                  <a:lnTo>
                    <a:pt x="87113" y="179165"/>
                  </a:lnTo>
                  <a:lnTo>
                    <a:pt x="87861" y="179165"/>
                  </a:lnTo>
                  <a:lnTo>
                    <a:pt x="87861" y="179016"/>
                  </a:lnTo>
                  <a:lnTo>
                    <a:pt x="85915" y="178716"/>
                  </a:lnTo>
                  <a:lnTo>
                    <a:pt x="85466" y="178567"/>
                  </a:lnTo>
                  <a:lnTo>
                    <a:pt x="85915" y="177818"/>
                  </a:lnTo>
                  <a:lnTo>
                    <a:pt x="86364" y="177968"/>
                  </a:lnTo>
                  <a:lnTo>
                    <a:pt x="87113" y="177968"/>
                  </a:lnTo>
                  <a:lnTo>
                    <a:pt x="88011" y="178118"/>
                  </a:lnTo>
                  <a:lnTo>
                    <a:pt x="88011" y="177968"/>
                  </a:lnTo>
                  <a:lnTo>
                    <a:pt x="86813" y="177668"/>
                  </a:lnTo>
                  <a:lnTo>
                    <a:pt x="86065" y="177668"/>
                  </a:lnTo>
                  <a:lnTo>
                    <a:pt x="86364" y="176920"/>
                  </a:lnTo>
                  <a:lnTo>
                    <a:pt x="87262" y="177070"/>
                  </a:lnTo>
                  <a:lnTo>
                    <a:pt x="88161" y="177070"/>
                  </a:lnTo>
                  <a:lnTo>
                    <a:pt x="88161" y="176920"/>
                  </a:lnTo>
                  <a:lnTo>
                    <a:pt x="87412" y="176770"/>
                  </a:lnTo>
                  <a:lnTo>
                    <a:pt x="86514" y="176621"/>
                  </a:lnTo>
                  <a:lnTo>
                    <a:pt x="86813" y="175872"/>
                  </a:lnTo>
                  <a:lnTo>
                    <a:pt x="87562" y="176022"/>
                  </a:lnTo>
                  <a:lnTo>
                    <a:pt x="88310" y="176022"/>
                  </a:lnTo>
                  <a:lnTo>
                    <a:pt x="88310" y="175872"/>
                  </a:lnTo>
                  <a:lnTo>
                    <a:pt x="87113" y="175723"/>
                  </a:lnTo>
                  <a:lnTo>
                    <a:pt x="86963" y="175723"/>
                  </a:lnTo>
                  <a:lnTo>
                    <a:pt x="87262" y="174974"/>
                  </a:lnTo>
                  <a:lnTo>
                    <a:pt x="88610" y="175124"/>
                  </a:lnTo>
                  <a:lnTo>
                    <a:pt x="88610" y="174974"/>
                  </a:lnTo>
                  <a:lnTo>
                    <a:pt x="87412" y="174825"/>
                  </a:lnTo>
                  <a:lnTo>
                    <a:pt x="87712" y="174226"/>
                  </a:lnTo>
                  <a:lnTo>
                    <a:pt x="88011" y="174226"/>
                  </a:lnTo>
                  <a:lnTo>
                    <a:pt x="88909" y="174076"/>
                  </a:lnTo>
                  <a:lnTo>
                    <a:pt x="89059" y="174076"/>
                  </a:lnTo>
                  <a:lnTo>
                    <a:pt x="88909" y="173927"/>
                  </a:lnTo>
                  <a:lnTo>
                    <a:pt x="87861" y="173927"/>
                  </a:lnTo>
                  <a:lnTo>
                    <a:pt x="88011" y="173627"/>
                  </a:lnTo>
                  <a:lnTo>
                    <a:pt x="88161" y="173178"/>
                  </a:lnTo>
                  <a:lnTo>
                    <a:pt x="88909" y="173178"/>
                  </a:lnTo>
                  <a:lnTo>
                    <a:pt x="88909" y="173028"/>
                  </a:lnTo>
                  <a:lnTo>
                    <a:pt x="88310" y="173028"/>
                  </a:lnTo>
                  <a:lnTo>
                    <a:pt x="88460" y="172729"/>
                  </a:lnTo>
                  <a:lnTo>
                    <a:pt x="88610" y="172280"/>
                  </a:lnTo>
                  <a:close/>
                  <a:moveTo>
                    <a:pt x="120790" y="172280"/>
                  </a:moveTo>
                  <a:lnTo>
                    <a:pt x="120940" y="172729"/>
                  </a:lnTo>
                  <a:lnTo>
                    <a:pt x="121090" y="173028"/>
                  </a:lnTo>
                  <a:lnTo>
                    <a:pt x="120491" y="173028"/>
                  </a:lnTo>
                  <a:lnTo>
                    <a:pt x="120491" y="173178"/>
                  </a:lnTo>
                  <a:lnTo>
                    <a:pt x="121239" y="173178"/>
                  </a:lnTo>
                  <a:lnTo>
                    <a:pt x="121389" y="173627"/>
                  </a:lnTo>
                  <a:lnTo>
                    <a:pt x="121539" y="173927"/>
                  </a:lnTo>
                  <a:lnTo>
                    <a:pt x="120491" y="173927"/>
                  </a:lnTo>
                  <a:lnTo>
                    <a:pt x="120491" y="174076"/>
                  </a:lnTo>
                  <a:lnTo>
                    <a:pt x="121389" y="174226"/>
                  </a:lnTo>
                  <a:lnTo>
                    <a:pt x="121688" y="174226"/>
                  </a:lnTo>
                  <a:lnTo>
                    <a:pt x="121988" y="174825"/>
                  </a:lnTo>
                  <a:lnTo>
                    <a:pt x="120790" y="174974"/>
                  </a:lnTo>
                  <a:lnTo>
                    <a:pt x="120790" y="175124"/>
                  </a:lnTo>
                  <a:lnTo>
                    <a:pt x="122138" y="174974"/>
                  </a:lnTo>
                  <a:lnTo>
                    <a:pt x="122437" y="175723"/>
                  </a:lnTo>
                  <a:lnTo>
                    <a:pt x="122287" y="175723"/>
                  </a:lnTo>
                  <a:lnTo>
                    <a:pt x="121090" y="175872"/>
                  </a:lnTo>
                  <a:lnTo>
                    <a:pt x="121090" y="176022"/>
                  </a:lnTo>
                  <a:lnTo>
                    <a:pt x="121838" y="176022"/>
                  </a:lnTo>
                  <a:lnTo>
                    <a:pt x="122587" y="175872"/>
                  </a:lnTo>
                  <a:lnTo>
                    <a:pt x="122886" y="176621"/>
                  </a:lnTo>
                  <a:lnTo>
                    <a:pt x="122138" y="176770"/>
                  </a:lnTo>
                  <a:lnTo>
                    <a:pt x="121239" y="176920"/>
                  </a:lnTo>
                  <a:lnTo>
                    <a:pt x="121239" y="177070"/>
                  </a:lnTo>
                  <a:lnTo>
                    <a:pt x="122138" y="177070"/>
                  </a:lnTo>
                  <a:lnTo>
                    <a:pt x="123036" y="176920"/>
                  </a:lnTo>
                  <a:lnTo>
                    <a:pt x="123485" y="177668"/>
                  </a:lnTo>
                  <a:lnTo>
                    <a:pt x="122736" y="177668"/>
                  </a:lnTo>
                  <a:lnTo>
                    <a:pt x="121389" y="177968"/>
                  </a:lnTo>
                  <a:lnTo>
                    <a:pt x="121389" y="178118"/>
                  </a:lnTo>
                  <a:lnTo>
                    <a:pt x="122287" y="177968"/>
                  </a:lnTo>
                  <a:lnTo>
                    <a:pt x="123185" y="177968"/>
                  </a:lnTo>
                  <a:lnTo>
                    <a:pt x="123634" y="177818"/>
                  </a:lnTo>
                  <a:lnTo>
                    <a:pt x="123934" y="178567"/>
                  </a:lnTo>
                  <a:lnTo>
                    <a:pt x="123485" y="178716"/>
                  </a:lnTo>
                  <a:lnTo>
                    <a:pt x="121539" y="179016"/>
                  </a:lnTo>
                  <a:lnTo>
                    <a:pt x="121539" y="179165"/>
                  </a:lnTo>
                  <a:lnTo>
                    <a:pt x="122287" y="179165"/>
                  </a:lnTo>
                  <a:lnTo>
                    <a:pt x="123036" y="179016"/>
                  </a:lnTo>
                  <a:lnTo>
                    <a:pt x="124083" y="178716"/>
                  </a:lnTo>
                  <a:lnTo>
                    <a:pt x="124532" y="179614"/>
                  </a:lnTo>
                  <a:lnTo>
                    <a:pt x="123634" y="179764"/>
                  </a:lnTo>
                  <a:lnTo>
                    <a:pt x="122736" y="179914"/>
                  </a:lnTo>
                  <a:lnTo>
                    <a:pt x="121838" y="180063"/>
                  </a:lnTo>
                  <a:lnTo>
                    <a:pt x="121838" y="180213"/>
                  </a:lnTo>
                  <a:lnTo>
                    <a:pt x="123185" y="180213"/>
                  </a:lnTo>
                  <a:lnTo>
                    <a:pt x="124532" y="179914"/>
                  </a:lnTo>
                  <a:lnTo>
                    <a:pt x="125131" y="180961"/>
                  </a:lnTo>
                  <a:lnTo>
                    <a:pt x="124233" y="181111"/>
                  </a:lnTo>
                  <a:lnTo>
                    <a:pt x="122437" y="181410"/>
                  </a:lnTo>
                  <a:lnTo>
                    <a:pt x="122437" y="181560"/>
                  </a:lnTo>
                  <a:lnTo>
                    <a:pt x="123784" y="181560"/>
                  </a:lnTo>
                  <a:lnTo>
                    <a:pt x="125281" y="181261"/>
                  </a:lnTo>
                  <a:lnTo>
                    <a:pt x="125730" y="182009"/>
                  </a:lnTo>
                  <a:lnTo>
                    <a:pt x="124383" y="182159"/>
                  </a:lnTo>
                  <a:lnTo>
                    <a:pt x="123485" y="182309"/>
                  </a:lnTo>
                  <a:lnTo>
                    <a:pt x="122437" y="182608"/>
                  </a:lnTo>
                  <a:lnTo>
                    <a:pt x="122437" y="182758"/>
                  </a:lnTo>
                  <a:lnTo>
                    <a:pt x="122587" y="182758"/>
                  </a:lnTo>
                  <a:lnTo>
                    <a:pt x="123485" y="182608"/>
                  </a:lnTo>
                  <a:lnTo>
                    <a:pt x="124383" y="182458"/>
                  </a:lnTo>
                  <a:lnTo>
                    <a:pt x="125730" y="182309"/>
                  </a:lnTo>
                  <a:lnTo>
                    <a:pt x="126179" y="183207"/>
                  </a:lnTo>
                  <a:lnTo>
                    <a:pt x="124981" y="183356"/>
                  </a:lnTo>
                  <a:lnTo>
                    <a:pt x="123036" y="183805"/>
                  </a:lnTo>
                  <a:lnTo>
                    <a:pt x="122886" y="183805"/>
                  </a:lnTo>
                  <a:lnTo>
                    <a:pt x="123036" y="183955"/>
                  </a:lnTo>
                  <a:lnTo>
                    <a:pt x="123934" y="183805"/>
                  </a:lnTo>
                  <a:lnTo>
                    <a:pt x="124832" y="183656"/>
                  </a:lnTo>
                  <a:lnTo>
                    <a:pt x="126329" y="183506"/>
                  </a:lnTo>
                  <a:lnTo>
                    <a:pt x="126478" y="183506"/>
                  </a:lnTo>
                  <a:lnTo>
                    <a:pt x="122886" y="184404"/>
                  </a:lnTo>
                  <a:lnTo>
                    <a:pt x="119294" y="185152"/>
                  </a:lnTo>
                  <a:lnTo>
                    <a:pt x="120042" y="173927"/>
                  </a:lnTo>
                  <a:lnTo>
                    <a:pt x="120042" y="172879"/>
                  </a:lnTo>
                  <a:lnTo>
                    <a:pt x="120042" y="172280"/>
                  </a:lnTo>
                  <a:close/>
                  <a:moveTo>
                    <a:pt x="90406" y="174076"/>
                  </a:moveTo>
                  <a:lnTo>
                    <a:pt x="94746" y="174825"/>
                  </a:lnTo>
                  <a:lnTo>
                    <a:pt x="99237" y="175274"/>
                  </a:lnTo>
                  <a:lnTo>
                    <a:pt x="100883" y="186350"/>
                  </a:lnTo>
                  <a:lnTo>
                    <a:pt x="95944" y="185901"/>
                  </a:lnTo>
                  <a:lnTo>
                    <a:pt x="91154" y="185302"/>
                  </a:lnTo>
                  <a:lnTo>
                    <a:pt x="90406" y="174076"/>
                  </a:lnTo>
                  <a:close/>
                  <a:moveTo>
                    <a:pt x="118994" y="174076"/>
                  </a:moveTo>
                  <a:lnTo>
                    <a:pt x="118246" y="185302"/>
                  </a:lnTo>
                  <a:lnTo>
                    <a:pt x="113756" y="185901"/>
                  </a:lnTo>
                  <a:lnTo>
                    <a:pt x="109265" y="186350"/>
                  </a:lnTo>
                  <a:lnTo>
                    <a:pt x="110762" y="175274"/>
                  </a:lnTo>
                  <a:lnTo>
                    <a:pt x="114953" y="174825"/>
                  </a:lnTo>
                  <a:lnTo>
                    <a:pt x="118994" y="174076"/>
                  </a:lnTo>
                  <a:close/>
                  <a:moveTo>
                    <a:pt x="15716" y="108218"/>
                  </a:moveTo>
                  <a:lnTo>
                    <a:pt x="19608" y="108816"/>
                  </a:lnTo>
                  <a:lnTo>
                    <a:pt x="20057" y="113905"/>
                  </a:lnTo>
                  <a:lnTo>
                    <a:pt x="20805" y="118845"/>
                  </a:lnTo>
                  <a:lnTo>
                    <a:pt x="21703" y="123635"/>
                  </a:lnTo>
                  <a:lnTo>
                    <a:pt x="22901" y="128424"/>
                  </a:lnTo>
                  <a:lnTo>
                    <a:pt x="24398" y="133064"/>
                  </a:lnTo>
                  <a:lnTo>
                    <a:pt x="26194" y="137555"/>
                  </a:lnTo>
                  <a:lnTo>
                    <a:pt x="28140" y="141895"/>
                  </a:lnTo>
                  <a:lnTo>
                    <a:pt x="30385" y="146236"/>
                  </a:lnTo>
                  <a:lnTo>
                    <a:pt x="32780" y="150277"/>
                  </a:lnTo>
                  <a:lnTo>
                    <a:pt x="35474" y="154319"/>
                  </a:lnTo>
                  <a:lnTo>
                    <a:pt x="38318" y="158061"/>
                  </a:lnTo>
                  <a:lnTo>
                    <a:pt x="41461" y="161653"/>
                  </a:lnTo>
                  <a:lnTo>
                    <a:pt x="44754" y="165095"/>
                  </a:lnTo>
                  <a:lnTo>
                    <a:pt x="48196" y="168388"/>
                  </a:lnTo>
                  <a:lnTo>
                    <a:pt x="51938" y="171382"/>
                  </a:lnTo>
                  <a:lnTo>
                    <a:pt x="55680" y="174376"/>
                  </a:lnTo>
                  <a:lnTo>
                    <a:pt x="56129" y="174675"/>
                  </a:lnTo>
                  <a:lnTo>
                    <a:pt x="57177" y="175573"/>
                  </a:lnTo>
                  <a:lnTo>
                    <a:pt x="58375" y="176321"/>
                  </a:lnTo>
                  <a:lnTo>
                    <a:pt x="61218" y="177968"/>
                  </a:lnTo>
                  <a:lnTo>
                    <a:pt x="64661" y="179764"/>
                  </a:lnTo>
                  <a:lnTo>
                    <a:pt x="64960" y="179914"/>
                  </a:lnTo>
                  <a:lnTo>
                    <a:pt x="64960" y="180063"/>
                  </a:lnTo>
                  <a:lnTo>
                    <a:pt x="65110" y="180063"/>
                  </a:lnTo>
                  <a:lnTo>
                    <a:pt x="68852" y="181859"/>
                  </a:lnTo>
                  <a:lnTo>
                    <a:pt x="72594" y="183656"/>
                  </a:lnTo>
                  <a:lnTo>
                    <a:pt x="76486" y="185003"/>
                  </a:lnTo>
                  <a:lnTo>
                    <a:pt x="80527" y="186350"/>
                  </a:lnTo>
                  <a:lnTo>
                    <a:pt x="80976" y="186500"/>
                  </a:lnTo>
                  <a:lnTo>
                    <a:pt x="82323" y="186949"/>
                  </a:lnTo>
                  <a:lnTo>
                    <a:pt x="83820" y="187398"/>
                  </a:lnTo>
                  <a:lnTo>
                    <a:pt x="86963" y="187996"/>
                  </a:lnTo>
                  <a:lnTo>
                    <a:pt x="90555" y="188745"/>
                  </a:lnTo>
                  <a:lnTo>
                    <a:pt x="94148" y="189194"/>
                  </a:lnTo>
                  <a:lnTo>
                    <a:pt x="97740" y="189643"/>
                  </a:lnTo>
                  <a:lnTo>
                    <a:pt x="101482" y="189792"/>
                  </a:lnTo>
                  <a:lnTo>
                    <a:pt x="102081" y="193684"/>
                  </a:lnTo>
                  <a:lnTo>
                    <a:pt x="97740" y="193534"/>
                  </a:lnTo>
                  <a:lnTo>
                    <a:pt x="93399" y="193085"/>
                  </a:lnTo>
                  <a:lnTo>
                    <a:pt x="89208" y="192487"/>
                  </a:lnTo>
                  <a:lnTo>
                    <a:pt x="85017" y="191589"/>
                  </a:lnTo>
                  <a:lnTo>
                    <a:pt x="80976" y="190541"/>
                  </a:lnTo>
                  <a:lnTo>
                    <a:pt x="76935" y="189343"/>
                  </a:lnTo>
                  <a:lnTo>
                    <a:pt x="72893" y="187996"/>
                  </a:lnTo>
                  <a:lnTo>
                    <a:pt x="69151" y="186350"/>
                  </a:lnTo>
                  <a:lnTo>
                    <a:pt x="65409" y="184554"/>
                  </a:lnTo>
                  <a:lnTo>
                    <a:pt x="61667" y="182758"/>
                  </a:lnTo>
                  <a:lnTo>
                    <a:pt x="58075" y="180662"/>
                  </a:lnTo>
                  <a:lnTo>
                    <a:pt x="54633" y="178417"/>
                  </a:lnTo>
                  <a:lnTo>
                    <a:pt x="51340" y="176022"/>
                  </a:lnTo>
                  <a:lnTo>
                    <a:pt x="48196" y="173477"/>
                  </a:lnTo>
                  <a:lnTo>
                    <a:pt x="45053" y="170783"/>
                  </a:lnTo>
                  <a:lnTo>
                    <a:pt x="42060" y="167939"/>
                  </a:lnTo>
                  <a:lnTo>
                    <a:pt x="39216" y="164946"/>
                  </a:lnTo>
                  <a:lnTo>
                    <a:pt x="36522" y="161952"/>
                  </a:lnTo>
                  <a:lnTo>
                    <a:pt x="33977" y="158809"/>
                  </a:lnTo>
                  <a:lnTo>
                    <a:pt x="31582" y="155366"/>
                  </a:lnTo>
                  <a:lnTo>
                    <a:pt x="29187" y="152073"/>
                  </a:lnTo>
                  <a:lnTo>
                    <a:pt x="27092" y="148481"/>
                  </a:lnTo>
                  <a:lnTo>
                    <a:pt x="25146" y="144889"/>
                  </a:lnTo>
                  <a:lnTo>
                    <a:pt x="23350" y="141147"/>
                  </a:lnTo>
                  <a:lnTo>
                    <a:pt x="21853" y="137255"/>
                  </a:lnTo>
                  <a:lnTo>
                    <a:pt x="20356" y="133364"/>
                  </a:lnTo>
                  <a:lnTo>
                    <a:pt x="19159" y="129322"/>
                  </a:lnTo>
                  <a:lnTo>
                    <a:pt x="18111" y="125281"/>
                  </a:lnTo>
                  <a:lnTo>
                    <a:pt x="17213" y="121090"/>
                  </a:lnTo>
                  <a:lnTo>
                    <a:pt x="16465" y="116899"/>
                  </a:lnTo>
                  <a:lnTo>
                    <a:pt x="16016" y="112558"/>
                  </a:lnTo>
                  <a:lnTo>
                    <a:pt x="15716" y="108218"/>
                  </a:lnTo>
                  <a:close/>
                  <a:moveTo>
                    <a:pt x="193684" y="107469"/>
                  </a:moveTo>
                  <a:lnTo>
                    <a:pt x="193534" y="111810"/>
                  </a:lnTo>
                  <a:lnTo>
                    <a:pt x="193085" y="116001"/>
                  </a:lnTo>
                  <a:lnTo>
                    <a:pt x="192337" y="120342"/>
                  </a:lnTo>
                  <a:lnTo>
                    <a:pt x="191588" y="124383"/>
                  </a:lnTo>
                  <a:lnTo>
                    <a:pt x="190541" y="128574"/>
                  </a:lnTo>
                  <a:lnTo>
                    <a:pt x="189343" y="132615"/>
                  </a:lnTo>
                  <a:lnTo>
                    <a:pt x="187846" y="136507"/>
                  </a:lnTo>
                  <a:lnTo>
                    <a:pt x="186350" y="140399"/>
                  </a:lnTo>
                  <a:lnTo>
                    <a:pt x="184553" y="144140"/>
                  </a:lnTo>
                  <a:lnTo>
                    <a:pt x="182608" y="147733"/>
                  </a:lnTo>
                  <a:lnTo>
                    <a:pt x="180512" y="151325"/>
                  </a:lnTo>
                  <a:lnTo>
                    <a:pt x="178267" y="154768"/>
                  </a:lnTo>
                  <a:lnTo>
                    <a:pt x="175872" y="158061"/>
                  </a:lnTo>
                  <a:lnTo>
                    <a:pt x="173477" y="161354"/>
                  </a:lnTo>
                  <a:lnTo>
                    <a:pt x="170783" y="164347"/>
                  </a:lnTo>
                  <a:lnTo>
                    <a:pt x="167939" y="167341"/>
                  </a:lnTo>
                  <a:lnTo>
                    <a:pt x="164946" y="170185"/>
                  </a:lnTo>
                  <a:lnTo>
                    <a:pt x="161952" y="172879"/>
                  </a:lnTo>
                  <a:lnTo>
                    <a:pt x="158659" y="175573"/>
                  </a:lnTo>
                  <a:lnTo>
                    <a:pt x="155366" y="177968"/>
                  </a:lnTo>
                  <a:lnTo>
                    <a:pt x="151924" y="180213"/>
                  </a:lnTo>
                  <a:lnTo>
                    <a:pt x="148481" y="182309"/>
                  </a:lnTo>
                  <a:lnTo>
                    <a:pt x="144739" y="184254"/>
                  </a:lnTo>
                  <a:lnTo>
                    <a:pt x="140997" y="186050"/>
                  </a:lnTo>
                  <a:lnTo>
                    <a:pt x="137255" y="187697"/>
                  </a:lnTo>
                  <a:lnTo>
                    <a:pt x="133214" y="189044"/>
                  </a:lnTo>
                  <a:lnTo>
                    <a:pt x="129322" y="190391"/>
                  </a:lnTo>
                  <a:lnTo>
                    <a:pt x="125131" y="191439"/>
                  </a:lnTo>
                  <a:lnTo>
                    <a:pt x="121090" y="192337"/>
                  </a:lnTo>
                  <a:lnTo>
                    <a:pt x="116899" y="192936"/>
                  </a:lnTo>
                  <a:lnTo>
                    <a:pt x="112558" y="193385"/>
                  </a:lnTo>
                  <a:lnTo>
                    <a:pt x="108217" y="193684"/>
                  </a:lnTo>
                  <a:lnTo>
                    <a:pt x="108816" y="189792"/>
                  </a:lnTo>
                  <a:lnTo>
                    <a:pt x="112109" y="189493"/>
                  </a:lnTo>
                  <a:lnTo>
                    <a:pt x="115552" y="189194"/>
                  </a:lnTo>
                  <a:lnTo>
                    <a:pt x="118845" y="188745"/>
                  </a:lnTo>
                  <a:lnTo>
                    <a:pt x="122138" y="187996"/>
                  </a:lnTo>
                  <a:lnTo>
                    <a:pt x="125430" y="187398"/>
                  </a:lnTo>
                  <a:lnTo>
                    <a:pt x="127077" y="186949"/>
                  </a:lnTo>
                  <a:lnTo>
                    <a:pt x="128424" y="186500"/>
                  </a:lnTo>
                  <a:lnTo>
                    <a:pt x="128873" y="186350"/>
                  </a:lnTo>
                  <a:lnTo>
                    <a:pt x="132615" y="185152"/>
                  </a:lnTo>
                  <a:lnTo>
                    <a:pt x="136357" y="183805"/>
                  </a:lnTo>
                  <a:lnTo>
                    <a:pt x="139949" y="182309"/>
                  </a:lnTo>
                  <a:lnTo>
                    <a:pt x="143392" y="180512"/>
                  </a:lnTo>
                  <a:lnTo>
                    <a:pt x="144290" y="180063"/>
                  </a:lnTo>
                  <a:lnTo>
                    <a:pt x="144889" y="179764"/>
                  </a:lnTo>
                  <a:lnTo>
                    <a:pt x="148182" y="177968"/>
                  </a:lnTo>
                  <a:lnTo>
                    <a:pt x="151025" y="176321"/>
                  </a:lnTo>
                  <a:lnTo>
                    <a:pt x="152223" y="175573"/>
                  </a:lnTo>
                  <a:lnTo>
                    <a:pt x="153420" y="174675"/>
                  </a:lnTo>
                  <a:lnTo>
                    <a:pt x="153869" y="174376"/>
                  </a:lnTo>
                  <a:lnTo>
                    <a:pt x="153720" y="174226"/>
                  </a:lnTo>
                  <a:lnTo>
                    <a:pt x="156863" y="171981"/>
                  </a:lnTo>
                  <a:lnTo>
                    <a:pt x="160006" y="169436"/>
                  </a:lnTo>
                  <a:lnTo>
                    <a:pt x="161952" y="167790"/>
                  </a:lnTo>
                  <a:lnTo>
                    <a:pt x="164047" y="165694"/>
                  </a:lnTo>
                  <a:lnTo>
                    <a:pt x="165993" y="163748"/>
                  </a:lnTo>
                  <a:lnTo>
                    <a:pt x="168089" y="161503"/>
                  </a:lnTo>
                  <a:lnTo>
                    <a:pt x="169885" y="159408"/>
                  </a:lnTo>
                  <a:lnTo>
                    <a:pt x="170633" y="158510"/>
                  </a:lnTo>
                  <a:lnTo>
                    <a:pt x="172579" y="156115"/>
                  </a:lnTo>
                  <a:lnTo>
                    <a:pt x="173777" y="154468"/>
                  </a:lnTo>
                  <a:lnTo>
                    <a:pt x="174226" y="153870"/>
                  </a:lnTo>
                  <a:lnTo>
                    <a:pt x="175872" y="151325"/>
                  </a:lnTo>
                  <a:lnTo>
                    <a:pt x="177519" y="148781"/>
                  </a:lnTo>
                  <a:lnTo>
                    <a:pt x="179015" y="146236"/>
                  </a:lnTo>
                  <a:lnTo>
                    <a:pt x="180362" y="143542"/>
                  </a:lnTo>
                  <a:lnTo>
                    <a:pt x="181710" y="140848"/>
                  </a:lnTo>
                  <a:lnTo>
                    <a:pt x="183057" y="138153"/>
                  </a:lnTo>
                  <a:lnTo>
                    <a:pt x="184104" y="135309"/>
                  </a:lnTo>
                  <a:lnTo>
                    <a:pt x="185152" y="132466"/>
                  </a:lnTo>
                  <a:lnTo>
                    <a:pt x="186200" y="129472"/>
                  </a:lnTo>
                  <a:lnTo>
                    <a:pt x="186948" y="126478"/>
                  </a:lnTo>
                  <a:lnTo>
                    <a:pt x="187697" y="123485"/>
                  </a:lnTo>
                  <a:lnTo>
                    <a:pt x="188295" y="120491"/>
                  </a:lnTo>
                  <a:lnTo>
                    <a:pt x="188894" y="117498"/>
                  </a:lnTo>
                  <a:lnTo>
                    <a:pt x="189343" y="114354"/>
                  </a:lnTo>
                  <a:lnTo>
                    <a:pt x="189642" y="111211"/>
                  </a:lnTo>
                  <a:lnTo>
                    <a:pt x="189792" y="108068"/>
                  </a:lnTo>
                  <a:lnTo>
                    <a:pt x="193684" y="107469"/>
                  </a:lnTo>
                  <a:close/>
                  <a:moveTo>
                    <a:pt x="104925" y="105972"/>
                  </a:moveTo>
                  <a:lnTo>
                    <a:pt x="105523" y="106571"/>
                  </a:lnTo>
                  <a:lnTo>
                    <a:pt x="107020" y="108068"/>
                  </a:lnTo>
                  <a:lnTo>
                    <a:pt x="107170" y="108218"/>
                  </a:lnTo>
                  <a:lnTo>
                    <a:pt x="108217" y="109265"/>
                  </a:lnTo>
                  <a:lnTo>
                    <a:pt x="108367" y="109415"/>
                  </a:lnTo>
                  <a:lnTo>
                    <a:pt x="104925" y="109415"/>
                  </a:lnTo>
                  <a:lnTo>
                    <a:pt x="104775" y="109565"/>
                  </a:lnTo>
                  <a:lnTo>
                    <a:pt x="103278" y="109565"/>
                  </a:lnTo>
                  <a:lnTo>
                    <a:pt x="102679" y="109714"/>
                  </a:lnTo>
                  <a:lnTo>
                    <a:pt x="102530" y="109714"/>
                  </a:lnTo>
                  <a:lnTo>
                    <a:pt x="102530" y="109864"/>
                  </a:lnTo>
                  <a:lnTo>
                    <a:pt x="102530" y="110014"/>
                  </a:lnTo>
                  <a:lnTo>
                    <a:pt x="102679" y="110014"/>
                  </a:lnTo>
                  <a:lnTo>
                    <a:pt x="103877" y="110163"/>
                  </a:lnTo>
                  <a:lnTo>
                    <a:pt x="104326" y="110163"/>
                  </a:lnTo>
                  <a:lnTo>
                    <a:pt x="105523" y="110313"/>
                  </a:lnTo>
                  <a:lnTo>
                    <a:pt x="109265" y="110313"/>
                  </a:lnTo>
                  <a:lnTo>
                    <a:pt x="110612" y="111511"/>
                  </a:lnTo>
                  <a:lnTo>
                    <a:pt x="110612" y="111660"/>
                  </a:lnTo>
                  <a:lnTo>
                    <a:pt x="111361" y="112259"/>
                  </a:lnTo>
                  <a:lnTo>
                    <a:pt x="111510" y="112409"/>
                  </a:lnTo>
                  <a:lnTo>
                    <a:pt x="111959" y="112858"/>
                  </a:lnTo>
                  <a:lnTo>
                    <a:pt x="109265" y="112708"/>
                  </a:lnTo>
                  <a:lnTo>
                    <a:pt x="106571" y="112558"/>
                  </a:lnTo>
                  <a:lnTo>
                    <a:pt x="106421" y="112558"/>
                  </a:lnTo>
                  <a:lnTo>
                    <a:pt x="105673" y="112708"/>
                  </a:lnTo>
                  <a:lnTo>
                    <a:pt x="104326" y="112708"/>
                  </a:lnTo>
                  <a:lnTo>
                    <a:pt x="103278" y="112858"/>
                  </a:lnTo>
                  <a:lnTo>
                    <a:pt x="102979" y="112858"/>
                  </a:lnTo>
                  <a:lnTo>
                    <a:pt x="101781" y="113007"/>
                  </a:lnTo>
                  <a:lnTo>
                    <a:pt x="101781" y="113157"/>
                  </a:lnTo>
                  <a:lnTo>
                    <a:pt x="103727" y="113456"/>
                  </a:lnTo>
                  <a:lnTo>
                    <a:pt x="104475" y="113456"/>
                  </a:lnTo>
                  <a:lnTo>
                    <a:pt x="105673" y="113606"/>
                  </a:lnTo>
                  <a:lnTo>
                    <a:pt x="109116" y="113456"/>
                  </a:lnTo>
                  <a:lnTo>
                    <a:pt x="112408" y="113307"/>
                  </a:lnTo>
                  <a:lnTo>
                    <a:pt x="115851" y="116600"/>
                  </a:lnTo>
                  <a:lnTo>
                    <a:pt x="116599" y="117198"/>
                  </a:lnTo>
                  <a:lnTo>
                    <a:pt x="117048" y="117647"/>
                  </a:lnTo>
                  <a:lnTo>
                    <a:pt x="116749" y="119444"/>
                  </a:lnTo>
                  <a:lnTo>
                    <a:pt x="116300" y="119294"/>
                  </a:lnTo>
                  <a:lnTo>
                    <a:pt x="115552" y="119294"/>
                  </a:lnTo>
                  <a:lnTo>
                    <a:pt x="113157" y="119144"/>
                  </a:lnTo>
                  <a:lnTo>
                    <a:pt x="110762" y="119144"/>
                  </a:lnTo>
                  <a:lnTo>
                    <a:pt x="105972" y="119294"/>
                  </a:lnTo>
                  <a:lnTo>
                    <a:pt x="103577" y="119294"/>
                  </a:lnTo>
                  <a:lnTo>
                    <a:pt x="103428" y="119444"/>
                  </a:lnTo>
                  <a:lnTo>
                    <a:pt x="103428" y="119593"/>
                  </a:lnTo>
                  <a:lnTo>
                    <a:pt x="103428" y="119743"/>
                  </a:lnTo>
                  <a:lnTo>
                    <a:pt x="104625" y="119743"/>
                  </a:lnTo>
                  <a:lnTo>
                    <a:pt x="105523" y="119893"/>
                  </a:lnTo>
                  <a:lnTo>
                    <a:pt x="106721" y="119893"/>
                  </a:lnTo>
                  <a:lnTo>
                    <a:pt x="111061" y="120042"/>
                  </a:lnTo>
                  <a:lnTo>
                    <a:pt x="113307" y="120042"/>
                  </a:lnTo>
                  <a:lnTo>
                    <a:pt x="115402" y="119893"/>
                  </a:lnTo>
                  <a:lnTo>
                    <a:pt x="116150" y="119743"/>
                  </a:lnTo>
                  <a:lnTo>
                    <a:pt x="116749" y="119743"/>
                  </a:lnTo>
                  <a:lnTo>
                    <a:pt x="115851" y="126628"/>
                  </a:lnTo>
                  <a:lnTo>
                    <a:pt x="115701" y="127227"/>
                  </a:lnTo>
                  <a:lnTo>
                    <a:pt x="115552" y="127975"/>
                  </a:lnTo>
                  <a:lnTo>
                    <a:pt x="112857" y="147733"/>
                  </a:lnTo>
                  <a:lnTo>
                    <a:pt x="112708" y="149230"/>
                  </a:lnTo>
                  <a:lnTo>
                    <a:pt x="111660" y="156414"/>
                  </a:lnTo>
                  <a:lnTo>
                    <a:pt x="111510" y="158210"/>
                  </a:lnTo>
                  <a:lnTo>
                    <a:pt x="109265" y="174376"/>
                  </a:lnTo>
                  <a:lnTo>
                    <a:pt x="109116" y="175423"/>
                  </a:lnTo>
                  <a:lnTo>
                    <a:pt x="107619" y="186350"/>
                  </a:lnTo>
                  <a:lnTo>
                    <a:pt x="107170" y="189792"/>
                  </a:lnTo>
                  <a:lnTo>
                    <a:pt x="106571" y="193834"/>
                  </a:lnTo>
                  <a:lnTo>
                    <a:pt x="106122" y="197127"/>
                  </a:lnTo>
                  <a:lnTo>
                    <a:pt x="105673" y="199971"/>
                  </a:lnTo>
                  <a:lnTo>
                    <a:pt x="105224" y="203713"/>
                  </a:lnTo>
                  <a:lnTo>
                    <a:pt x="104625" y="199971"/>
                  </a:lnTo>
                  <a:lnTo>
                    <a:pt x="104176" y="197127"/>
                  </a:lnTo>
                  <a:lnTo>
                    <a:pt x="103727" y="193834"/>
                  </a:lnTo>
                  <a:lnTo>
                    <a:pt x="103128" y="189792"/>
                  </a:lnTo>
                  <a:lnTo>
                    <a:pt x="102530" y="186350"/>
                  </a:lnTo>
                  <a:lnTo>
                    <a:pt x="100883" y="175423"/>
                  </a:lnTo>
                  <a:lnTo>
                    <a:pt x="100734" y="174525"/>
                  </a:lnTo>
                  <a:lnTo>
                    <a:pt x="98339" y="158210"/>
                  </a:lnTo>
                  <a:lnTo>
                    <a:pt x="98039" y="156414"/>
                  </a:lnTo>
                  <a:lnTo>
                    <a:pt x="96992" y="149379"/>
                  </a:lnTo>
                  <a:lnTo>
                    <a:pt x="96692" y="147733"/>
                  </a:lnTo>
                  <a:lnTo>
                    <a:pt x="93848" y="128724"/>
                  </a:lnTo>
                  <a:lnTo>
                    <a:pt x="93699" y="127975"/>
                  </a:lnTo>
                  <a:lnTo>
                    <a:pt x="93699" y="127376"/>
                  </a:lnTo>
                  <a:lnTo>
                    <a:pt x="93100" y="124084"/>
                  </a:lnTo>
                  <a:lnTo>
                    <a:pt x="93100" y="123485"/>
                  </a:lnTo>
                  <a:lnTo>
                    <a:pt x="92501" y="119743"/>
                  </a:lnTo>
                  <a:lnTo>
                    <a:pt x="92501" y="119444"/>
                  </a:lnTo>
                  <a:lnTo>
                    <a:pt x="92352" y="118845"/>
                  </a:lnTo>
                  <a:lnTo>
                    <a:pt x="92651" y="118845"/>
                  </a:lnTo>
                  <a:lnTo>
                    <a:pt x="92950" y="118545"/>
                  </a:lnTo>
                  <a:lnTo>
                    <a:pt x="93549" y="117797"/>
                  </a:lnTo>
                  <a:lnTo>
                    <a:pt x="93848" y="117498"/>
                  </a:lnTo>
                  <a:lnTo>
                    <a:pt x="95495" y="115702"/>
                  </a:lnTo>
                  <a:lnTo>
                    <a:pt x="95644" y="115702"/>
                  </a:lnTo>
                  <a:lnTo>
                    <a:pt x="97141" y="113905"/>
                  </a:lnTo>
                  <a:lnTo>
                    <a:pt x="97291" y="113905"/>
                  </a:lnTo>
                  <a:lnTo>
                    <a:pt x="98937" y="112109"/>
                  </a:lnTo>
                  <a:lnTo>
                    <a:pt x="99237" y="111660"/>
                  </a:lnTo>
                  <a:lnTo>
                    <a:pt x="99386" y="112409"/>
                  </a:lnTo>
                  <a:lnTo>
                    <a:pt x="99386" y="112558"/>
                  </a:lnTo>
                  <a:lnTo>
                    <a:pt x="99386" y="113606"/>
                  </a:lnTo>
                  <a:lnTo>
                    <a:pt x="99536" y="113756"/>
                  </a:lnTo>
                  <a:lnTo>
                    <a:pt x="99686" y="113606"/>
                  </a:lnTo>
                  <a:lnTo>
                    <a:pt x="99835" y="113007"/>
                  </a:lnTo>
                  <a:lnTo>
                    <a:pt x="99835" y="112858"/>
                  </a:lnTo>
                  <a:lnTo>
                    <a:pt x="99985" y="111062"/>
                  </a:lnTo>
                  <a:lnTo>
                    <a:pt x="100584" y="110313"/>
                  </a:lnTo>
                  <a:lnTo>
                    <a:pt x="100734" y="110163"/>
                  </a:lnTo>
                  <a:lnTo>
                    <a:pt x="102230" y="108517"/>
                  </a:lnTo>
                  <a:lnTo>
                    <a:pt x="102380" y="108367"/>
                  </a:lnTo>
                  <a:lnTo>
                    <a:pt x="104176" y="106421"/>
                  </a:lnTo>
                  <a:lnTo>
                    <a:pt x="104775" y="105972"/>
                  </a:lnTo>
                  <a:close/>
                  <a:moveTo>
                    <a:pt x="103428" y="0"/>
                  </a:moveTo>
                  <a:lnTo>
                    <a:pt x="101632" y="12423"/>
                  </a:lnTo>
                  <a:lnTo>
                    <a:pt x="97141" y="12573"/>
                  </a:lnTo>
                  <a:lnTo>
                    <a:pt x="92651" y="13172"/>
                  </a:lnTo>
                  <a:lnTo>
                    <a:pt x="88161" y="13770"/>
                  </a:lnTo>
                  <a:lnTo>
                    <a:pt x="83820" y="14669"/>
                  </a:lnTo>
                  <a:lnTo>
                    <a:pt x="79629" y="15866"/>
                  </a:lnTo>
                  <a:lnTo>
                    <a:pt x="75288" y="17063"/>
                  </a:lnTo>
                  <a:lnTo>
                    <a:pt x="71247" y="18560"/>
                  </a:lnTo>
                  <a:lnTo>
                    <a:pt x="67206" y="20207"/>
                  </a:lnTo>
                  <a:lnTo>
                    <a:pt x="63314" y="22152"/>
                  </a:lnTo>
                  <a:lnTo>
                    <a:pt x="59572" y="24098"/>
                  </a:lnTo>
                  <a:lnTo>
                    <a:pt x="55830" y="26343"/>
                  </a:lnTo>
                  <a:lnTo>
                    <a:pt x="52238" y="28738"/>
                  </a:lnTo>
                  <a:lnTo>
                    <a:pt x="48795" y="31283"/>
                  </a:lnTo>
                  <a:lnTo>
                    <a:pt x="45353" y="33977"/>
                  </a:lnTo>
                  <a:lnTo>
                    <a:pt x="42209" y="36821"/>
                  </a:lnTo>
                  <a:lnTo>
                    <a:pt x="39066" y="39665"/>
                  </a:lnTo>
                  <a:lnTo>
                    <a:pt x="36072" y="42808"/>
                  </a:lnTo>
                  <a:lnTo>
                    <a:pt x="33378" y="46101"/>
                  </a:lnTo>
                  <a:lnTo>
                    <a:pt x="30684" y="49394"/>
                  </a:lnTo>
                  <a:lnTo>
                    <a:pt x="28140" y="52986"/>
                  </a:lnTo>
                  <a:lnTo>
                    <a:pt x="25894" y="56579"/>
                  </a:lnTo>
                  <a:lnTo>
                    <a:pt x="23649" y="60320"/>
                  </a:lnTo>
                  <a:lnTo>
                    <a:pt x="21703" y="64212"/>
                  </a:lnTo>
                  <a:lnTo>
                    <a:pt x="19907" y="68104"/>
                  </a:lnTo>
                  <a:lnTo>
                    <a:pt x="18261" y="72145"/>
                  </a:lnTo>
                  <a:lnTo>
                    <a:pt x="16764" y="76186"/>
                  </a:lnTo>
                  <a:lnTo>
                    <a:pt x="15567" y="80527"/>
                  </a:lnTo>
                  <a:lnTo>
                    <a:pt x="14519" y="84718"/>
                  </a:lnTo>
                  <a:lnTo>
                    <a:pt x="13621" y="89059"/>
                  </a:lnTo>
                  <a:lnTo>
                    <a:pt x="12872" y="93549"/>
                  </a:lnTo>
                  <a:lnTo>
                    <a:pt x="12573" y="98039"/>
                  </a:lnTo>
                  <a:lnTo>
                    <a:pt x="12274" y="102680"/>
                  </a:lnTo>
                  <a:lnTo>
                    <a:pt x="0" y="104476"/>
                  </a:lnTo>
                  <a:lnTo>
                    <a:pt x="0" y="106122"/>
                  </a:lnTo>
                  <a:lnTo>
                    <a:pt x="12274" y="107769"/>
                  </a:lnTo>
                  <a:lnTo>
                    <a:pt x="12573" y="112409"/>
                  </a:lnTo>
                  <a:lnTo>
                    <a:pt x="13022" y="116899"/>
                  </a:lnTo>
                  <a:lnTo>
                    <a:pt x="13770" y="121240"/>
                  </a:lnTo>
                  <a:lnTo>
                    <a:pt x="14668" y="125580"/>
                  </a:lnTo>
                  <a:lnTo>
                    <a:pt x="15716" y="129921"/>
                  </a:lnTo>
                  <a:lnTo>
                    <a:pt x="17063" y="134112"/>
                  </a:lnTo>
                  <a:lnTo>
                    <a:pt x="18560" y="138153"/>
                  </a:lnTo>
                  <a:lnTo>
                    <a:pt x="20207" y="142195"/>
                  </a:lnTo>
                  <a:lnTo>
                    <a:pt x="22003" y="146086"/>
                  </a:lnTo>
                  <a:lnTo>
                    <a:pt x="24098" y="149978"/>
                  </a:lnTo>
                  <a:lnTo>
                    <a:pt x="26343" y="153720"/>
                  </a:lnTo>
                  <a:lnTo>
                    <a:pt x="28589" y="157312"/>
                  </a:lnTo>
                  <a:lnTo>
                    <a:pt x="31133" y="160755"/>
                  </a:lnTo>
                  <a:lnTo>
                    <a:pt x="33827" y="164048"/>
                  </a:lnTo>
                  <a:lnTo>
                    <a:pt x="36671" y="167341"/>
                  </a:lnTo>
                  <a:lnTo>
                    <a:pt x="39665" y="170334"/>
                  </a:lnTo>
                  <a:lnTo>
                    <a:pt x="42808" y="173328"/>
                  </a:lnTo>
                  <a:lnTo>
                    <a:pt x="46101" y="176172"/>
                  </a:lnTo>
                  <a:lnTo>
                    <a:pt x="49394" y="178716"/>
                  </a:lnTo>
                  <a:lnTo>
                    <a:pt x="52836" y="181261"/>
                  </a:lnTo>
                  <a:lnTo>
                    <a:pt x="56578" y="183656"/>
                  </a:lnTo>
                  <a:lnTo>
                    <a:pt x="60320" y="185751"/>
                  </a:lnTo>
                  <a:lnTo>
                    <a:pt x="64062" y="187847"/>
                  </a:lnTo>
                  <a:lnTo>
                    <a:pt x="68104" y="189643"/>
                  </a:lnTo>
                  <a:lnTo>
                    <a:pt x="71995" y="191289"/>
                  </a:lnTo>
                  <a:lnTo>
                    <a:pt x="76186" y="192636"/>
                  </a:lnTo>
                  <a:lnTo>
                    <a:pt x="80377" y="193983"/>
                  </a:lnTo>
                  <a:lnTo>
                    <a:pt x="84718" y="195031"/>
                  </a:lnTo>
                  <a:lnTo>
                    <a:pt x="89059" y="195929"/>
                  </a:lnTo>
                  <a:lnTo>
                    <a:pt x="93549" y="196528"/>
                  </a:lnTo>
                  <a:lnTo>
                    <a:pt x="98039" y="196977"/>
                  </a:lnTo>
                  <a:lnTo>
                    <a:pt x="102530" y="197127"/>
                  </a:lnTo>
                  <a:lnTo>
                    <a:pt x="104475" y="209550"/>
                  </a:lnTo>
                  <a:lnTo>
                    <a:pt x="105972" y="209550"/>
                  </a:lnTo>
                  <a:lnTo>
                    <a:pt x="107768" y="197127"/>
                  </a:lnTo>
                  <a:lnTo>
                    <a:pt x="112259" y="196827"/>
                  </a:lnTo>
                  <a:lnTo>
                    <a:pt x="116749" y="196378"/>
                  </a:lnTo>
                  <a:lnTo>
                    <a:pt x="121239" y="195630"/>
                  </a:lnTo>
                  <a:lnTo>
                    <a:pt x="125580" y="194732"/>
                  </a:lnTo>
                  <a:lnTo>
                    <a:pt x="129771" y="193684"/>
                  </a:lnTo>
                  <a:lnTo>
                    <a:pt x="133962" y="192337"/>
                  </a:lnTo>
                  <a:lnTo>
                    <a:pt x="138153" y="190990"/>
                  </a:lnTo>
                  <a:lnTo>
                    <a:pt x="142194" y="189194"/>
                  </a:lnTo>
                  <a:lnTo>
                    <a:pt x="146086" y="187398"/>
                  </a:lnTo>
                  <a:lnTo>
                    <a:pt x="149828" y="185302"/>
                  </a:lnTo>
                  <a:lnTo>
                    <a:pt x="153570" y="183207"/>
                  </a:lnTo>
                  <a:lnTo>
                    <a:pt x="157162" y="180812"/>
                  </a:lnTo>
                  <a:lnTo>
                    <a:pt x="160605" y="178267"/>
                  </a:lnTo>
                  <a:lnTo>
                    <a:pt x="164047" y="175573"/>
                  </a:lnTo>
                  <a:lnTo>
                    <a:pt x="167191" y="172729"/>
                  </a:lnTo>
                  <a:lnTo>
                    <a:pt x="170334" y="169736"/>
                  </a:lnTo>
                  <a:lnTo>
                    <a:pt x="173328" y="166592"/>
                  </a:lnTo>
                  <a:lnTo>
                    <a:pt x="176022" y="163449"/>
                  </a:lnTo>
                  <a:lnTo>
                    <a:pt x="178716" y="160006"/>
                  </a:lnTo>
                  <a:lnTo>
                    <a:pt x="181260" y="156564"/>
                  </a:lnTo>
                  <a:lnTo>
                    <a:pt x="183506" y="152972"/>
                  </a:lnTo>
                  <a:lnTo>
                    <a:pt x="185751" y="149230"/>
                  </a:lnTo>
                  <a:lnTo>
                    <a:pt x="187697" y="145338"/>
                  </a:lnTo>
                  <a:lnTo>
                    <a:pt x="189493" y="141446"/>
                  </a:lnTo>
                  <a:lnTo>
                    <a:pt x="191139" y="137405"/>
                  </a:lnTo>
                  <a:lnTo>
                    <a:pt x="192636" y="133214"/>
                  </a:lnTo>
                  <a:lnTo>
                    <a:pt x="193833" y="129023"/>
                  </a:lnTo>
                  <a:lnTo>
                    <a:pt x="194881" y="124682"/>
                  </a:lnTo>
                  <a:lnTo>
                    <a:pt x="195779" y="120342"/>
                  </a:lnTo>
                  <a:lnTo>
                    <a:pt x="196378" y="116001"/>
                  </a:lnTo>
                  <a:lnTo>
                    <a:pt x="196827" y="111511"/>
                  </a:lnTo>
                  <a:lnTo>
                    <a:pt x="197126" y="106871"/>
                  </a:lnTo>
                  <a:lnTo>
                    <a:pt x="209400" y="105074"/>
                  </a:lnTo>
                  <a:lnTo>
                    <a:pt x="209400" y="103428"/>
                  </a:lnTo>
                  <a:lnTo>
                    <a:pt x="197126" y="101781"/>
                  </a:lnTo>
                  <a:lnTo>
                    <a:pt x="196827" y="97141"/>
                  </a:lnTo>
                  <a:lnTo>
                    <a:pt x="196378" y="92651"/>
                  </a:lnTo>
                  <a:lnTo>
                    <a:pt x="195630" y="88310"/>
                  </a:lnTo>
                  <a:lnTo>
                    <a:pt x="194732" y="83820"/>
                  </a:lnTo>
                  <a:lnTo>
                    <a:pt x="193684" y="79629"/>
                  </a:lnTo>
                  <a:lnTo>
                    <a:pt x="192337" y="75438"/>
                  </a:lnTo>
                  <a:lnTo>
                    <a:pt x="190840" y="71247"/>
                  </a:lnTo>
                  <a:lnTo>
                    <a:pt x="189193" y="67355"/>
                  </a:lnTo>
                  <a:lnTo>
                    <a:pt x="187397" y="63314"/>
                  </a:lnTo>
                  <a:lnTo>
                    <a:pt x="185302" y="59572"/>
                  </a:lnTo>
                  <a:lnTo>
                    <a:pt x="183057" y="55830"/>
                  </a:lnTo>
                  <a:lnTo>
                    <a:pt x="180662" y="52238"/>
                  </a:lnTo>
                  <a:lnTo>
                    <a:pt x="178267" y="48795"/>
                  </a:lnTo>
                  <a:lnTo>
                    <a:pt x="175573" y="45502"/>
                  </a:lnTo>
                  <a:lnTo>
                    <a:pt x="172729" y="42209"/>
                  </a:lnTo>
                  <a:lnTo>
                    <a:pt x="169735" y="39066"/>
                  </a:lnTo>
                  <a:lnTo>
                    <a:pt x="166592" y="36222"/>
                  </a:lnTo>
                  <a:lnTo>
                    <a:pt x="163299" y="33378"/>
                  </a:lnTo>
                  <a:lnTo>
                    <a:pt x="160006" y="30684"/>
                  </a:lnTo>
                  <a:lnTo>
                    <a:pt x="156414" y="28289"/>
                  </a:lnTo>
                  <a:lnTo>
                    <a:pt x="152822" y="25894"/>
                  </a:lnTo>
                  <a:lnTo>
                    <a:pt x="149080" y="23799"/>
                  </a:lnTo>
                  <a:lnTo>
                    <a:pt x="145338" y="21703"/>
                  </a:lnTo>
                  <a:lnTo>
                    <a:pt x="141296" y="19907"/>
                  </a:lnTo>
                  <a:lnTo>
                    <a:pt x="137405" y="18261"/>
                  </a:lnTo>
                  <a:lnTo>
                    <a:pt x="133214" y="16764"/>
                  </a:lnTo>
                  <a:lnTo>
                    <a:pt x="129023" y="15567"/>
                  </a:lnTo>
                  <a:lnTo>
                    <a:pt x="124682" y="14519"/>
                  </a:lnTo>
                  <a:lnTo>
                    <a:pt x="120341" y="13621"/>
                  </a:lnTo>
                  <a:lnTo>
                    <a:pt x="115851" y="13022"/>
                  </a:lnTo>
                  <a:lnTo>
                    <a:pt x="111361" y="12573"/>
                  </a:lnTo>
                  <a:lnTo>
                    <a:pt x="106870" y="12423"/>
                  </a:lnTo>
                  <a:lnTo>
                    <a:pt x="104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8" name="Google Shape;3088;p84"/>
            <p:cNvSpPr/>
            <p:nvPr/>
          </p:nvSpPr>
          <p:spPr>
            <a:xfrm>
              <a:off x="4088775" y="2591800"/>
              <a:ext cx="18725" cy="291900"/>
            </a:xfrm>
            <a:custGeom>
              <a:rect b="b" l="l" r="r" t="t"/>
              <a:pathLst>
                <a:path extrusionOk="0" h="11676" w="749">
                  <a:moveTo>
                    <a:pt x="299" y="1"/>
                  </a:moveTo>
                  <a:lnTo>
                    <a:pt x="299" y="151"/>
                  </a:lnTo>
                  <a:lnTo>
                    <a:pt x="0" y="4791"/>
                  </a:lnTo>
                  <a:lnTo>
                    <a:pt x="150" y="9281"/>
                  </a:lnTo>
                  <a:lnTo>
                    <a:pt x="150" y="9730"/>
                  </a:lnTo>
                  <a:lnTo>
                    <a:pt x="150" y="9880"/>
                  </a:lnTo>
                  <a:lnTo>
                    <a:pt x="150" y="10329"/>
                  </a:lnTo>
                  <a:lnTo>
                    <a:pt x="150" y="10628"/>
                  </a:lnTo>
                  <a:lnTo>
                    <a:pt x="150" y="11077"/>
                  </a:lnTo>
                  <a:lnTo>
                    <a:pt x="299" y="11526"/>
                  </a:lnTo>
                  <a:lnTo>
                    <a:pt x="299" y="11676"/>
                  </a:lnTo>
                  <a:lnTo>
                    <a:pt x="599" y="11676"/>
                  </a:lnTo>
                  <a:lnTo>
                    <a:pt x="599" y="11526"/>
                  </a:lnTo>
                  <a:lnTo>
                    <a:pt x="599" y="10927"/>
                  </a:lnTo>
                  <a:lnTo>
                    <a:pt x="599" y="10628"/>
                  </a:lnTo>
                  <a:lnTo>
                    <a:pt x="748" y="10329"/>
                  </a:lnTo>
                  <a:lnTo>
                    <a:pt x="748" y="9880"/>
                  </a:lnTo>
                  <a:lnTo>
                    <a:pt x="748" y="9730"/>
                  </a:lnTo>
                  <a:lnTo>
                    <a:pt x="748" y="9281"/>
                  </a:lnTo>
                  <a:lnTo>
                    <a:pt x="748" y="4791"/>
                  </a:lnTo>
                  <a:lnTo>
                    <a:pt x="599" y="15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9" name="Google Shape;3089;p84"/>
            <p:cNvSpPr/>
            <p:nvPr/>
          </p:nvSpPr>
          <p:spPr>
            <a:xfrm>
              <a:off x="4253400" y="2584325"/>
              <a:ext cx="15000" cy="276925"/>
            </a:xfrm>
            <a:custGeom>
              <a:rect b="b" l="l" r="r" t="t"/>
              <a:pathLst>
                <a:path extrusionOk="0" h="11077" w="600">
                  <a:moveTo>
                    <a:pt x="151" y="0"/>
                  </a:moveTo>
                  <a:lnTo>
                    <a:pt x="1" y="2096"/>
                  </a:lnTo>
                  <a:lnTo>
                    <a:pt x="1" y="4341"/>
                  </a:lnTo>
                  <a:lnTo>
                    <a:pt x="1" y="5389"/>
                  </a:lnTo>
                  <a:lnTo>
                    <a:pt x="1" y="6287"/>
                  </a:lnTo>
                  <a:lnTo>
                    <a:pt x="151" y="10927"/>
                  </a:lnTo>
                  <a:lnTo>
                    <a:pt x="151" y="11077"/>
                  </a:lnTo>
                  <a:lnTo>
                    <a:pt x="450" y="11077"/>
                  </a:lnTo>
                  <a:lnTo>
                    <a:pt x="450" y="10927"/>
                  </a:lnTo>
                  <a:lnTo>
                    <a:pt x="600" y="5389"/>
                  </a:lnTo>
                  <a:lnTo>
                    <a:pt x="600" y="4341"/>
                  </a:lnTo>
                  <a:lnTo>
                    <a:pt x="600" y="3293"/>
                  </a:lnTo>
                  <a:lnTo>
                    <a:pt x="600" y="1647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0" name="Google Shape;3090;p84"/>
            <p:cNvSpPr/>
            <p:nvPr/>
          </p:nvSpPr>
          <p:spPr>
            <a:xfrm>
              <a:off x="4328250" y="2595550"/>
              <a:ext cx="26225" cy="273200"/>
            </a:xfrm>
            <a:custGeom>
              <a:rect b="b" l="l" r="r" t="t"/>
              <a:pathLst>
                <a:path extrusionOk="0" h="10928" w="1049">
                  <a:moveTo>
                    <a:pt x="449" y="1"/>
                  </a:moveTo>
                  <a:lnTo>
                    <a:pt x="449" y="150"/>
                  </a:lnTo>
                  <a:lnTo>
                    <a:pt x="300" y="1348"/>
                  </a:lnTo>
                  <a:lnTo>
                    <a:pt x="0" y="3742"/>
                  </a:lnTo>
                  <a:lnTo>
                    <a:pt x="0" y="6137"/>
                  </a:lnTo>
                  <a:lnTo>
                    <a:pt x="150" y="8532"/>
                  </a:lnTo>
                  <a:lnTo>
                    <a:pt x="449" y="10777"/>
                  </a:lnTo>
                  <a:lnTo>
                    <a:pt x="599" y="10927"/>
                  </a:lnTo>
                  <a:lnTo>
                    <a:pt x="599" y="10777"/>
                  </a:lnTo>
                  <a:lnTo>
                    <a:pt x="899" y="8383"/>
                  </a:lnTo>
                  <a:lnTo>
                    <a:pt x="1048" y="5838"/>
                  </a:lnTo>
                  <a:lnTo>
                    <a:pt x="1048" y="3144"/>
                  </a:lnTo>
                  <a:lnTo>
                    <a:pt x="749" y="749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1" name="Google Shape;3091;p84"/>
            <p:cNvSpPr/>
            <p:nvPr/>
          </p:nvSpPr>
          <p:spPr>
            <a:xfrm>
              <a:off x="4410575" y="2599300"/>
              <a:ext cx="22475" cy="258200"/>
            </a:xfrm>
            <a:custGeom>
              <a:rect b="b" l="l" r="r" t="t"/>
              <a:pathLst>
                <a:path extrusionOk="0" h="10328" w="899">
                  <a:moveTo>
                    <a:pt x="300" y="0"/>
                  </a:moveTo>
                  <a:lnTo>
                    <a:pt x="300" y="150"/>
                  </a:lnTo>
                  <a:lnTo>
                    <a:pt x="150" y="2844"/>
                  </a:lnTo>
                  <a:lnTo>
                    <a:pt x="0" y="5538"/>
                  </a:lnTo>
                  <a:lnTo>
                    <a:pt x="0" y="7933"/>
                  </a:lnTo>
                  <a:lnTo>
                    <a:pt x="150" y="9131"/>
                  </a:lnTo>
                  <a:lnTo>
                    <a:pt x="449" y="10328"/>
                  </a:lnTo>
                  <a:lnTo>
                    <a:pt x="599" y="10328"/>
                  </a:lnTo>
                  <a:lnTo>
                    <a:pt x="749" y="9131"/>
                  </a:lnTo>
                  <a:lnTo>
                    <a:pt x="898" y="7933"/>
                  </a:lnTo>
                  <a:lnTo>
                    <a:pt x="898" y="5538"/>
                  </a:lnTo>
                  <a:lnTo>
                    <a:pt x="898" y="2844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2" name="Google Shape;3092;p84"/>
            <p:cNvSpPr/>
            <p:nvPr/>
          </p:nvSpPr>
          <p:spPr>
            <a:xfrm>
              <a:off x="4489150" y="261425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450" y="1"/>
                  </a:moveTo>
                  <a:lnTo>
                    <a:pt x="300" y="2396"/>
                  </a:lnTo>
                  <a:lnTo>
                    <a:pt x="1" y="4940"/>
                  </a:lnTo>
                  <a:lnTo>
                    <a:pt x="1" y="7335"/>
                  </a:lnTo>
                  <a:lnTo>
                    <a:pt x="150" y="8533"/>
                  </a:lnTo>
                  <a:lnTo>
                    <a:pt x="450" y="9580"/>
                  </a:lnTo>
                  <a:lnTo>
                    <a:pt x="599" y="9730"/>
                  </a:lnTo>
                  <a:lnTo>
                    <a:pt x="749" y="9580"/>
                  </a:lnTo>
                  <a:lnTo>
                    <a:pt x="899" y="8533"/>
                  </a:lnTo>
                  <a:lnTo>
                    <a:pt x="1048" y="7335"/>
                  </a:lnTo>
                  <a:lnTo>
                    <a:pt x="1198" y="4940"/>
                  </a:lnTo>
                  <a:lnTo>
                    <a:pt x="899" y="239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3" name="Google Shape;3093;p84"/>
            <p:cNvSpPr/>
            <p:nvPr/>
          </p:nvSpPr>
          <p:spPr>
            <a:xfrm>
              <a:off x="4571475" y="2621750"/>
              <a:ext cx="22475" cy="243250"/>
            </a:xfrm>
            <a:custGeom>
              <a:rect b="b" l="l" r="r" t="t"/>
              <a:pathLst>
                <a:path extrusionOk="0" h="9730" w="899">
                  <a:moveTo>
                    <a:pt x="450" y="0"/>
                  </a:moveTo>
                  <a:lnTo>
                    <a:pt x="300" y="150"/>
                  </a:lnTo>
                  <a:lnTo>
                    <a:pt x="300" y="300"/>
                  </a:lnTo>
                  <a:lnTo>
                    <a:pt x="150" y="2694"/>
                  </a:lnTo>
                  <a:lnTo>
                    <a:pt x="150" y="5239"/>
                  </a:lnTo>
                  <a:lnTo>
                    <a:pt x="1" y="7484"/>
                  </a:lnTo>
                  <a:lnTo>
                    <a:pt x="150" y="8532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599" y="9580"/>
                  </a:lnTo>
                  <a:lnTo>
                    <a:pt x="899" y="8532"/>
                  </a:lnTo>
                  <a:lnTo>
                    <a:pt x="899" y="7484"/>
                  </a:lnTo>
                  <a:lnTo>
                    <a:pt x="899" y="5239"/>
                  </a:lnTo>
                  <a:lnTo>
                    <a:pt x="899" y="2694"/>
                  </a:lnTo>
                  <a:lnTo>
                    <a:pt x="599" y="300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p84"/>
            <p:cNvSpPr/>
            <p:nvPr/>
          </p:nvSpPr>
          <p:spPr>
            <a:xfrm>
              <a:off x="4653800" y="2636700"/>
              <a:ext cx="22475" cy="232050"/>
            </a:xfrm>
            <a:custGeom>
              <a:rect b="b" l="l" r="r" t="t"/>
              <a:pathLst>
                <a:path extrusionOk="0" h="9282" w="899">
                  <a:moveTo>
                    <a:pt x="150" y="1"/>
                  </a:moveTo>
                  <a:lnTo>
                    <a:pt x="0" y="2246"/>
                  </a:lnTo>
                  <a:lnTo>
                    <a:pt x="0" y="4641"/>
                  </a:lnTo>
                  <a:lnTo>
                    <a:pt x="150" y="9131"/>
                  </a:lnTo>
                  <a:lnTo>
                    <a:pt x="300" y="9281"/>
                  </a:lnTo>
                  <a:lnTo>
                    <a:pt x="599" y="9281"/>
                  </a:lnTo>
                  <a:lnTo>
                    <a:pt x="599" y="9131"/>
                  </a:lnTo>
                  <a:lnTo>
                    <a:pt x="899" y="4641"/>
                  </a:lnTo>
                  <a:lnTo>
                    <a:pt x="749" y="224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p84"/>
            <p:cNvSpPr/>
            <p:nvPr/>
          </p:nvSpPr>
          <p:spPr>
            <a:xfrm>
              <a:off x="4736125" y="2640450"/>
              <a:ext cx="22475" cy="235775"/>
            </a:xfrm>
            <a:custGeom>
              <a:rect b="b" l="l" r="r" t="t"/>
              <a:pathLst>
                <a:path extrusionOk="0" h="9431" w="899">
                  <a:moveTo>
                    <a:pt x="449" y="1"/>
                  </a:moveTo>
                  <a:lnTo>
                    <a:pt x="300" y="150"/>
                  </a:lnTo>
                  <a:lnTo>
                    <a:pt x="150" y="1198"/>
                  </a:lnTo>
                  <a:lnTo>
                    <a:pt x="0" y="2246"/>
                  </a:lnTo>
                  <a:lnTo>
                    <a:pt x="0" y="4491"/>
                  </a:lnTo>
                  <a:lnTo>
                    <a:pt x="0" y="6886"/>
                  </a:lnTo>
                  <a:lnTo>
                    <a:pt x="150" y="9281"/>
                  </a:lnTo>
                  <a:lnTo>
                    <a:pt x="150" y="9430"/>
                  </a:lnTo>
                  <a:lnTo>
                    <a:pt x="449" y="9430"/>
                  </a:lnTo>
                  <a:lnTo>
                    <a:pt x="599" y="9281"/>
                  </a:lnTo>
                  <a:lnTo>
                    <a:pt x="749" y="6886"/>
                  </a:lnTo>
                  <a:lnTo>
                    <a:pt x="898" y="4491"/>
                  </a:lnTo>
                  <a:lnTo>
                    <a:pt x="898" y="2246"/>
                  </a:lnTo>
                  <a:lnTo>
                    <a:pt x="898" y="119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p84"/>
            <p:cNvSpPr/>
            <p:nvPr/>
          </p:nvSpPr>
          <p:spPr>
            <a:xfrm>
              <a:off x="4814700" y="2659175"/>
              <a:ext cx="22475" cy="205825"/>
            </a:xfrm>
            <a:custGeom>
              <a:rect b="b" l="l" r="r" t="t"/>
              <a:pathLst>
                <a:path extrusionOk="0" h="8233" w="899">
                  <a:moveTo>
                    <a:pt x="599" y="0"/>
                  </a:moveTo>
                  <a:lnTo>
                    <a:pt x="450" y="150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0" y="7933"/>
                  </a:lnTo>
                  <a:lnTo>
                    <a:pt x="300" y="8083"/>
                  </a:lnTo>
                  <a:lnTo>
                    <a:pt x="450" y="8232"/>
                  </a:lnTo>
                  <a:lnTo>
                    <a:pt x="599" y="8083"/>
                  </a:lnTo>
                  <a:lnTo>
                    <a:pt x="749" y="7933"/>
                  </a:lnTo>
                  <a:lnTo>
                    <a:pt x="899" y="5987"/>
                  </a:lnTo>
                  <a:lnTo>
                    <a:pt x="899" y="4041"/>
                  </a:lnTo>
                  <a:lnTo>
                    <a:pt x="899" y="2096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p84"/>
            <p:cNvSpPr/>
            <p:nvPr/>
          </p:nvSpPr>
          <p:spPr>
            <a:xfrm>
              <a:off x="4893275" y="2670400"/>
              <a:ext cx="29975" cy="243250"/>
            </a:xfrm>
            <a:custGeom>
              <a:rect b="b" l="l" r="r" t="t"/>
              <a:pathLst>
                <a:path extrusionOk="0" h="9730" w="1199">
                  <a:moveTo>
                    <a:pt x="600" y="0"/>
                  </a:moveTo>
                  <a:lnTo>
                    <a:pt x="450" y="150"/>
                  </a:lnTo>
                  <a:lnTo>
                    <a:pt x="151" y="2245"/>
                  </a:lnTo>
                  <a:lnTo>
                    <a:pt x="1" y="4041"/>
                  </a:lnTo>
                  <a:lnTo>
                    <a:pt x="1" y="5987"/>
                  </a:lnTo>
                  <a:lnTo>
                    <a:pt x="151" y="7783"/>
                  </a:lnTo>
                  <a:lnTo>
                    <a:pt x="300" y="9580"/>
                  </a:lnTo>
                  <a:lnTo>
                    <a:pt x="450" y="9729"/>
                  </a:lnTo>
                  <a:lnTo>
                    <a:pt x="600" y="9729"/>
                  </a:lnTo>
                  <a:lnTo>
                    <a:pt x="749" y="9580"/>
                  </a:lnTo>
                  <a:lnTo>
                    <a:pt x="1049" y="7334"/>
                  </a:lnTo>
                  <a:lnTo>
                    <a:pt x="1198" y="4939"/>
                  </a:lnTo>
                  <a:lnTo>
                    <a:pt x="1049" y="2395"/>
                  </a:lnTo>
                  <a:lnTo>
                    <a:pt x="749" y="15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p84"/>
            <p:cNvSpPr/>
            <p:nvPr/>
          </p:nvSpPr>
          <p:spPr>
            <a:xfrm>
              <a:off x="4975600" y="2681625"/>
              <a:ext cx="22475" cy="194600"/>
            </a:xfrm>
            <a:custGeom>
              <a:rect b="b" l="l" r="r" t="t"/>
              <a:pathLst>
                <a:path extrusionOk="0" h="7784" w="899">
                  <a:moveTo>
                    <a:pt x="300" y="0"/>
                  </a:moveTo>
                  <a:lnTo>
                    <a:pt x="150" y="1946"/>
                  </a:lnTo>
                  <a:lnTo>
                    <a:pt x="1" y="3742"/>
                  </a:lnTo>
                  <a:lnTo>
                    <a:pt x="1" y="5688"/>
                  </a:lnTo>
                  <a:lnTo>
                    <a:pt x="300" y="7484"/>
                  </a:lnTo>
                  <a:lnTo>
                    <a:pt x="300" y="7783"/>
                  </a:lnTo>
                  <a:lnTo>
                    <a:pt x="600" y="7783"/>
                  </a:lnTo>
                  <a:lnTo>
                    <a:pt x="749" y="7484"/>
                  </a:lnTo>
                  <a:lnTo>
                    <a:pt x="899" y="5688"/>
                  </a:lnTo>
                  <a:lnTo>
                    <a:pt x="899" y="3742"/>
                  </a:lnTo>
                  <a:lnTo>
                    <a:pt x="899" y="1946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9" name="Google Shape;3099;p84"/>
            <p:cNvSpPr/>
            <p:nvPr/>
          </p:nvSpPr>
          <p:spPr>
            <a:xfrm>
              <a:off x="5136500" y="2700325"/>
              <a:ext cx="22500" cy="164675"/>
            </a:xfrm>
            <a:custGeom>
              <a:rect b="b" l="l" r="r" t="t"/>
              <a:pathLst>
                <a:path extrusionOk="0" h="6587" w="900">
                  <a:moveTo>
                    <a:pt x="300" y="1"/>
                  </a:moveTo>
                  <a:lnTo>
                    <a:pt x="151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300" y="6437"/>
                  </a:lnTo>
                  <a:lnTo>
                    <a:pt x="300" y="6586"/>
                  </a:lnTo>
                  <a:lnTo>
                    <a:pt x="600" y="6586"/>
                  </a:lnTo>
                  <a:lnTo>
                    <a:pt x="749" y="6437"/>
                  </a:lnTo>
                  <a:lnTo>
                    <a:pt x="749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0" name="Google Shape;3100;p84"/>
            <p:cNvSpPr/>
            <p:nvPr/>
          </p:nvSpPr>
          <p:spPr>
            <a:xfrm>
              <a:off x="5057925" y="2692850"/>
              <a:ext cx="22475" cy="172150"/>
            </a:xfrm>
            <a:custGeom>
              <a:rect b="b" l="l" r="r" t="t"/>
              <a:pathLst>
                <a:path extrusionOk="0" h="6886" w="899">
                  <a:moveTo>
                    <a:pt x="300" y="0"/>
                  </a:moveTo>
                  <a:lnTo>
                    <a:pt x="300" y="150"/>
                  </a:lnTo>
                  <a:lnTo>
                    <a:pt x="1" y="1647"/>
                  </a:lnTo>
                  <a:lnTo>
                    <a:pt x="1" y="3293"/>
                  </a:lnTo>
                  <a:lnTo>
                    <a:pt x="1" y="4940"/>
                  </a:lnTo>
                  <a:lnTo>
                    <a:pt x="150" y="6586"/>
                  </a:lnTo>
                  <a:lnTo>
                    <a:pt x="300" y="6736"/>
                  </a:lnTo>
                  <a:lnTo>
                    <a:pt x="450" y="6885"/>
                  </a:lnTo>
                  <a:lnTo>
                    <a:pt x="599" y="6736"/>
                  </a:lnTo>
                  <a:lnTo>
                    <a:pt x="599" y="6586"/>
                  </a:lnTo>
                  <a:lnTo>
                    <a:pt x="899" y="4940"/>
                  </a:lnTo>
                  <a:lnTo>
                    <a:pt x="899" y="3293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p84"/>
            <p:cNvSpPr/>
            <p:nvPr/>
          </p:nvSpPr>
          <p:spPr>
            <a:xfrm>
              <a:off x="5218825" y="2711550"/>
              <a:ext cx="22475" cy="149700"/>
            </a:xfrm>
            <a:custGeom>
              <a:rect b="b" l="l" r="r" t="t"/>
              <a:pathLst>
                <a:path extrusionOk="0" h="5988" w="899">
                  <a:moveTo>
                    <a:pt x="450" y="1"/>
                  </a:moveTo>
                  <a:lnTo>
                    <a:pt x="300" y="150"/>
                  </a:lnTo>
                  <a:lnTo>
                    <a:pt x="1" y="1497"/>
                  </a:lnTo>
                  <a:lnTo>
                    <a:pt x="1" y="2994"/>
                  </a:lnTo>
                  <a:lnTo>
                    <a:pt x="1" y="4491"/>
                  </a:lnTo>
                  <a:lnTo>
                    <a:pt x="151" y="5838"/>
                  </a:lnTo>
                  <a:lnTo>
                    <a:pt x="300" y="5988"/>
                  </a:lnTo>
                  <a:lnTo>
                    <a:pt x="600" y="5988"/>
                  </a:lnTo>
                  <a:lnTo>
                    <a:pt x="600" y="5838"/>
                  </a:lnTo>
                  <a:lnTo>
                    <a:pt x="899" y="4491"/>
                  </a:lnTo>
                  <a:lnTo>
                    <a:pt x="899" y="2994"/>
                  </a:lnTo>
                  <a:lnTo>
                    <a:pt x="749" y="1497"/>
                  </a:lnTo>
                  <a:lnTo>
                    <a:pt x="600" y="15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84"/>
            <p:cNvSpPr/>
            <p:nvPr/>
          </p:nvSpPr>
          <p:spPr>
            <a:xfrm>
              <a:off x="5297425" y="2726525"/>
              <a:ext cx="26200" cy="134725"/>
            </a:xfrm>
            <a:custGeom>
              <a:rect b="b" l="l" r="r" t="t"/>
              <a:pathLst>
                <a:path extrusionOk="0" h="5389" w="1048">
                  <a:moveTo>
                    <a:pt x="300" y="0"/>
                  </a:moveTo>
                  <a:lnTo>
                    <a:pt x="300" y="150"/>
                  </a:lnTo>
                  <a:lnTo>
                    <a:pt x="0" y="1347"/>
                  </a:lnTo>
                  <a:lnTo>
                    <a:pt x="0" y="2694"/>
                  </a:lnTo>
                  <a:lnTo>
                    <a:pt x="0" y="3892"/>
                  </a:lnTo>
                  <a:lnTo>
                    <a:pt x="300" y="5089"/>
                  </a:lnTo>
                  <a:lnTo>
                    <a:pt x="300" y="5239"/>
                  </a:lnTo>
                  <a:lnTo>
                    <a:pt x="449" y="5389"/>
                  </a:lnTo>
                  <a:lnTo>
                    <a:pt x="599" y="5239"/>
                  </a:lnTo>
                  <a:lnTo>
                    <a:pt x="749" y="5089"/>
                  </a:lnTo>
                  <a:lnTo>
                    <a:pt x="898" y="3892"/>
                  </a:lnTo>
                  <a:lnTo>
                    <a:pt x="1048" y="269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3" name="Google Shape;3103;p84"/>
            <p:cNvSpPr/>
            <p:nvPr/>
          </p:nvSpPr>
          <p:spPr>
            <a:xfrm>
              <a:off x="5379750" y="2734000"/>
              <a:ext cx="22475" cy="142225"/>
            </a:xfrm>
            <a:custGeom>
              <a:rect b="b" l="l" r="r" t="t"/>
              <a:pathLst>
                <a:path extrusionOk="0" h="5689" w="899">
                  <a:moveTo>
                    <a:pt x="449" y="1"/>
                  </a:moveTo>
                  <a:lnTo>
                    <a:pt x="150" y="150"/>
                  </a:lnTo>
                  <a:lnTo>
                    <a:pt x="0" y="1497"/>
                  </a:lnTo>
                  <a:lnTo>
                    <a:pt x="0" y="2994"/>
                  </a:lnTo>
                  <a:lnTo>
                    <a:pt x="0" y="4341"/>
                  </a:lnTo>
                  <a:lnTo>
                    <a:pt x="150" y="4940"/>
                  </a:lnTo>
                  <a:lnTo>
                    <a:pt x="299" y="5539"/>
                  </a:lnTo>
                  <a:lnTo>
                    <a:pt x="449" y="5688"/>
                  </a:lnTo>
                  <a:lnTo>
                    <a:pt x="599" y="5539"/>
                  </a:lnTo>
                  <a:lnTo>
                    <a:pt x="748" y="4940"/>
                  </a:lnTo>
                  <a:lnTo>
                    <a:pt x="898" y="4341"/>
                  </a:lnTo>
                  <a:lnTo>
                    <a:pt x="898" y="2994"/>
                  </a:lnTo>
                  <a:lnTo>
                    <a:pt x="748" y="1497"/>
                  </a:lnTo>
                  <a:lnTo>
                    <a:pt x="599" y="150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4" name="Google Shape;3104;p84"/>
            <p:cNvSpPr/>
            <p:nvPr/>
          </p:nvSpPr>
          <p:spPr>
            <a:xfrm>
              <a:off x="5458325" y="2748975"/>
              <a:ext cx="22475" cy="131000"/>
            </a:xfrm>
            <a:custGeom>
              <a:rect b="b" l="l" r="r" t="t"/>
              <a:pathLst>
                <a:path extrusionOk="0" h="5240" w="899">
                  <a:moveTo>
                    <a:pt x="300" y="0"/>
                  </a:moveTo>
                  <a:lnTo>
                    <a:pt x="300" y="150"/>
                  </a:lnTo>
                  <a:lnTo>
                    <a:pt x="150" y="1347"/>
                  </a:lnTo>
                  <a:lnTo>
                    <a:pt x="0" y="2844"/>
                  </a:lnTo>
                  <a:lnTo>
                    <a:pt x="150" y="4042"/>
                  </a:lnTo>
                  <a:lnTo>
                    <a:pt x="150" y="4640"/>
                  </a:lnTo>
                  <a:lnTo>
                    <a:pt x="449" y="5239"/>
                  </a:lnTo>
                  <a:lnTo>
                    <a:pt x="599" y="5239"/>
                  </a:lnTo>
                  <a:lnTo>
                    <a:pt x="898" y="4640"/>
                  </a:lnTo>
                  <a:lnTo>
                    <a:pt x="898" y="4042"/>
                  </a:lnTo>
                  <a:lnTo>
                    <a:pt x="898" y="2844"/>
                  </a:lnTo>
                  <a:lnTo>
                    <a:pt x="898" y="1347"/>
                  </a:lnTo>
                  <a:lnTo>
                    <a:pt x="599" y="150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5" name="Google Shape;3105;p84"/>
            <p:cNvSpPr/>
            <p:nvPr/>
          </p:nvSpPr>
          <p:spPr>
            <a:xfrm>
              <a:off x="5536900" y="2748975"/>
              <a:ext cx="29950" cy="134725"/>
            </a:xfrm>
            <a:custGeom>
              <a:rect b="b" l="l" r="r" t="t"/>
              <a:pathLst>
                <a:path extrusionOk="0" h="5389" w="1198">
                  <a:moveTo>
                    <a:pt x="450" y="0"/>
                  </a:moveTo>
                  <a:lnTo>
                    <a:pt x="450" y="150"/>
                  </a:lnTo>
                  <a:lnTo>
                    <a:pt x="150" y="1347"/>
                  </a:lnTo>
                  <a:lnTo>
                    <a:pt x="1" y="2695"/>
                  </a:lnTo>
                  <a:lnTo>
                    <a:pt x="150" y="4042"/>
                  </a:lnTo>
                  <a:lnTo>
                    <a:pt x="150" y="4790"/>
                  </a:lnTo>
                  <a:lnTo>
                    <a:pt x="450" y="5389"/>
                  </a:lnTo>
                  <a:lnTo>
                    <a:pt x="749" y="5389"/>
                  </a:lnTo>
                  <a:lnTo>
                    <a:pt x="1048" y="4790"/>
                  </a:lnTo>
                  <a:lnTo>
                    <a:pt x="1198" y="4042"/>
                  </a:lnTo>
                  <a:lnTo>
                    <a:pt x="1198" y="2695"/>
                  </a:lnTo>
                  <a:lnTo>
                    <a:pt x="1048" y="1347"/>
                  </a:lnTo>
                  <a:lnTo>
                    <a:pt x="749" y="150"/>
                  </a:lnTo>
                  <a:lnTo>
                    <a:pt x="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84"/>
            <p:cNvSpPr/>
            <p:nvPr/>
          </p:nvSpPr>
          <p:spPr>
            <a:xfrm>
              <a:off x="5619225" y="2767675"/>
              <a:ext cx="26225" cy="134750"/>
            </a:xfrm>
            <a:custGeom>
              <a:rect b="b" l="l" r="r" t="t"/>
              <a:pathLst>
                <a:path extrusionOk="0" h="5390" w="1049">
                  <a:moveTo>
                    <a:pt x="599" y="1"/>
                  </a:moveTo>
                  <a:lnTo>
                    <a:pt x="450" y="150"/>
                  </a:lnTo>
                  <a:lnTo>
                    <a:pt x="150" y="1348"/>
                  </a:lnTo>
                  <a:lnTo>
                    <a:pt x="0" y="2695"/>
                  </a:lnTo>
                  <a:lnTo>
                    <a:pt x="150" y="4042"/>
                  </a:lnTo>
                  <a:lnTo>
                    <a:pt x="300" y="5239"/>
                  </a:lnTo>
                  <a:lnTo>
                    <a:pt x="599" y="5389"/>
                  </a:lnTo>
                  <a:lnTo>
                    <a:pt x="749" y="5239"/>
                  </a:lnTo>
                  <a:lnTo>
                    <a:pt x="1048" y="4042"/>
                  </a:lnTo>
                  <a:lnTo>
                    <a:pt x="1048" y="2695"/>
                  </a:lnTo>
                  <a:lnTo>
                    <a:pt x="899" y="1348"/>
                  </a:lnTo>
                  <a:lnTo>
                    <a:pt x="749" y="150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7" name="Google Shape;3107;p84"/>
            <p:cNvSpPr/>
            <p:nvPr/>
          </p:nvSpPr>
          <p:spPr>
            <a:xfrm>
              <a:off x="5701550" y="2778900"/>
              <a:ext cx="22475" cy="108550"/>
            </a:xfrm>
            <a:custGeom>
              <a:rect b="b" l="l" r="r" t="t"/>
              <a:pathLst>
                <a:path extrusionOk="0" h="4342" w="899">
                  <a:moveTo>
                    <a:pt x="300" y="1"/>
                  </a:moveTo>
                  <a:lnTo>
                    <a:pt x="0" y="1049"/>
                  </a:lnTo>
                  <a:lnTo>
                    <a:pt x="0" y="2096"/>
                  </a:lnTo>
                  <a:lnTo>
                    <a:pt x="0" y="3144"/>
                  </a:lnTo>
                  <a:lnTo>
                    <a:pt x="150" y="3743"/>
                  </a:lnTo>
                  <a:lnTo>
                    <a:pt x="300" y="4192"/>
                  </a:lnTo>
                  <a:lnTo>
                    <a:pt x="449" y="4341"/>
                  </a:lnTo>
                  <a:lnTo>
                    <a:pt x="749" y="4192"/>
                  </a:lnTo>
                  <a:lnTo>
                    <a:pt x="898" y="3743"/>
                  </a:lnTo>
                  <a:lnTo>
                    <a:pt x="898" y="3144"/>
                  </a:lnTo>
                  <a:lnTo>
                    <a:pt x="898" y="2096"/>
                  </a:lnTo>
                  <a:lnTo>
                    <a:pt x="898" y="1049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8" name="Google Shape;3108;p84"/>
            <p:cNvSpPr/>
            <p:nvPr/>
          </p:nvSpPr>
          <p:spPr>
            <a:xfrm>
              <a:off x="5783875" y="2786400"/>
              <a:ext cx="22475" cy="82350"/>
            </a:xfrm>
            <a:custGeom>
              <a:rect b="b" l="l" r="r" t="t"/>
              <a:pathLst>
                <a:path extrusionOk="0" h="3294" w="899">
                  <a:moveTo>
                    <a:pt x="449" y="0"/>
                  </a:moveTo>
                  <a:lnTo>
                    <a:pt x="300" y="150"/>
                  </a:lnTo>
                  <a:lnTo>
                    <a:pt x="0" y="1647"/>
                  </a:lnTo>
                  <a:lnTo>
                    <a:pt x="0" y="2395"/>
                  </a:lnTo>
                  <a:lnTo>
                    <a:pt x="150" y="3143"/>
                  </a:lnTo>
                  <a:lnTo>
                    <a:pt x="300" y="3293"/>
                  </a:lnTo>
                  <a:lnTo>
                    <a:pt x="599" y="3293"/>
                  </a:lnTo>
                  <a:lnTo>
                    <a:pt x="749" y="3143"/>
                  </a:lnTo>
                  <a:lnTo>
                    <a:pt x="898" y="2395"/>
                  </a:lnTo>
                  <a:lnTo>
                    <a:pt x="749" y="1647"/>
                  </a:lnTo>
                  <a:lnTo>
                    <a:pt x="599" y="150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9" name="Google Shape;3109;p84"/>
            <p:cNvSpPr/>
            <p:nvPr/>
          </p:nvSpPr>
          <p:spPr>
            <a:xfrm>
              <a:off x="5862450" y="2793875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8"/>
                  </a:lnTo>
                  <a:lnTo>
                    <a:pt x="150" y="1946"/>
                  </a:lnTo>
                  <a:lnTo>
                    <a:pt x="300" y="2545"/>
                  </a:lnTo>
                  <a:lnTo>
                    <a:pt x="300" y="2695"/>
                  </a:lnTo>
                  <a:lnTo>
                    <a:pt x="599" y="2695"/>
                  </a:lnTo>
                  <a:lnTo>
                    <a:pt x="749" y="2545"/>
                  </a:lnTo>
                  <a:lnTo>
                    <a:pt x="899" y="1946"/>
                  </a:lnTo>
                  <a:lnTo>
                    <a:pt x="899" y="1348"/>
                  </a:lnTo>
                  <a:lnTo>
                    <a:pt x="899" y="599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0" name="Google Shape;3110;p84"/>
            <p:cNvSpPr/>
            <p:nvPr/>
          </p:nvSpPr>
          <p:spPr>
            <a:xfrm>
              <a:off x="5944775" y="2808850"/>
              <a:ext cx="22475" cy="67375"/>
            </a:xfrm>
            <a:custGeom>
              <a:rect b="b" l="l" r="r" t="t"/>
              <a:pathLst>
                <a:path extrusionOk="0" h="2695" w="899">
                  <a:moveTo>
                    <a:pt x="300" y="0"/>
                  </a:moveTo>
                  <a:lnTo>
                    <a:pt x="150" y="599"/>
                  </a:lnTo>
                  <a:lnTo>
                    <a:pt x="1" y="1347"/>
                  </a:lnTo>
                  <a:lnTo>
                    <a:pt x="1" y="2096"/>
                  </a:lnTo>
                  <a:lnTo>
                    <a:pt x="150" y="2395"/>
                  </a:lnTo>
                  <a:lnTo>
                    <a:pt x="300" y="2545"/>
                  </a:lnTo>
                  <a:lnTo>
                    <a:pt x="450" y="2694"/>
                  </a:lnTo>
                  <a:lnTo>
                    <a:pt x="599" y="2545"/>
                  </a:lnTo>
                  <a:lnTo>
                    <a:pt x="749" y="2395"/>
                  </a:lnTo>
                  <a:lnTo>
                    <a:pt x="899" y="2096"/>
                  </a:lnTo>
                  <a:lnTo>
                    <a:pt x="899" y="1347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1" name="Google Shape;3111;p84"/>
            <p:cNvSpPr/>
            <p:nvPr/>
          </p:nvSpPr>
          <p:spPr>
            <a:xfrm>
              <a:off x="6027100" y="2812575"/>
              <a:ext cx="18725" cy="59900"/>
            </a:xfrm>
            <a:custGeom>
              <a:rect b="b" l="l" r="r" t="t"/>
              <a:pathLst>
                <a:path extrusionOk="0" h="2396" w="749">
                  <a:moveTo>
                    <a:pt x="300" y="1"/>
                  </a:moveTo>
                  <a:lnTo>
                    <a:pt x="150" y="151"/>
                  </a:lnTo>
                  <a:lnTo>
                    <a:pt x="0" y="1198"/>
                  </a:lnTo>
                  <a:lnTo>
                    <a:pt x="150" y="2246"/>
                  </a:lnTo>
                  <a:lnTo>
                    <a:pt x="150" y="2396"/>
                  </a:lnTo>
                  <a:lnTo>
                    <a:pt x="449" y="2396"/>
                  </a:lnTo>
                  <a:lnTo>
                    <a:pt x="599" y="2246"/>
                  </a:lnTo>
                  <a:lnTo>
                    <a:pt x="749" y="1198"/>
                  </a:lnTo>
                  <a:lnTo>
                    <a:pt x="599" y="151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12" name="Google Shape;3112;p84"/>
          <p:cNvPicPr preferRelativeResize="0"/>
          <p:nvPr/>
        </p:nvPicPr>
        <p:blipFill rotWithShape="1">
          <a:blip r:embed="rId3">
            <a:alphaModFix amt="41000"/>
          </a:blip>
          <a:srcRect b="0" l="0" r="58276" t="0"/>
          <a:stretch/>
        </p:blipFill>
        <p:spPr>
          <a:xfrm rot="5">
            <a:off x="3672236" y="-1917587"/>
            <a:ext cx="2614561" cy="4059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9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ocial Studies Subject for Middle School - 8th Grade: Geography and Colonialism XL by Slidesgo">
  <a:themeElements>
    <a:clrScheme name="Simple Light">
      <a:dk1>
        <a:srgbClr val="105522"/>
      </a:dk1>
      <a:lt1>
        <a:srgbClr val="99C66D"/>
      </a:lt1>
      <a:dk2>
        <a:srgbClr val="D0D4AD"/>
      </a:dk2>
      <a:lt2>
        <a:srgbClr val="89B990"/>
      </a:lt2>
      <a:accent1>
        <a:srgbClr val="06381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638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